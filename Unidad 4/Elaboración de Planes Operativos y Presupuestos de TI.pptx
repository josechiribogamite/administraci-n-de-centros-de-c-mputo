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embeddedFontLst>
    <p:embeddedFont>
      <p:font typeface="Poppins" panose="00000500000000000000" pitchFamily="2" charset="0"/>
      <p:regular r:id="rId18"/>
      <p:bold r:id="rId19"/>
      <p:italic r:id="rId20"/>
      <p:boldItalic r:id="rId21"/>
    </p:embeddedFont>
    <p:embeddedFont>
      <p:font typeface="poppins-bold" panose="020B0604020202020204" charset="0"/>
      <p:regular r:id="rId22"/>
    </p:embeddedFont>
  </p:embeddedFontLst>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标题 1"/>
          <p:cNvSpPr txBox="1"/>
          <p:nvPr/>
        </p:nvSpPr>
        <p:spPr>
          <a:xfrm>
            <a:off x="914399" y="1200625"/>
            <a:ext cx="8748461" cy="2881022"/>
          </a:xfrm>
          <a:prstGeom prst="rect">
            <a:avLst/>
          </a:prstGeom>
          <a:noFill/>
          <a:ln w="12700" cap="sq">
            <a:noFill/>
            <a:miter/>
          </a:ln>
        </p:spPr>
        <p:txBody>
          <a:bodyPr vert="horz" wrap="square" lIns="0" tIns="0" rIns="0" bIns="0" rtlCol="0" anchor="b"/>
          <a:lstStyle/>
          <a:p>
            <a:pPr algn="l"/>
            <a:r>
              <a:rPr kumimoji="1" lang="en-US" altLang="zh-CN" sz="4300">
                <a:ln w="12700">
                  <a:noFill/>
                </a:ln>
                <a:solidFill>
                  <a:srgbClr val="262626">
                    <a:alpha val="100000"/>
                  </a:srgbClr>
                </a:solidFill>
                <a:latin typeface="Poppins"/>
                <a:ea typeface="Poppins"/>
                <a:cs typeface="Poppins"/>
              </a:rPr>
              <a:t>Elaboración de Planes Operativos y Presupuestos de TI</a:t>
            </a:r>
            <a:endParaRPr kumimoji="1" lang="zh-CN" altLang="en-US"/>
          </a:p>
        </p:txBody>
      </p:sp>
      <p:cxnSp>
        <p:nvCxnSpPr>
          <p:cNvPr id="8" name="标题 1"/>
          <p:cNvCxnSpPr/>
          <p:nvPr/>
        </p:nvCxnSpPr>
        <p:spPr>
          <a:xfrm>
            <a:off x="1065856" y="773905"/>
            <a:ext cx="0" cy="254795"/>
          </a:xfrm>
          <a:prstGeom prst="line">
            <a:avLst/>
          </a:prstGeom>
          <a:noFill/>
          <a:ln w="12700" cap="sq">
            <a:solidFill>
              <a:schemeClr val="tx1">
                <a:lumMod val="85000"/>
                <a:lumOff val="15000"/>
              </a:schemeClr>
            </a:solidFill>
            <a:miter/>
          </a:ln>
        </p:spPr>
      </p:cxnSp>
      <p:cxnSp>
        <p:nvCxnSpPr>
          <p:cNvPr id="9" name="标题 1"/>
          <p:cNvCxnSpPr/>
          <p:nvPr/>
        </p:nvCxnSpPr>
        <p:spPr>
          <a:xfrm>
            <a:off x="1621972" y="773905"/>
            <a:ext cx="0" cy="254795"/>
          </a:xfrm>
          <a:prstGeom prst="line">
            <a:avLst/>
          </a:prstGeom>
          <a:noFill/>
          <a:ln w="12700" cap="sq">
            <a:solidFill>
              <a:schemeClr val="tx1">
                <a:lumMod val="85000"/>
                <a:lumOff val="15000"/>
              </a:schemeClr>
            </a:solidFill>
            <a:miter/>
          </a:ln>
        </p:spPr>
      </p:cxnSp>
      <p:sp>
        <p:nvSpPr>
          <p:cNvPr id="10" name="标题 1"/>
          <p:cNvSpPr txBox="1"/>
          <p:nvPr/>
        </p:nvSpPr>
        <p:spPr>
          <a:xfrm>
            <a:off x="660400" y="773905"/>
            <a:ext cx="254795" cy="254795"/>
          </a:xfrm>
          <a:custGeom>
            <a:avLst/>
            <a:gdLst>
              <a:gd name="connsiteX0" fmla="*/ 438553 w 720000"/>
              <a:gd name="connsiteY0" fmla="*/ 189601 h 720000"/>
              <a:gd name="connsiteX1" fmla="*/ 373556 w 720000"/>
              <a:gd name="connsiteY1" fmla="*/ 216451 h 720000"/>
              <a:gd name="connsiteX2" fmla="*/ 232180 w 720000"/>
              <a:gd name="connsiteY2" fmla="*/ 357827 h 720000"/>
              <a:gd name="connsiteX3" fmla="*/ 191861 w 720000"/>
              <a:gd name="connsiteY3" fmla="*/ 528226 h 720000"/>
              <a:gd name="connsiteX4" fmla="*/ 362260 w 720000"/>
              <a:gd name="connsiteY4" fmla="*/ 487907 h 720000"/>
              <a:gd name="connsiteX5" fmla="*/ 503636 w 720000"/>
              <a:gd name="connsiteY5" fmla="*/ 346444 h 720000"/>
              <a:gd name="connsiteX6" fmla="*/ 503636 w 720000"/>
              <a:gd name="connsiteY6" fmla="*/ 216365 h 720000"/>
              <a:gd name="connsiteX7" fmla="*/ 438553 w 720000"/>
              <a:gd name="connsiteY7" fmla="*/ 189601 h 720000"/>
              <a:gd name="connsiteX8" fmla="*/ 438553 w 720000"/>
              <a:gd name="connsiteY8" fmla="*/ 141636 h 720000"/>
              <a:gd name="connsiteX9" fmla="*/ 537524 w 720000"/>
              <a:gd name="connsiteY9" fmla="*/ 182476 h 720000"/>
              <a:gd name="connsiteX10" fmla="*/ 537524 w 720000"/>
              <a:gd name="connsiteY10" fmla="*/ 380420 h 720000"/>
              <a:gd name="connsiteX11" fmla="*/ 396149 w 720000"/>
              <a:gd name="connsiteY11" fmla="*/ 521796 h 720000"/>
              <a:gd name="connsiteX12" fmla="*/ 141637 w 720000"/>
              <a:gd name="connsiteY12" fmla="*/ 578364 h 720000"/>
              <a:gd name="connsiteX13" fmla="*/ 198205 w 720000"/>
              <a:gd name="connsiteY13" fmla="*/ 323852 h 720000"/>
              <a:gd name="connsiteX14" fmla="*/ 339581 w 720000"/>
              <a:gd name="connsiteY14" fmla="*/ 182476 h 720000"/>
              <a:gd name="connsiteX15" fmla="*/ 438553 w 720000"/>
              <a:gd name="connsiteY15" fmla="*/ 141636 h 720000"/>
              <a:gd name="connsiteX16" fmla="*/ 120000 w 720000"/>
              <a:gd name="connsiteY16" fmla="*/ 47965 h 720000"/>
              <a:gd name="connsiteX17" fmla="*/ 47965 w 720000"/>
              <a:gd name="connsiteY17" fmla="*/ 120000 h 720000"/>
              <a:gd name="connsiteX18" fmla="*/ 47965 w 720000"/>
              <a:gd name="connsiteY18" fmla="*/ 600000 h 720000"/>
              <a:gd name="connsiteX19" fmla="*/ 120000 w 720000"/>
              <a:gd name="connsiteY19" fmla="*/ 672035 h 720000"/>
              <a:gd name="connsiteX20" fmla="*/ 600000 w 720000"/>
              <a:gd name="connsiteY20" fmla="*/ 672035 h 720000"/>
              <a:gd name="connsiteX21" fmla="*/ 672035 w 720000"/>
              <a:gd name="connsiteY21" fmla="*/ 600000 h 720000"/>
              <a:gd name="connsiteX22" fmla="*/ 672035 w 720000"/>
              <a:gd name="connsiteY22" fmla="*/ 120000 h 720000"/>
              <a:gd name="connsiteX23" fmla="*/ 600000 w 720000"/>
              <a:gd name="connsiteY23" fmla="*/ 47965 h 720000"/>
              <a:gd name="connsiteX24" fmla="*/ 120000 w 720000"/>
              <a:gd name="connsiteY24" fmla="*/ 0 h 720000"/>
              <a:gd name="connsiteX25" fmla="*/ 600000 w 720000"/>
              <a:gd name="connsiteY25" fmla="*/ 0 h 720000"/>
              <a:gd name="connsiteX26" fmla="*/ 720000 w 720000"/>
              <a:gd name="connsiteY26" fmla="*/ 120000 h 720000"/>
              <a:gd name="connsiteX27" fmla="*/ 720000 w 720000"/>
              <a:gd name="connsiteY27" fmla="*/ 600000 h 720000"/>
              <a:gd name="connsiteX28" fmla="*/ 600000 w 720000"/>
              <a:gd name="connsiteY28" fmla="*/ 720000 h 720000"/>
              <a:gd name="connsiteX29" fmla="*/ 120000 w 720000"/>
              <a:gd name="connsiteY29" fmla="*/ 720000 h 720000"/>
              <a:gd name="connsiteX30" fmla="*/ 0 w 720000"/>
              <a:gd name="connsiteY30" fmla="*/ 600000 h 720000"/>
              <a:gd name="connsiteX31" fmla="*/ 0 w 720000"/>
              <a:gd name="connsiteY31" fmla="*/ 120000 h 720000"/>
              <a:gd name="connsiteX32" fmla="*/ 120000 w 720000"/>
              <a:gd name="connsiteY32" fmla="*/ 0 h 720000"/>
            </a:gdLst>
            <a:ahLst/>
            <a:cxnLst/>
            <a:rect l="l" t="t" r="r" b="b"/>
            <a:pathLst>
              <a:path w="720000" h="720000">
                <a:moveTo>
                  <a:pt x="438553" y="189601"/>
                </a:moveTo>
                <a:cubicBezTo>
                  <a:pt x="413875" y="189601"/>
                  <a:pt x="390761" y="199073"/>
                  <a:pt x="373556" y="216451"/>
                </a:cubicBezTo>
                <a:lnTo>
                  <a:pt x="232180" y="357827"/>
                </a:lnTo>
                <a:cubicBezTo>
                  <a:pt x="212456" y="377465"/>
                  <a:pt x="197336" y="453584"/>
                  <a:pt x="191861" y="528226"/>
                </a:cubicBezTo>
                <a:cubicBezTo>
                  <a:pt x="266503" y="522665"/>
                  <a:pt x="342622" y="507545"/>
                  <a:pt x="362260" y="487907"/>
                </a:cubicBezTo>
                <a:lnTo>
                  <a:pt x="503636" y="346444"/>
                </a:lnTo>
                <a:cubicBezTo>
                  <a:pt x="539523" y="310557"/>
                  <a:pt x="539523" y="252252"/>
                  <a:pt x="503636" y="216365"/>
                </a:cubicBezTo>
                <a:cubicBezTo>
                  <a:pt x="486344" y="199073"/>
                  <a:pt x="463230" y="189601"/>
                  <a:pt x="438553" y="189601"/>
                </a:cubicBezTo>
                <a:close/>
                <a:moveTo>
                  <a:pt x="438553" y="141636"/>
                </a:moveTo>
                <a:cubicBezTo>
                  <a:pt x="474440" y="141636"/>
                  <a:pt x="510327" y="155191"/>
                  <a:pt x="537524" y="182476"/>
                </a:cubicBezTo>
                <a:cubicBezTo>
                  <a:pt x="592007" y="236872"/>
                  <a:pt x="592007" y="325938"/>
                  <a:pt x="537524" y="380420"/>
                </a:cubicBezTo>
                <a:lnTo>
                  <a:pt x="396149" y="521796"/>
                </a:lnTo>
                <a:cubicBezTo>
                  <a:pt x="341753" y="576278"/>
                  <a:pt x="141637" y="578364"/>
                  <a:pt x="141637" y="578364"/>
                </a:cubicBezTo>
                <a:cubicBezTo>
                  <a:pt x="141637" y="578364"/>
                  <a:pt x="143723" y="378334"/>
                  <a:pt x="198205" y="323852"/>
                </a:cubicBezTo>
                <a:lnTo>
                  <a:pt x="339581" y="182476"/>
                </a:lnTo>
                <a:cubicBezTo>
                  <a:pt x="366778" y="155278"/>
                  <a:pt x="402666" y="141636"/>
                  <a:pt x="438553" y="141636"/>
                </a:cubicBezTo>
                <a:close/>
                <a:moveTo>
                  <a:pt x="120000" y="47965"/>
                </a:moveTo>
                <a:cubicBezTo>
                  <a:pt x="80290" y="47965"/>
                  <a:pt x="47965" y="80290"/>
                  <a:pt x="47965" y="120000"/>
                </a:cubicBezTo>
                <a:lnTo>
                  <a:pt x="47965" y="600000"/>
                </a:lnTo>
                <a:cubicBezTo>
                  <a:pt x="47965" y="639711"/>
                  <a:pt x="80290" y="672035"/>
                  <a:pt x="120000" y="672035"/>
                </a:cubicBezTo>
                <a:lnTo>
                  <a:pt x="600000" y="672035"/>
                </a:lnTo>
                <a:cubicBezTo>
                  <a:pt x="639711" y="672035"/>
                  <a:pt x="672035" y="639711"/>
                  <a:pt x="672035" y="600000"/>
                </a:cubicBezTo>
                <a:lnTo>
                  <a:pt x="672035" y="120000"/>
                </a:lnTo>
                <a:cubicBezTo>
                  <a:pt x="672035" y="80290"/>
                  <a:pt x="639711" y="47965"/>
                  <a:pt x="600000" y="47965"/>
                </a:cubicBezTo>
                <a:close/>
                <a:moveTo>
                  <a:pt x="120000" y="0"/>
                </a:moveTo>
                <a:lnTo>
                  <a:pt x="600000" y="0"/>
                </a:lnTo>
                <a:cubicBezTo>
                  <a:pt x="666040" y="0"/>
                  <a:pt x="720000" y="54048"/>
                  <a:pt x="720000" y="120000"/>
                </a:cubicBezTo>
                <a:lnTo>
                  <a:pt x="720000" y="600000"/>
                </a:lnTo>
                <a:cubicBezTo>
                  <a:pt x="720000" y="666039"/>
                  <a:pt x="666040" y="720000"/>
                  <a:pt x="600000" y="720000"/>
                </a:cubicBezTo>
                <a:lnTo>
                  <a:pt x="120000" y="720000"/>
                </a:lnTo>
                <a:cubicBezTo>
                  <a:pt x="53961" y="720000"/>
                  <a:pt x="0" y="666039"/>
                  <a:pt x="0" y="600000"/>
                </a:cubicBezTo>
                <a:lnTo>
                  <a:pt x="0" y="120000"/>
                </a:lnTo>
                <a:cubicBezTo>
                  <a:pt x="0" y="53961"/>
                  <a:pt x="53961" y="0"/>
                  <a:pt x="120000" y="0"/>
                </a:cubicBezTo>
                <a:close/>
              </a:path>
            </a:pathLst>
          </a:custGeom>
          <a:solidFill>
            <a:schemeClr val="tx1">
              <a:lumMod val="85000"/>
              <a:lumOff val="15000"/>
            </a:schemeClr>
          </a:solidFill>
          <a:ln w="12700" cap="sq">
            <a:noFill/>
            <a:miter/>
          </a:ln>
        </p:spPr>
        <p:txBody>
          <a:bodyPr vert="horz" wrap="square" lIns="91440" tIns="45720" rIns="91440" bIns="45720" rtlCol="0" anchor="ctr"/>
          <a:lstStyle/>
          <a:p>
            <a:pPr algn="ctr"/>
            <a:endParaRPr kumimoji="1" lang="zh-CN" altLang="en-US"/>
          </a:p>
        </p:txBody>
      </p:sp>
      <p:sp>
        <p:nvSpPr>
          <p:cNvPr id="11" name="标题 1"/>
          <p:cNvSpPr txBox="1"/>
          <p:nvPr/>
        </p:nvSpPr>
        <p:spPr>
          <a:xfrm>
            <a:off x="1216516" y="781228"/>
            <a:ext cx="254795" cy="240150"/>
          </a:xfrm>
          <a:custGeom>
            <a:avLst/>
            <a:gdLst>
              <a:gd name="connsiteX0" fmla="*/ 1110072 w 1498885"/>
              <a:gd name="connsiteY0" fmla="*/ 1039039 h 1412736"/>
              <a:gd name="connsiteX1" fmla="*/ 1149511 w 1498885"/>
              <a:gd name="connsiteY1" fmla="*/ 1055363 h 1412736"/>
              <a:gd name="connsiteX2" fmla="*/ 1371451 w 1498885"/>
              <a:gd name="connsiteY2" fmla="*/ 1277303 h 1412736"/>
              <a:gd name="connsiteX3" fmla="*/ 1371451 w 1498885"/>
              <a:gd name="connsiteY3" fmla="*/ 1356182 h 1412736"/>
              <a:gd name="connsiteX4" fmla="*/ 1332012 w 1498885"/>
              <a:gd name="connsiteY4" fmla="*/ 1372553 h 1412736"/>
              <a:gd name="connsiteX5" fmla="*/ 1292572 w 1498885"/>
              <a:gd name="connsiteY5" fmla="*/ 1356182 h 1412736"/>
              <a:gd name="connsiteX6" fmla="*/ 1070632 w 1498885"/>
              <a:gd name="connsiteY6" fmla="*/ 1134242 h 1412736"/>
              <a:gd name="connsiteX7" fmla="*/ 1070632 w 1498885"/>
              <a:gd name="connsiteY7" fmla="*/ 1055363 h 1412736"/>
              <a:gd name="connsiteX8" fmla="*/ 1110072 w 1498885"/>
              <a:gd name="connsiteY8" fmla="*/ 1039039 h 1412736"/>
              <a:gd name="connsiteX9" fmla="*/ 1110072 w 1498885"/>
              <a:gd name="connsiteY9" fmla="*/ 705989 h 1412736"/>
              <a:gd name="connsiteX10" fmla="*/ 1443075 w 1498885"/>
              <a:gd name="connsiteY10" fmla="*/ 705989 h 1412736"/>
              <a:gd name="connsiteX11" fmla="*/ 1498885 w 1498885"/>
              <a:gd name="connsiteY11" fmla="*/ 761800 h 1412736"/>
              <a:gd name="connsiteX12" fmla="*/ 1443075 w 1498885"/>
              <a:gd name="connsiteY12" fmla="*/ 817611 h 1412736"/>
              <a:gd name="connsiteX13" fmla="*/ 1110072 w 1498885"/>
              <a:gd name="connsiteY13" fmla="*/ 817611 h 1412736"/>
              <a:gd name="connsiteX14" fmla="*/ 1054261 w 1498885"/>
              <a:gd name="connsiteY14" fmla="*/ 761800 h 1412736"/>
              <a:gd name="connsiteX15" fmla="*/ 1110072 w 1498885"/>
              <a:gd name="connsiteY15" fmla="*/ 705989 h 1412736"/>
              <a:gd name="connsiteX16" fmla="*/ 1332012 w 1498885"/>
              <a:gd name="connsiteY16" fmla="*/ 151093 h 1412736"/>
              <a:gd name="connsiteX17" fmla="*/ 1371451 w 1498885"/>
              <a:gd name="connsiteY17" fmla="*/ 167418 h 1412736"/>
              <a:gd name="connsiteX18" fmla="*/ 1371451 w 1498885"/>
              <a:gd name="connsiteY18" fmla="*/ 246297 h 1412736"/>
              <a:gd name="connsiteX19" fmla="*/ 1149511 w 1498885"/>
              <a:gd name="connsiteY19" fmla="*/ 468236 h 1412736"/>
              <a:gd name="connsiteX20" fmla="*/ 1110072 w 1498885"/>
              <a:gd name="connsiteY20" fmla="*/ 484608 h 1412736"/>
              <a:gd name="connsiteX21" fmla="*/ 1070632 w 1498885"/>
              <a:gd name="connsiteY21" fmla="*/ 468236 h 1412736"/>
              <a:gd name="connsiteX22" fmla="*/ 1070632 w 1498885"/>
              <a:gd name="connsiteY22" fmla="*/ 389358 h 1412736"/>
              <a:gd name="connsiteX23" fmla="*/ 1292572 w 1498885"/>
              <a:gd name="connsiteY23" fmla="*/ 167418 h 1412736"/>
              <a:gd name="connsiteX24" fmla="*/ 1332012 w 1498885"/>
              <a:gd name="connsiteY24" fmla="*/ 151093 h 1412736"/>
              <a:gd name="connsiteX25" fmla="*/ 709724 w 1498885"/>
              <a:gd name="connsiteY25" fmla="*/ 111607 h 1412736"/>
              <a:gd name="connsiteX26" fmla="*/ 649635 w 1498885"/>
              <a:gd name="connsiteY26" fmla="*/ 127420 h 1412736"/>
              <a:gd name="connsiteX27" fmla="*/ 174129 w 1498885"/>
              <a:gd name="connsiteY27" fmla="*/ 394752 h 1412736"/>
              <a:gd name="connsiteX28" fmla="*/ 111621 w 1498885"/>
              <a:gd name="connsiteY28" fmla="*/ 501536 h 1412736"/>
              <a:gd name="connsiteX29" fmla="*/ 111621 w 1498885"/>
              <a:gd name="connsiteY29" fmla="*/ 910814 h 1412736"/>
              <a:gd name="connsiteX30" fmla="*/ 174129 w 1498885"/>
              <a:gd name="connsiteY30" fmla="*/ 1017598 h 1412736"/>
              <a:gd name="connsiteX31" fmla="*/ 649821 w 1498885"/>
              <a:gd name="connsiteY31" fmla="*/ 1284930 h 1412736"/>
              <a:gd name="connsiteX32" fmla="*/ 771674 w 1498885"/>
              <a:gd name="connsiteY32" fmla="*/ 1283814 h 1412736"/>
              <a:gd name="connsiteX33" fmla="*/ 832321 w 1498885"/>
              <a:gd name="connsiteY33" fmla="*/ 1178146 h 1412736"/>
              <a:gd name="connsiteX34" fmla="*/ 832321 w 1498885"/>
              <a:gd name="connsiteY34" fmla="*/ 234204 h 1412736"/>
              <a:gd name="connsiteX35" fmla="*/ 771674 w 1498885"/>
              <a:gd name="connsiteY35" fmla="*/ 128536 h 1412736"/>
              <a:gd name="connsiteX36" fmla="*/ 709724 w 1498885"/>
              <a:gd name="connsiteY36" fmla="*/ 111607 h 1412736"/>
              <a:gd name="connsiteX37" fmla="*/ 711864 w 1498885"/>
              <a:gd name="connsiteY37" fmla="*/ 9 h 1412736"/>
              <a:gd name="connsiteX38" fmla="*/ 828043 w 1498885"/>
              <a:gd name="connsiteY38" fmla="*/ 32356 h 1412736"/>
              <a:gd name="connsiteX39" fmla="*/ 943942 w 1498885"/>
              <a:gd name="connsiteY39" fmla="*/ 234390 h 1412736"/>
              <a:gd name="connsiteX40" fmla="*/ 943942 w 1498885"/>
              <a:gd name="connsiteY40" fmla="*/ 1178518 h 1412736"/>
              <a:gd name="connsiteX41" fmla="*/ 828043 w 1498885"/>
              <a:gd name="connsiteY41" fmla="*/ 1380552 h 1412736"/>
              <a:gd name="connsiteX42" fmla="*/ 709910 w 1498885"/>
              <a:gd name="connsiteY42" fmla="*/ 1412736 h 1412736"/>
              <a:gd name="connsiteX43" fmla="*/ 595126 w 1498885"/>
              <a:gd name="connsiteY43" fmla="*/ 1382413 h 1412736"/>
              <a:gd name="connsiteX44" fmla="*/ 119435 w 1498885"/>
              <a:gd name="connsiteY44" fmla="*/ 1115080 h 1412736"/>
              <a:gd name="connsiteX45" fmla="*/ 0 w 1498885"/>
              <a:gd name="connsiteY45" fmla="*/ 911000 h 1412736"/>
              <a:gd name="connsiteX46" fmla="*/ 0 w 1498885"/>
              <a:gd name="connsiteY46" fmla="*/ 501722 h 1412736"/>
              <a:gd name="connsiteX47" fmla="*/ 119435 w 1498885"/>
              <a:gd name="connsiteY47" fmla="*/ 297642 h 1412736"/>
              <a:gd name="connsiteX48" fmla="*/ 595126 w 1498885"/>
              <a:gd name="connsiteY48" fmla="*/ 30309 h 1412736"/>
              <a:gd name="connsiteX49" fmla="*/ 711864 w 1498885"/>
              <a:gd name="connsiteY49" fmla="*/ 9 h 1412736"/>
            </a:gdLst>
            <a:ahLst/>
            <a:cxnLst/>
            <a:rect l="l" t="t" r="r" b="b"/>
            <a:pathLst>
              <a:path w="1498885" h="1412736">
                <a:moveTo>
                  <a:pt x="1110072" y="1039039"/>
                </a:moveTo>
                <a:cubicBezTo>
                  <a:pt x="1124350" y="1039039"/>
                  <a:pt x="1138628" y="1044480"/>
                  <a:pt x="1149511" y="1055363"/>
                </a:cubicBezTo>
                <a:lnTo>
                  <a:pt x="1371451" y="1277303"/>
                </a:lnTo>
                <a:cubicBezTo>
                  <a:pt x="1393217" y="1299070"/>
                  <a:pt x="1393217" y="1334416"/>
                  <a:pt x="1371451" y="1356182"/>
                </a:cubicBezTo>
                <a:cubicBezTo>
                  <a:pt x="1360661" y="1366972"/>
                  <a:pt x="1346336" y="1372553"/>
                  <a:pt x="1332012" y="1372553"/>
                </a:cubicBezTo>
                <a:cubicBezTo>
                  <a:pt x="1317687" y="1372553"/>
                  <a:pt x="1303362" y="1367158"/>
                  <a:pt x="1292572" y="1356182"/>
                </a:cubicBezTo>
                <a:lnTo>
                  <a:pt x="1070632" y="1134242"/>
                </a:lnTo>
                <a:cubicBezTo>
                  <a:pt x="1048866" y="1112476"/>
                  <a:pt x="1048866" y="1077130"/>
                  <a:pt x="1070632" y="1055363"/>
                </a:cubicBezTo>
                <a:cubicBezTo>
                  <a:pt x="1081515" y="1044480"/>
                  <a:pt x="1095793" y="1039039"/>
                  <a:pt x="1110072" y="1039039"/>
                </a:cubicBezTo>
                <a:close/>
                <a:moveTo>
                  <a:pt x="1110072" y="705989"/>
                </a:moveTo>
                <a:lnTo>
                  <a:pt x="1443075" y="705989"/>
                </a:lnTo>
                <a:cubicBezTo>
                  <a:pt x="1473956" y="705989"/>
                  <a:pt x="1498885" y="730918"/>
                  <a:pt x="1498885" y="761800"/>
                </a:cubicBezTo>
                <a:cubicBezTo>
                  <a:pt x="1498885" y="792682"/>
                  <a:pt x="1473770" y="817611"/>
                  <a:pt x="1443075" y="817611"/>
                </a:cubicBezTo>
                <a:lnTo>
                  <a:pt x="1110072" y="817611"/>
                </a:lnTo>
                <a:cubicBezTo>
                  <a:pt x="1079190" y="817611"/>
                  <a:pt x="1054261" y="792682"/>
                  <a:pt x="1054261" y="761800"/>
                </a:cubicBezTo>
                <a:cubicBezTo>
                  <a:pt x="1054261" y="730918"/>
                  <a:pt x="1079190" y="705989"/>
                  <a:pt x="1110072" y="705989"/>
                </a:cubicBezTo>
                <a:close/>
                <a:moveTo>
                  <a:pt x="1332012" y="151093"/>
                </a:moveTo>
                <a:cubicBezTo>
                  <a:pt x="1346290" y="151093"/>
                  <a:pt x="1360568" y="156535"/>
                  <a:pt x="1371451" y="167418"/>
                </a:cubicBezTo>
                <a:cubicBezTo>
                  <a:pt x="1393217" y="189184"/>
                  <a:pt x="1393217" y="224530"/>
                  <a:pt x="1371451" y="246297"/>
                </a:cubicBezTo>
                <a:lnTo>
                  <a:pt x="1149511" y="468236"/>
                </a:lnTo>
                <a:cubicBezTo>
                  <a:pt x="1138721" y="479213"/>
                  <a:pt x="1124396" y="484608"/>
                  <a:pt x="1110072" y="484608"/>
                </a:cubicBezTo>
                <a:cubicBezTo>
                  <a:pt x="1095747" y="484608"/>
                  <a:pt x="1081422" y="479213"/>
                  <a:pt x="1070632" y="468236"/>
                </a:cubicBezTo>
                <a:cubicBezTo>
                  <a:pt x="1048866" y="446470"/>
                  <a:pt x="1048866" y="411124"/>
                  <a:pt x="1070632" y="389358"/>
                </a:cubicBezTo>
                <a:lnTo>
                  <a:pt x="1292572" y="167418"/>
                </a:lnTo>
                <a:cubicBezTo>
                  <a:pt x="1303455" y="156535"/>
                  <a:pt x="1317733" y="151093"/>
                  <a:pt x="1332012" y="151093"/>
                </a:cubicBezTo>
                <a:close/>
                <a:moveTo>
                  <a:pt x="709724" y="111607"/>
                </a:moveTo>
                <a:cubicBezTo>
                  <a:pt x="689074" y="111607"/>
                  <a:pt x="668610" y="116816"/>
                  <a:pt x="649635" y="127420"/>
                </a:cubicBezTo>
                <a:lnTo>
                  <a:pt x="174129" y="394752"/>
                </a:lnTo>
                <a:cubicBezTo>
                  <a:pt x="135620" y="416332"/>
                  <a:pt x="111621" y="457260"/>
                  <a:pt x="111621" y="501536"/>
                </a:cubicBezTo>
                <a:lnTo>
                  <a:pt x="111621" y="910814"/>
                </a:lnTo>
                <a:cubicBezTo>
                  <a:pt x="111621" y="955090"/>
                  <a:pt x="135620" y="996018"/>
                  <a:pt x="174129" y="1017598"/>
                </a:cubicBezTo>
                <a:lnTo>
                  <a:pt x="649821" y="1284930"/>
                </a:lnTo>
                <a:cubicBezTo>
                  <a:pt x="688144" y="1306510"/>
                  <a:pt x="733723" y="1306138"/>
                  <a:pt x="771674" y="1283814"/>
                </a:cubicBezTo>
                <a:cubicBezTo>
                  <a:pt x="809625" y="1261676"/>
                  <a:pt x="832321" y="1222050"/>
                  <a:pt x="832321" y="1178146"/>
                </a:cubicBezTo>
                <a:lnTo>
                  <a:pt x="832321" y="234204"/>
                </a:lnTo>
                <a:cubicBezTo>
                  <a:pt x="832321" y="190113"/>
                  <a:pt x="809625" y="150674"/>
                  <a:pt x="771674" y="128536"/>
                </a:cubicBezTo>
                <a:cubicBezTo>
                  <a:pt x="752326" y="117188"/>
                  <a:pt x="731118" y="111607"/>
                  <a:pt x="709724" y="111607"/>
                </a:cubicBezTo>
                <a:close/>
                <a:moveTo>
                  <a:pt x="711864" y="9"/>
                </a:moveTo>
                <a:cubicBezTo>
                  <a:pt x="751861" y="358"/>
                  <a:pt x="791766" y="11148"/>
                  <a:pt x="828043" y="32356"/>
                </a:cubicBezTo>
                <a:cubicBezTo>
                  <a:pt x="900596" y="74772"/>
                  <a:pt x="943942" y="150302"/>
                  <a:pt x="943942" y="234390"/>
                </a:cubicBezTo>
                <a:lnTo>
                  <a:pt x="943942" y="1178518"/>
                </a:lnTo>
                <a:cubicBezTo>
                  <a:pt x="943942" y="1262606"/>
                  <a:pt x="900596" y="1338136"/>
                  <a:pt x="828043" y="1380552"/>
                </a:cubicBezTo>
                <a:cubicBezTo>
                  <a:pt x="791208" y="1401946"/>
                  <a:pt x="750466" y="1412736"/>
                  <a:pt x="709910" y="1412736"/>
                </a:cubicBezTo>
                <a:cubicBezTo>
                  <a:pt x="670471" y="1412736"/>
                  <a:pt x="631217" y="1402691"/>
                  <a:pt x="595126" y="1382413"/>
                </a:cubicBezTo>
                <a:lnTo>
                  <a:pt x="119435" y="1115080"/>
                </a:lnTo>
                <a:cubicBezTo>
                  <a:pt x="45765" y="1073594"/>
                  <a:pt x="0" y="995460"/>
                  <a:pt x="0" y="911000"/>
                </a:cubicBezTo>
                <a:lnTo>
                  <a:pt x="0" y="501722"/>
                </a:lnTo>
                <a:cubicBezTo>
                  <a:pt x="0" y="417262"/>
                  <a:pt x="45765" y="338942"/>
                  <a:pt x="119435" y="297642"/>
                </a:cubicBezTo>
                <a:lnTo>
                  <a:pt x="595126" y="30309"/>
                </a:lnTo>
                <a:cubicBezTo>
                  <a:pt x="631775" y="9752"/>
                  <a:pt x="671866" y="-340"/>
                  <a:pt x="711864" y="9"/>
                </a:cubicBezTo>
                <a:close/>
              </a:path>
            </a:pathLst>
          </a:custGeom>
          <a:solidFill>
            <a:schemeClr val="tx1">
              <a:lumMod val="85000"/>
              <a:lumOff val="15000"/>
            </a:schemeClr>
          </a:solidFill>
          <a:ln w="12700" cap="sq">
            <a:noFill/>
            <a:miter/>
          </a:ln>
        </p:spPr>
        <p:txBody>
          <a:bodyPr vert="horz" wrap="square" lIns="91440" tIns="45720" rIns="91440" bIns="45720" rtlCol="0" anchor="ctr"/>
          <a:lstStyle/>
          <a:p>
            <a:pPr algn="ctr"/>
            <a:endParaRPr kumimoji="1" lang="zh-CN" altLang="en-US"/>
          </a:p>
        </p:txBody>
      </p:sp>
      <p:sp>
        <p:nvSpPr>
          <p:cNvPr id="12" name="标题 1"/>
          <p:cNvSpPr txBox="1"/>
          <p:nvPr/>
        </p:nvSpPr>
        <p:spPr>
          <a:xfrm>
            <a:off x="1772651" y="773905"/>
            <a:ext cx="254757" cy="254795"/>
          </a:xfrm>
          <a:custGeom>
            <a:avLst/>
            <a:gdLst>
              <a:gd name="connsiteX0" fmla="*/ 669168 w 1599855"/>
              <a:gd name="connsiteY0" fmla="*/ 111621 h 1600088"/>
              <a:gd name="connsiteX1" fmla="*/ 886086 w 1599855"/>
              <a:gd name="connsiteY1" fmla="*/ 155339 h 1600088"/>
              <a:gd name="connsiteX2" fmla="*/ 1063377 w 1599855"/>
              <a:gd name="connsiteY2" fmla="*/ 274960 h 1600088"/>
              <a:gd name="connsiteX3" fmla="*/ 1182998 w 1599855"/>
              <a:gd name="connsiteY3" fmla="*/ 452251 h 1600088"/>
              <a:gd name="connsiteX4" fmla="*/ 1226716 w 1599855"/>
              <a:gd name="connsiteY4" fmla="*/ 669168 h 1600088"/>
              <a:gd name="connsiteX5" fmla="*/ 1182998 w 1599855"/>
              <a:gd name="connsiteY5" fmla="*/ 886085 h 1600088"/>
              <a:gd name="connsiteX6" fmla="*/ 1063377 w 1599855"/>
              <a:gd name="connsiteY6" fmla="*/ 1063377 h 1600088"/>
              <a:gd name="connsiteX7" fmla="*/ 886086 w 1599855"/>
              <a:gd name="connsiteY7" fmla="*/ 1182998 h 1600088"/>
              <a:gd name="connsiteX8" fmla="*/ 669168 w 1599855"/>
              <a:gd name="connsiteY8" fmla="*/ 1226716 h 1600088"/>
              <a:gd name="connsiteX9" fmla="*/ 452251 w 1599855"/>
              <a:gd name="connsiteY9" fmla="*/ 1182998 h 1600088"/>
              <a:gd name="connsiteX10" fmla="*/ 274960 w 1599855"/>
              <a:gd name="connsiteY10" fmla="*/ 1063377 h 1600088"/>
              <a:gd name="connsiteX11" fmla="*/ 155339 w 1599855"/>
              <a:gd name="connsiteY11" fmla="*/ 886085 h 1600088"/>
              <a:gd name="connsiteX12" fmla="*/ 111621 w 1599855"/>
              <a:gd name="connsiteY12" fmla="*/ 669168 h 1600088"/>
              <a:gd name="connsiteX13" fmla="*/ 155339 w 1599855"/>
              <a:gd name="connsiteY13" fmla="*/ 452251 h 1600088"/>
              <a:gd name="connsiteX14" fmla="*/ 274960 w 1599855"/>
              <a:gd name="connsiteY14" fmla="*/ 274960 h 1600088"/>
              <a:gd name="connsiteX15" fmla="*/ 452251 w 1599855"/>
              <a:gd name="connsiteY15" fmla="*/ 155339 h 1600088"/>
              <a:gd name="connsiteX16" fmla="*/ 669168 w 1599855"/>
              <a:gd name="connsiteY16" fmla="*/ 111621 h 1600088"/>
              <a:gd name="connsiteX17" fmla="*/ 669168 w 1599855"/>
              <a:gd name="connsiteY17" fmla="*/ 0 h 1600088"/>
              <a:gd name="connsiteX18" fmla="*/ 0 w 1599855"/>
              <a:gd name="connsiteY18" fmla="*/ 669168 h 1600088"/>
              <a:gd name="connsiteX19" fmla="*/ 669168 w 1599855"/>
              <a:gd name="connsiteY19" fmla="*/ 1338337 h 1600088"/>
              <a:gd name="connsiteX20" fmla="*/ 1338337 w 1599855"/>
              <a:gd name="connsiteY20" fmla="*/ 669168 h 1600088"/>
              <a:gd name="connsiteX21" fmla="*/ 669168 w 1599855"/>
              <a:gd name="connsiteY21" fmla="*/ 0 h 1600088"/>
              <a:gd name="connsiteX22" fmla="*/ 1544278 w 1599855"/>
              <a:gd name="connsiteY22" fmla="*/ 1600088 h 1600088"/>
              <a:gd name="connsiteX23" fmla="*/ 1504838 w 1599855"/>
              <a:gd name="connsiteY23" fmla="*/ 1583717 h 1600088"/>
              <a:gd name="connsiteX24" fmla="*/ 1247366 w 1599855"/>
              <a:gd name="connsiteY24" fmla="*/ 1326431 h 1600088"/>
              <a:gd name="connsiteX25" fmla="*/ 1247366 w 1599855"/>
              <a:gd name="connsiteY25" fmla="*/ 1247552 h 1600088"/>
              <a:gd name="connsiteX26" fmla="*/ 1326245 w 1599855"/>
              <a:gd name="connsiteY26" fmla="*/ 1247552 h 1600088"/>
              <a:gd name="connsiteX27" fmla="*/ 1583531 w 1599855"/>
              <a:gd name="connsiteY27" fmla="*/ 1504838 h 1600088"/>
              <a:gd name="connsiteX28" fmla="*/ 1583531 w 1599855"/>
              <a:gd name="connsiteY28" fmla="*/ 1583717 h 1600088"/>
              <a:gd name="connsiteX29" fmla="*/ 1544278 w 1599855"/>
              <a:gd name="connsiteY29" fmla="*/ 1600088 h 1600088"/>
            </a:gdLst>
            <a:ahLst/>
            <a:cxnLst/>
            <a:rect l="l" t="t" r="r" b="b"/>
            <a:pathLst>
              <a:path w="1599855" h="1600088">
                <a:moveTo>
                  <a:pt x="669168" y="111621"/>
                </a:moveTo>
                <a:cubicBezTo>
                  <a:pt x="744513" y="111621"/>
                  <a:pt x="817438" y="126318"/>
                  <a:pt x="886086" y="155339"/>
                </a:cubicBezTo>
                <a:cubicBezTo>
                  <a:pt x="952500" y="183431"/>
                  <a:pt x="1012031" y="223614"/>
                  <a:pt x="1063377" y="274960"/>
                </a:cubicBezTo>
                <a:cubicBezTo>
                  <a:pt x="1114537" y="326120"/>
                  <a:pt x="1154906" y="385837"/>
                  <a:pt x="1182998" y="452251"/>
                </a:cubicBezTo>
                <a:cubicBezTo>
                  <a:pt x="1212019" y="520898"/>
                  <a:pt x="1226716" y="594010"/>
                  <a:pt x="1226716" y="669168"/>
                </a:cubicBezTo>
                <a:cubicBezTo>
                  <a:pt x="1226716" y="744327"/>
                  <a:pt x="1212019" y="817438"/>
                  <a:pt x="1182998" y="886085"/>
                </a:cubicBezTo>
                <a:cubicBezTo>
                  <a:pt x="1154906" y="952500"/>
                  <a:pt x="1114723" y="1012031"/>
                  <a:pt x="1063377" y="1063377"/>
                </a:cubicBezTo>
                <a:cubicBezTo>
                  <a:pt x="1012217" y="1114537"/>
                  <a:pt x="952500" y="1154906"/>
                  <a:pt x="886086" y="1182998"/>
                </a:cubicBezTo>
                <a:cubicBezTo>
                  <a:pt x="817438" y="1212019"/>
                  <a:pt x="744327" y="1226716"/>
                  <a:pt x="669168" y="1226716"/>
                </a:cubicBezTo>
                <a:cubicBezTo>
                  <a:pt x="594010" y="1226716"/>
                  <a:pt x="520898" y="1212019"/>
                  <a:pt x="452251" y="1182998"/>
                </a:cubicBezTo>
                <a:cubicBezTo>
                  <a:pt x="385837" y="1154906"/>
                  <a:pt x="326306" y="1114723"/>
                  <a:pt x="274960" y="1063377"/>
                </a:cubicBezTo>
                <a:cubicBezTo>
                  <a:pt x="223800" y="1012217"/>
                  <a:pt x="183431" y="952500"/>
                  <a:pt x="155339" y="886085"/>
                </a:cubicBezTo>
                <a:cubicBezTo>
                  <a:pt x="126318" y="817438"/>
                  <a:pt x="111621" y="744327"/>
                  <a:pt x="111621" y="669168"/>
                </a:cubicBezTo>
                <a:cubicBezTo>
                  <a:pt x="111621" y="594010"/>
                  <a:pt x="126318" y="520898"/>
                  <a:pt x="155339" y="452251"/>
                </a:cubicBezTo>
                <a:cubicBezTo>
                  <a:pt x="183431" y="385837"/>
                  <a:pt x="223614" y="326306"/>
                  <a:pt x="274960" y="274960"/>
                </a:cubicBezTo>
                <a:cubicBezTo>
                  <a:pt x="326306" y="223614"/>
                  <a:pt x="385837" y="183431"/>
                  <a:pt x="452251" y="155339"/>
                </a:cubicBezTo>
                <a:cubicBezTo>
                  <a:pt x="520898" y="126318"/>
                  <a:pt x="593824" y="111621"/>
                  <a:pt x="669168" y="111621"/>
                </a:cubicBezTo>
                <a:moveTo>
                  <a:pt x="669168" y="0"/>
                </a:moveTo>
                <a:cubicBezTo>
                  <a:pt x="299517" y="0"/>
                  <a:pt x="0" y="299517"/>
                  <a:pt x="0" y="669168"/>
                </a:cubicBezTo>
                <a:cubicBezTo>
                  <a:pt x="0" y="1038820"/>
                  <a:pt x="299517" y="1338337"/>
                  <a:pt x="669168" y="1338337"/>
                </a:cubicBezTo>
                <a:cubicBezTo>
                  <a:pt x="1038820" y="1338337"/>
                  <a:pt x="1338337" y="1038820"/>
                  <a:pt x="1338337" y="669168"/>
                </a:cubicBezTo>
                <a:cubicBezTo>
                  <a:pt x="1338337" y="299703"/>
                  <a:pt x="1038820" y="0"/>
                  <a:pt x="669168" y="0"/>
                </a:cubicBezTo>
                <a:close/>
                <a:moveTo>
                  <a:pt x="1544278" y="1600088"/>
                </a:moveTo>
                <a:cubicBezTo>
                  <a:pt x="1529953" y="1600088"/>
                  <a:pt x="1515628" y="1594693"/>
                  <a:pt x="1504838" y="1583717"/>
                </a:cubicBezTo>
                <a:lnTo>
                  <a:pt x="1247366" y="1326431"/>
                </a:lnTo>
                <a:cubicBezTo>
                  <a:pt x="1225600" y="1304665"/>
                  <a:pt x="1225600" y="1269318"/>
                  <a:pt x="1247366" y="1247552"/>
                </a:cubicBezTo>
                <a:cubicBezTo>
                  <a:pt x="1269132" y="1225786"/>
                  <a:pt x="1304479" y="1225786"/>
                  <a:pt x="1326245" y="1247552"/>
                </a:cubicBezTo>
                <a:lnTo>
                  <a:pt x="1583531" y="1504838"/>
                </a:lnTo>
                <a:cubicBezTo>
                  <a:pt x="1605297" y="1526605"/>
                  <a:pt x="1605297" y="1561951"/>
                  <a:pt x="1583531" y="1583717"/>
                </a:cubicBezTo>
                <a:cubicBezTo>
                  <a:pt x="1572927" y="1594693"/>
                  <a:pt x="1558603" y="1600088"/>
                  <a:pt x="1544278" y="1600088"/>
                </a:cubicBezTo>
                <a:close/>
              </a:path>
            </a:pathLst>
          </a:custGeom>
          <a:solidFill>
            <a:schemeClr val="tx1">
              <a:lumMod val="85000"/>
              <a:lumOff val="15000"/>
            </a:schemeClr>
          </a:solidFill>
          <a:ln w="12700" cap="sq">
            <a:noFill/>
            <a:miter/>
          </a:ln>
        </p:spPr>
        <p:txBody>
          <a:bodyPr vert="horz" wrap="square" lIns="91440" tIns="45720" rIns="91440" bIns="45720" rtlCol="0" anchor="ctr"/>
          <a:lstStyle/>
          <a:p>
            <a:pPr algn="ctr"/>
            <a:endParaRPr kumimoji="1" lang="zh-CN" altLang="en-US"/>
          </a:p>
        </p:txBody>
      </p:sp>
      <p:sp>
        <p:nvSpPr>
          <p:cNvPr id="14" name="标题 1"/>
          <p:cNvSpPr txBox="1"/>
          <p:nvPr/>
        </p:nvSpPr>
        <p:spPr>
          <a:xfrm>
            <a:off x="0" y="0"/>
            <a:ext cx="482600" cy="6870700"/>
          </a:xfrm>
          <a:prstGeom prst="rect">
            <a:avLst/>
          </a:prstGeom>
          <a:solidFill>
            <a:srgbClr val="C53645">
              <a:alpha val="100000"/>
            </a:srgbClr>
          </a:solidFill>
        </p:spPr>
        <p:txBody>
          <a:bodyPr vert="horz" wrap="square" lIns="0" tIns="0" rIns="0" bIns="0" rtlCol="0" anchor="ctr"/>
          <a:lstStyle/>
          <a:p>
            <a:pPr algn="ctr"/>
            <a:endParaRPr kumimoji="1" lang="zh-CN" altLang="en-US"/>
          </a:p>
        </p:txBody>
      </p:sp>
      <p:pic>
        <p:nvPicPr>
          <p:cNvPr id="3" name="Imagen 2">
            <a:extLst>
              <a:ext uri="{FF2B5EF4-FFF2-40B4-BE49-F238E27FC236}">
                <a16:creationId xmlns:a16="http://schemas.microsoft.com/office/drawing/2014/main" id="{39110A09-2D0F-AAED-52F4-1A4D50FACB3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标题 1"/>
          <p:cNvSpPr txBox="1"/>
          <p:nvPr/>
        </p:nvSpPr>
        <p:spPr>
          <a:xfrm>
            <a:off x="660399" y="1081710"/>
            <a:ext cx="7834671" cy="1015663"/>
          </a:xfrm>
          <a:prstGeom prst="rect">
            <a:avLst/>
          </a:prstGeom>
          <a:noFill/>
          <a:ln>
            <a:noFill/>
          </a:ln>
        </p:spPr>
        <p:txBody>
          <a:bodyPr vert="horz" wrap="square" lIns="0" tIns="0" rIns="0" bIns="0" rtlCol="0" anchor="t"/>
          <a:lstStyle/>
          <a:p>
            <a:pPr algn="l"/>
            <a:r>
              <a:rPr kumimoji="1" lang="en-US" altLang="zh-CN" sz="7200" dirty="0">
                <a:ln w="12700">
                  <a:noFill/>
                </a:ln>
                <a:solidFill>
                  <a:srgbClr val="C53645">
                    <a:alpha val="100000"/>
                  </a:srgbClr>
                </a:solidFill>
                <a:latin typeface="poppins-bold"/>
                <a:ea typeface="poppins-bold"/>
                <a:cs typeface="poppins-bold"/>
              </a:rPr>
              <a:t>CONTENIDO</a:t>
            </a:r>
            <a:endParaRPr kumimoji="1" lang="zh-CN" altLang="en-US" dirty="0"/>
          </a:p>
        </p:txBody>
      </p:sp>
      <p:sp>
        <p:nvSpPr>
          <p:cNvPr id="4" name="标题 1"/>
          <p:cNvSpPr txBox="1"/>
          <p:nvPr/>
        </p:nvSpPr>
        <p:spPr>
          <a:xfrm>
            <a:off x="8156409" y="2707374"/>
            <a:ext cx="3033599" cy="3276600"/>
          </a:xfrm>
          <a:prstGeom prst="roundRect">
            <a:avLst/>
          </a:prstGeom>
          <a:solidFill>
            <a:schemeClr val="bg1"/>
          </a:solidFill>
          <a:ln w="12700" cap="sq">
            <a:solidFill>
              <a:schemeClr val="bg1"/>
            </a:solidFill>
            <a:miter/>
          </a:ln>
        </p:spPr>
        <p:txBody>
          <a:bodyPr vert="horz" wrap="square" lIns="0" tIns="0" rIns="0" bIns="0" rtlCol="0" anchor="ctr"/>
          <a:lstStyle/>
          <a:p>
            <a:pPr algn="ctr"/>
            <a:endParaRPr kumimoji="1" lang="zh-CN" altLang="en-US"/>
          </a:p>
        </p:txBody>
      </p:sp>
      <p:sp>
        <p:nvSpPr>
          <p:cNvPr id="5" name="标题 1"/>
          <p:cNvSpPr txBox="1"/>
          <p:nvPr/>
        </p:nvSpPr>
        <p:spPr>
          <a:xfrm>
            <a:off x="8286729" y="3973701"/>
            <a:ext cx="2781427" cy="1485404"/>
          </a:xfrm>
          <a:prstGeom prst="rect">
            <a:avLst/>
          </a:prstGeom>
          <a:noFill/>
          <a:ln>
            <a:noFill/>
          </a:ln>
        </p:spPr>
        <p:txBody>
          <a:bodyPr vert="horz" wrap="square" lIns="0" tIns="0" rIns="0" bIns="0" rtlCol="0" anchor="t"/>
          <a:lstStyle/>
          <a:p>
            <a:pPr algn="ctr"/>
            <a:r>
              <a:rPr kumimoji="1" lang="en-US" altLang="zh-CN" sz="2000">
                <a:ln w="12700">
                  <a:noFill/>
                </a:ln>
                <a:solidFill>
                  <a:srgbClr val="000000">
                    <a:alpha val="100000"/>
                  </a:srgbClr>
                </a:solidFill>
                <a:latin typeface="Poppins"/>
                <a:ea typeface="Poppins"/>
                <a:cs typeface="Poppins"/>
              </a:rPr>
              <a:t>Casos Prácticos</a:t>
            </a:r>
            <a:endParaRPr kumimoji="1" lang="zh-CN" altLang="en-US"/>
          </a:p>
        </p:txBody>
      </p:sp>
      <p:sp>
        <p:nvSpPr>
          <p:cNvPr id="6" name="标题 1"/>
          <p:cNvSpPr txBox="1"/>
          <p:nvPr/>
        </p:nvSpPr>
        <p:spPr>
          <a:xfrm>
            <a:off x="9166231" y="2857043"/>
            <a:ext cx="1013954" cy="1013954"/>
          </a:xfrm>
          <a:prstGeom prst="ellipse">
            <a:avLst/>
          </a:prstGeom>
          <a:gradFill>
            <a:gsLst>
              <a:gs pos="0">
                <a:schemeClr val="accent1"/>
              </a:gs>
              <a:gs pos="100000">
                <a:schemeClr val="accent1">
                  <a:lumMod val="40000"/>
                  <a:lumOff val="60000"/>
                </a:schemeClr>
              </a:gs>
            </a:gsLst>
            <a:lin ang="1800000" scaled="0"/>
          </a:gradFill>
          <a:ln w="12700" cap="sq">
            <a:noFill/>
            <a:miter/>
          </a:ln>
        </p:spPr>
        <p:txBody>
          <a:bodyPr vert="horz" wrap="square" lIns="0" tIns="0" rIns="0" bIns="0" rtlCol="0" anchor="ctr"/>
          <a:lstStyle/>
          <a:p>
            <a:pPr algn="ctr"/>
            <a:endParaRPr kumimoji="1" lang="zh-CN" altLang="en-US"/>
          </a:p>
        </p:txBody>
      </p:sp>
      <p:sp>
        <p:nvSpPr>
          <p:cNvPr id="7" name="标题 1"/>
          <p:cNvSpPr txBox="1"/>
          <p:nvPr/>
        </p:nvSpPr>
        <p:spPr>
          <a:xfrm>
            <a:off x="9059766" y="2699227"/>
            <a:ext cx="1226884" cy="1329587"/>
          </a:xfrm>
          <a:prstGeom prst="rect">
            <a:avLst/>
          </a:prstGeom>
          <a:noFill/>
          <a:ln>
            <a:noFill/>
          </a:ln>
        </p:spPr>
        <p:txBody>
          <a:bodyPr vert="horz" wrap="square" lIns="0" tIns="0" rIns="0" bIns="0" rtlCol="0" anchor="ctr"/>
          <a:lstStyle/>
          <a:p>
            <a:pPr algn="ctr"/>
            <a:r>
              <a:rPr kumimoji="1" lang="en-US" altLang="zh-CN" sz="4000">
                <a:ln w="12700">
                  <a:noFill/>
                </a:ln>
                <a:solidFill>
                  <a:srgbClr val="FFFFFF">
                    <a:alpha val="100000"/>
                  </a:srgbClr>
                </a:solidFill>
                <a:latin typeface="poppins-bold"/>
                <a:ea typeface="poppins-bold"/>
                <a:cs typeface="poppins-bold"/>
              </a:rPr>
              <a:t>03</a:t>
            </a:r>
            <a:endParaRPr kumimoji="1" lang="zh-CN" altLang="en-US"/>
          </a:p>
        </p:txBody>
      </p:sp>
      <p:sp>
        <p:nvSpPr>
          <p:cNvPr id="8" name="标题 1"/>
          <p:cNvSpPr txBox="1"/>
          <p:nvPr/>
        </p:nvSpPr>
        <p:spPr>
          <a:xfrm>
            <a:off x="8681737" y="5793474"/>
            <a:ext cx="1991410" cy="212636"/>
          </a:xfrm>
          <a:prstGeom prst="round2SameRect">
            <a:avLst>
              <a:gd name="adj1" fmla="val 50000"/>
              <a:gd name="adj2" fmla="val 0"/>
            </a:avLst>
          </a:prstGeom>
          <a:solidFill>
            <a:schemeClr val="accent1"/>
          </a:solidFill>
          <a:ln w="12700" cap="sq">
            <a:noFill/>
            <a:miter/>
          </a:ln>
        </p:spPr>
        <p:txBody>
          <a:bodyPr vert="horz" wrap="square" lIns="0" tIns="0" rIns="0" bIns="0" rtlCol="0" anchor="ctr"/>
          <a:lstStyle/>
          <a:p>
            <a:pPr algn="ctr"/>
            <a:endParaRPr kumimoji="1" lang="zh-CN" altLang="en-US"/>
          </a:p>
        </p:txBody>
      </p:sp>
      <p:sp>
        <p:nvSpPr>
          <p:cNvPr id="9" name="标题 1"/>
          <p:cNvSpPr txBox="1"/>
          <p:nvPr/>
        </p:nvSpPr>
        <p:spPr>
          <a:xfrm>
            <a:off x="4581582" y="2707374"/>
            <a:ext cx="3033599" cy="3276600"/>
          </a:xfrm>
          <a:prstGeom prst="roundRect">
            <a:avLst/>
          </a:prstGeom>
          <a:solidFill>
            <a:schemeClr val="bg1"/>
          </a:solidFill>
          <a:ln w="12700" cap="sq">
            <a:solidFill>
              <a:schemeClr val="bg1"/>
            </a:solidFill>
            <a:miter/>
          </a:ln>
        </p:spPr>
        <p:txBody>
          <a:bodyPr vert="horz" wrap="square" lIns="0" tIns="0" rIns="0" bIns="0" rtlCol="0" anchor="ctr"/>
          <a:lstStyle/>
          <a:p>
            <a:pPr algn="ctr"/>
            <a:endParaRPr kumimoji="1" lang="zh-CN" altLang="en-US"/>
          </a:p>
        </p:txBody>
      </p:sp>
      <p:sp>
        <p:nvSpPr>
          <p:cNvPr id="10" name="标题 1"/>
          <p:cNvSpPr txBox="1"/>
          <p:nvPr/>
        </p:nvSpPr>
        <p:spPr>
          <a:xfrm>
            <a:off x="4709785" y="3973701"/>
            <a:ext cx="2781427" cy="1485404"/>
          </a:xfrm>
          <a:prstGeom prst="rect">
            <a:avLst/>
          </a:prstGeom>
          <a:noFill/>
          <a:ln>
            <a:noFill/>
          </a:ln>
        </p:spPr>
        <p:txBody>
          <a:bodyPr vert="horz" wrap="square" lIns="0" tIns="0" rIns="0" bIns="0" rtlCol="0" anchor="t"/>
          <a:lstStyle/>
          <a:p>
            <a:pPr algn="ctr"/>
            <a:r>
              <a:rPr kumimoji="1" lang="en-US" altLang="zh-CN" sz="2000">
                <a:ln w="12700">
                  <a:noFill/>
                </a:ln>
                <a:solidFill>
                  <a:srgbClr val="000000">
                    <a:alpha val="100000"/>
                  </a:srgbClr>
                </a:solidFill>
                <a:latin typeface="Poppins"/>
                <a:ea typeface="Poppins"/>
                <a:cs typeface="Poppins"/>
              </a:rPr>
              <a:t>Diseño y Control de Presupuestos de TI</a:t>
            </a:r>
            <a:endParaRPr kumimoji="1" lang="zh-CN" altLang="en-US"/>
          </a:p>
        </p:txBody>
      </p:sp>
      <p:sp>
        <p:nvSpPr>
          <p:cNvPr id="11" name="标题 1"/>
          <p:cNvSpPr txBox="1"/>
          <p:nvPr/>
        </p:nvSpPr>
        <p:spPr>
          <a:xfrm>
            <a:off x="5587552" y="2857043"/>
            <a:ext cx="1013954" cy="1013954"/>
          </a:xfrm>
          <a:prstGeom prst="ellipse">
            <a:avLst/>
          </a:prstGeom>
          <a:gradFill>
            <a:gsLst>
              <a:gs pos="0">
                <a:schemeClr val="accent1"/>
              </a:gs>
              <a:gs pos="100000">
                <a:schemeClr val="accent1">
                  <a:lumMod val="40000"/>
                  <a:lumOff val="60000"/>
                </a:schemeClr>
              </a:gs>
            </a:gsLst>
            <a:lin ang="1800000" scaled="0"/>
          </a:gradFill>
          <a:ln w="12700" cap="sq">
            <a:noFill/>
            <a:miter/>
          </a:ln>
        </p:spPr>
        <p:txBody>
          <a:bodyPr vert="horz" wrap="square" lIns="0" tIns="0" rIns="0" bIns="0" rtlCol="0" anchor="ctr"/>
          <a:lstStyle/>
          <a:p>
            <a:pPr algn="ctr"/>
            <a:endParaRPr kumimoji="1" lang="zh-CN" altLang="en-US"/>
          </a:p>
        </p:txBody>
      </p:sp>
      <p:sp>
        <p:nvSpPr>
          <p:cNvPr id="12" name="标题 1"/>
          <p:cNvSpPr txBox="1"/>
          <p:nvPr/>
        </p:nvSpPr>
        <p:spPr>
          <a:xfrm>
            <a:off x="5481087" y="2699227"/>
            <a:ext cx="1226884" cy="1329587"/>
          </a:xfrm>
          <a:prstGeom prst="rect">
            <a:avLst/>
          </a:prstGeom>
          <a:noFill/>
          <a:ln>
            <a:noFill/>
          </a:ln>
        </p:spPr>
        <p:txBody>
          <a:bodyPr vert="horz" wrap="square" lIns="0" tIns="0" rIns="0" bIns="0" rtlCol="0" anchor="ctr"/>
          <a:lstStyle/>
          <a:p>
            <a:pPr algn="ctr"/>
            <a:r>
              <a:rPr kumimoji="1" lang="en-US" altLang="zh-CN" sz="4000">
                <a:ln w="12700">
                  <a:noFill/>
                </a:ln>
                <a:solidFill>
                  <a:srgbClr val="FFFFFF">
                    <a:alpha val="100000"/>
                  </a:srgbClr>
                </a:solidFill>
                <a:latin typeface="poppins-bold"/>
                <a:ea typeface="poppins-bold"/>
                <a:cs typeface="poppins-bold"/>
              </a:rPr>
              <a:t>02</a:t>
            </a:r>
            <a:endParaRPr kumimoji="1" lang="zh-CN" altLang="en-US"/>
          </a:p>
        </p:txBody>
      </p:sp>
      <p:sp>
        <p:nvSpPr>
          <p:cNvPr id="13" name="标题 1"/>
          <p:cNvSpPr txBox="1"/>
          <p:nvPr/>
        </p:nvSpPr>
        <p:spPr>
          <a:xfrm>
            <a:off x="5104793" y="5793474"/>
            <a:ext cx="1991410" cy="212636"/>
          </a:xfrm>
          <a:prstGeom prst="round2SameRect">
            <a:avLst>
              <a:gd name="adj1" fmla="val 50000"/>
              <a:gd name="adj2" fmla="val 0"/>
            </a:avLst>
          </a:prstGeom>
          <a:solidFill>
            <a:schemeClr val="accent1"/>
          </a:solidFill>
          <a:ln w="12700" cap="sq">
            <a:noFill/>
            <a:miter/>
          </a:ln>
        </p:spPr>
        <p:txBody>
          <a:bodyPr vert="horz" wrap="square" lIns="0" tIns="0" rIns="0" bIns="0" rtlCol="0" anchor="ctr"/>
          <a:lstStyle/>
          <a:p>
            <a:pPr algn="ctr"/>
            <a:endParaRPr kumimoji="1" lang="zh-CN" altLang="en-US"/>
          </a:p>
        </p:txBody>
      </p:sp>
      <p:sp>
        <p:nvSpPr>
          <p:cNvPr id="14" name="标题 1"/>
          <p:cNvSpPr txBox="1"/>
          <p:nvPr/>
        </p:nvSpPr>
        <p:spPr>
          <a:xfrm>
            <a:off x="1006755" y="2707374"/>
            <a:ext cx="3033599" cy="3276600"/>
          </a:xfrm>
          <a:prstGeom prst="roundRect">
            <a:avLst/>
          </a:prstGeom>
          <a:solidFill>
            <a:schemeClr val="bg1"/>
          </a:solidFill>
          <a:ln w="12700" cap="sq">
            <a:solidFill>
              <a:schemeClr val="bg1"/>
            </a:solidFill>
            <a:miter/>
          </a:ln>
        </p:spPr>
        <p:txBody>
          <a:bodyPr vert="horz" wrap="square" lIns="0" tIns="0" rIns="0" bIns="0" rtlCol="0" anchor="ctr"/>
          <a:lstStyle/>
          <a:p>
            <a:pPr algn="ctr"/>
            <a:endParaRPr kumimoji="1" lang="zh-CN" altLang="en-US"/>
          </a:p>
        </p:txBody>
      </p:sp>
      <p:sp>
        <p:nvSpPr>
          <p:cNvPr id="15" name="标题 1"/>
          <p:cNvSpPr txBox="1"/>
          <p:nvPr/>
        </p:nvSpPr>
        <p:spPr>
          <a:xfrm>
            <a:off x="1132841" y="3973701"/>
            <a:ext cx="2781427" cy="1485404"/>
          </a:xfrm>
          <a:prstGeom prst="rect">
            <a:avLst/>
          </a:prstGeom>
          <a:noFill/>
          <a:ln>
            <a:noFill/>
          </a:ln>
        </p:spPr>
        <p:txBody>
          <a:bodyPr vert="horz" wrap="square" lIns="0" tIns="0" rIns="0" bIns="0" rtlCol="0" anchor="t"/>
          <a:lstStyle/>
          <a:p>
            <a:pPr algn="ctr"/>
            <a:r>
              <a:rPr kumimoji="1" lang="en-US" altLang="zh-CN" sz="2000">
                <a:ln w="12700">
                  <a:noFill/>
                </a:ln>
                <a:solidFill>
                  <a:srgbClr val="000000">
                    <a:alpha val="100000"/>
                  </a:srgbClr>
                </a:solidFill>
                <a:latin typeface="Poppins"/>
                <a:ea typeface="Poppins"/>
                <a:cs typeface="Poppins"/>
              </a:rPr>
              <a:t>Metodología para Elaborar un Plan Operativo (POA)</a:t>
            </a:r>
            <a:endParaRPr kumimoji="1" lang="zh-CN" altLang="en-US"/>
          </a:p>
        </p:txBody>
      </p:sp>
      <p:sp>
        <p:nvSpPr>
          <p:cNvPr id="16" name="标题 1"/>
          <p:cNvSpPr txBox="1"/>
          <p:nvPr/>
        </p:nvSpPr>
        <p:spPr>
          <a:xfrm>
            <a:off x="2016577" y="2857043"/>
            <a:ext cx="1013954" cy="1013954"/>
          </a:xfrm>
          <a:prstGeom prst="ellipse">
            <a:avLst/>
          </a:prstGeom>
          <a:gradFill>
            <a:gsLst>
              <a:gs pos="0">
                <a:schemeClr val="accent1"/>
              </a:gs>
              <a:gs pos="100000">
                <a:schemeClr val="accent1">
                  <a:lumMod val="40000"/>
                  <a:lumOff val="60000"/>
                </a:schemeClr>
              </a:gs>
            </a:gsLst>
            <a:lin ang="1800000" scaled="0"/>
          </a:gradFill>
          <a:ln w="12700" cap="sq">
            <a:noFill/>
            <a:miter/>
          </a:ln>
        </p:spPr>
        <p:txBody>
          <a:bodyPr vert="horz" wrap="square" lIns="0" tIns="0" rIns="0" bIns="0" rtlCol="0" anchor="ctr"/>
          <a:lstStyle/>
          <a:p>
            <a:pPr algn="ctr"/>
            <a:endParaRPr kumimoji="1" lang="zh-CN" altLang="en-US"/>
          </a:p>
        </p:txBody>
      </p:sp>
      <p:sp>
        <p:nvSpPr>
          <p:cNvPr id="17" name="标题 1"/>
          <p:cNvSpPr txBox="1"/>
          <p:nvPr/>
        </p:nvSpPr>
        <p:spPr>
          <a:xfrm>
            <a:off x="1910112" y="2699227"/>
            <a:ext cx="1226884" cy="1329587"/>
          </a:xfrm>
          <a:prstGeom prst="rect">
            <a:avLst/>
          </a:prstGeom>
          <a:noFill/>
          <a:ln>
            <a:noFill/>
          </a:ln>
        </p:spPr>
        <p:txBody>
          <a:bodyPr vert="horz" wrap="square" lIns="0" tIns="0" rIns="0" bIns="0" rtlCol="0" anchor="ctr"/>
          <a:lstStyle/>
          <a:p>
            <a:pPr algn="ctr"/>
            <a:r>
              <a:rPr kumimoji="1" lang="en-US" altLang="zh-CN" sz="4000">
                <a:ln w="12700">
                  <a:noFill/>
                </a:ln>
                <a:solidFill>
                  <a:srgbClr val="FFFFFF">
                    <a:alpha val="100000"/>
                  </a:srgbClr>
                </a:solidFill>
                <a:latin typeface="poppins-bold"/>
                <a:ea typeface="poppins-bold"/>
                <a:cs typeface="poppins-bold"/>
              </a:rPr>
              <a:t>01</a:t>
            </a:r>
            <a:endParaRPr kumimoji="1" lang="zh-CN" altLang="en-US"/>
          </a:p>
        </p:txBody>
      </p:sp>
      <p:sp>
        <p:nvSpPr>
          <p:cNvPr id="18" name="标题 1"/>
          <p:cNvSpPr txBox="1"/>
          <p:nvPr/>
        </p:nvSpPr>
        <p:spPr>
          <a:xfrm>
            <a:off x="1527849" y="5793474"/>
            <a:ext cx="1991410" cy="212636"/>
          </a:xfrm>
          <a:prstGeom prst="round2SameRect">
            <a:avLst>
              <a:gd name="adj1" fmla="val 50000"/>
              <a:gd name="adj2" fmla="val 0"/>
            </a:avLst>
          </a:prstGeom>
          <a:solidFill>
            <a:schemeClr val="accent1"/>
          </a:solidFill>
          <a:ln w="12700" cap="sq">
            <a:noFill/>
            <a:miter/>
          </a:ln>
        </p:spPr>
        <p:txBody>
          <a:bodyPr vert="horz" wrap="square" lIns="0" tIns="0" rIns="0" bIns="0" rtlCol="0" anchor="ctr"/>
          <a:lstStyle/>
          <a:p>
            <a:pPr algn="ctr"/>
            <a:endParaRPr kumimoji="1" lang="zh-CN" altLang="en-US"/>
          </a:p>
        </p:txBody>
      </p:sp>
      <p:pic>
        <p:nvPicPr>
          <p:cNvPr id="2" name="Imagen 1">
            <a:extLst>
              <a:ext uri="{FF2B5EF4-FFF2-40B4-BE49-F238E27FC236}">
                <a16:creationId xmlns:a16="http://schemas.microsoft.com/office/drawing/2014/main" id="{979D3801-828C-406F-4074-92B86C0B276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标题 1"/>
          <p:cNvSpPr txBox="1"/>
          <p:nvPr/>
        </p:nvSpPr>
        <p:spPr>
          <a:xfrm>
            <a:off x="5537200" y="2584037"/>
            <a:ext cx="5203029" cy="531018"/>
          </a:xfrm>
          <a:custGeom>
            <a:avLst/>
            <a:gdLst>
              <a:gd name="connsiteX0" fmla="*/ 3412998 w 3429190"/>
              <a:gd name="connsiteY0" fmla="*/ 0 h 531018"/>
              <a:gd name="connsiteX1" fmla="*/ 3062859 w 3429190"/>
              <a:gd name="connsiteY1" fmla="*/ 331280 h 531018"/>
              <a:gd name="connsiteX2" fmla="*/ 2359533 w 3429190"/>
              <a:gd name="connsiteY2" fmla="*/ 512064 h 531018"/>
              <a:gd name="connsiteX3" fmla="*/ 0 w 3429190"/>
              <a:gd name="connsiteY3" fmla="*/ 512064 h 531018"/>
              <a:gd name="connsiteX4" fmla="*/ 381 w 3429190"/>
              <a:gd name="connsiteY4" fmla="*/ 519112 h 531018"/>
              <a:gd name="connsiteX5" fmla="*/ 1238 w 3429190"/>
              <a:gd name="connsiteY5" fmla="*/ 531019 h 531018"/>
              <a:gd name="connsiteX6" fmla="*/ 2359438 w 3429190"/>
              <a:gd name="connsiteY6" fmla="*/ 531019 h 531018"/>
              <a:gd name="connsiteX7" fmla="*/ 3072194 w 3429190"/>
              <a:gd name="connsiteY7" fmla="*/ 347758 h 531018"/>
              <a:gd name="connsiteX8" fmla="*/ 3429191 w 3429190"/>
              <a:gd name="connsiteY8" fmla="*/ 9811 h 531018"/>
              <a:gd name="connsiteX9" fmla="*/ 3412998 w 3429190"/>
              <a:gd name="connsiteY9" fmla="*/ 0 h 531018"/>
            </a:gdLst>
            <a:ahLst/>
            <a:cxnLst/>
            <a:rect l="l" t="t" r="r" b="b"/>
            <a:pathLst>
              <a:path w="3429190" h="531018">
                <a:moveTo>
                  <a:pt x="3412998" y="0"/>
                </a:moveTo>
                <a:cubicBezTo>
                  <a:pt x="3335179" y="129730"/>
                  <a:pt x="3217355" y="241173"/>
                  <a:pt x="3062859" y="331280"/>
                </a:cubicBezTo>
                <a:cubicBezTo>
                  <a:pt x="2859881" y="449580"/>
                  <a:pt x="2616708" y="512064"/>
                  <a:pt x="2359533" y="512064"/>
                </a:cubicBezTo>
                <a:lnTo>
                  <a:pt x="0" y="512064"/>
                </a:lnTo>
                <a:cubicBezTo>
                  <a:pt x="191" y="514445"/>
                  <a:pt x="381" y="516731"/>
                  <a:pt x="381" y="519112"/>
                </a:cubicBezTo>
                <a:cubicBezTo>
                  <a:pt x="953" y="523113"/>
                  <a:pt x="1238" y="527018"/>
                  <a:pt x="1238" y="531019"/>
                </a:cubicBezTo>
                <a:lnTo>
                  <a:pt x="2359438" y="531019"/>
                </a:lnTo>
                <a:cubicBezTo>
                  <a:pt x="2619851" y="531019"/>
                  <a:pt x="2866454" y="467582"/>
                  <a:pt x="3072194" y="347758"/>
                </a:cubicBezTo>
                <a:cubicBezTo>
                  <a:pt x="3229547" y="256032"/>
                  <a:pt x="3349657" y="142303"/>
                  <a:pt x="3429191" y="9811"/>
                </a:cubicBezTo>
                <a:lnTo>
                  <a:pt x="3412998" y="0"/>
                </a:lnTo>
                <a:close/>
              </a:path>
            </a:pathLst>
          </a:custGeom>
          <a:solidFill>
            <a:schemeClr val="accent1"/>
          </a:solidFill>
          <a:ln w="28575" cap="sq">
            <a:noFill/>
            <a:miter/>
          </a:ln>
        </p:spPr>
        <p:txBody>
          <a:bodyPr vert="horz" wrap="square" lIns="91440" tIns="45720" rIns="91440" bIns="45720" rtlCol="0" anchor="ctr"/>
          <a:lstStyle/>
          <a:p>
            <a:pPr algn="l"/>
            <a:endParaRPr kumimoji="1" lang="zh-CN" altLang="en-US"/>
          </a:p>
        </p:txBody>
      </p:sp>
      <p:sp>
        <p:nvSpPr>
          <p:cNvPr id="5" name="标题 1"/>
          <p:cNvSpPr txBox="1"/>
          <p:nvPr/>
        </p:nvSpPr>
        <p:spPr>
          <a:xfrm>
            <a:off x="10707753" y="2164061"/>
            <a:ext cx="305938" cy="378832"/>
          </a:xfrm>
          <a:custGeom>
            <a:avLst/>
            <a:gdLst>
              <a:gd name="connsiteX0" fmla="*/ 303938 w 305938"/>
              <a:gd name="connsiteY0" fmla="*/ 316058 h 378832"/>
              <a:gd name="connsiteX1" fmla="*/ 305939 w 305938"/>
              <a:gd name="connsiteY1" fmla="*/ 4876 h 378832"/>
              <a:gd name="connsiteX2" fmla="*/ 299462 w 305938"/>
              <a:gd name="connsiteY2" fmla="*/ 780 h 378832"/>
              <a:gd name="connsiteX3" fmla="*/ 4663 w 305938"/>
              <a:gd name="connsiteY3" fmla="*/ 222618 h 378832"/>
              <a:gd name="connsiteX4" fmla="*/ 8378 w 305938"/>
              <a:gd name="connsiteY4" fmla="*/ 244620 h 378832"/>
              <a:gd name="connsiteX5" fmla="*/ 93055 w 305938"/>
              <a:gd name="connsiteY5" fmla="*/ 269385 h 378832"/>
              <a:gd name="connsiteX6" fmla="*/ 264314 w 305938"/>
              <a:gd name="connsiteY6" fmla="*/ 76123 h 378832"/>
              <a:gd name="connsiteX7" fmla="*/ 127154 w 305938"/>
              <a:gd name="connsiteY7" fmla="*/ 285578 h 378832"/>
              <a:gd name="connsiteX8" fmla="*/ 134679 w 305938"/>
              <a:gd name="connsiteY8" fmla="*/ 367588 h 378832"/>
              <a:gd name="connsiteX9" fmla="*/ 155063 w 305938"/>
              <a:gd name="connsiteY9" fmla="*/ 372160 h 378832"/>
              <a:gd name="connsiteX10" fmla="*/ 186781 w 305938"/>
              <a:gd name="connsiteY10" fmla="*/ 298056 h 378832"/>
              <a:gd name="connsiteX11" fmla="*/ 290984 w 305938"/>
              <a:gd name="connsiteY11" fmla="*/ 327393 h 378832"/>
              <a:gd name="connsiteX12" fmla="*/ 303938 w 305938"/>
              <a:gd name="connsiteY12" fmla="*/ 316058 h 378832"/>
            </a:gdLst>
            <a:ahLst/>
            <a:cxnLst/>
            <a:rect l="l" t="t" r="r" b="b"/>
            <a:pathLst>
              <a:path w="305938" h="378832">
                <a:moveTo>
                  <a:pt x="303938" y="316058"/>
                </a:moveTo>
                <a:lnTo>
                  <a:pt x="305939" y="4876"/>
                </a:lnTo>
                <a:cubicBezTo>
                  <a:pt x="305939" y="1066"/>
                  <a:pt x="302224" y="-1315"/>
                  <a:pt x="299462" y="780"/>
                </a:cubicBezTo>
                <a:lnTo>
                  <a:pt x="4663" y="222618"/>
                </a:lnTo>
                <a:cubicBezTo>
                  <a:pt x="-3052" y="228428"/>
                  <a:pt x="-766" y="241953"/>
                  <a:pt x="8378" y="244620"/>
                </a:cubicBezTo>
                <a:lnTo>
                  <a:pt x="93055" y="269385"/>
                </a:lnTo>
                <a:lnTo>
                  <a:pt x="264314" y="76123"/>
                </a:lnTo>
                <a:lnTo>
                  <a:pt x="127154" y="285578"/>
                </a:lnTo>
                <a:lnTo>
                  <a:pt x="134679" y="367588"/>
                </a:lnTo>
                <a:cubicBezTo>
                  <a:pt x="135822" y="379875"/>
                  <a:pt x="150395" y="383114"/>
                  <a:pt x="155063" y="372160"/>
                </a:cubicBezTo>
                <a:lnTo>
                  <a:pt x="186781" y="298056"/>
                </a:lnTo>
                <a:lnTo>
                  <a:pt x="290984" y="327393"/>
                </a:lnTo>
                <a:cubicBezTo>
                  <a:pt x="297557" y="329393"/>
                  <a:pt x="303843" y="323868"/>
                  <a:pt x="303938" y="316058"/>
                </a:cubicBezTo>
                <a:close/>
              </a:path>
            </a:pathLst>
          </a:custGeom>
          <a:solidFill>
            <a:schemeClr val="accent1"/>
          </a:solidFill>
          <a:ln w="9525" cap="flat">
            <a:noFill/>
            <a:miter/>
          </a:ln>
        </p:spPr>
        <p:txBody>
          <a:bodyPr vert="horz" wrap="square" lIns="91440" tIns="45720" rIns="91440" bIns="45720" rtlCol="0" anchor="ctr"/>
          <a:lstStyle/>
          <a:p>
            <a:pPr algn="l"/>
            <a:endParaRPr kumimoji="1" lang="zh-CN" altLang="en-US"/>
          </a:p>
        </p:txBody>
      </p:sp>
      <p:sp>
        <p:nvSpPr>
          <p:cNvPr id="6" name="标题 1"/>
          <p:cNvSpPr txBox="1"/>
          <p:nvPr/>
        </p:nvSpPr>
        <p:spPr>
          <a:xfrm>
            <a:off x="5605670" y="1831259"/>
            <a:ext cx="1755485" cy="1117115"/>
          </a:xfrm>
          <a:prstGeom prst="rect">
            <a:avLst/>
          </a:prstGeom>
          <a:noFill/>
          <a:ln w="12700" cap="sq">
            <a:noFill/>
            <a:miter/>
          </a:ln>
        </p:spPr>
        <p:txBody>
          <a:bodyPr vert="horz" wrap="square" lIns="0" tIns="0" rIns="0" bIns="0" rtlCol="0" anchor="ctr"/>
          <a:lstStyle/>
          <a:p>
            <a:pPr algn="l"/>
            <a:r>
              <a:rPr kumimoji="1" lang="en-US" altLang="zh-CN" sz="8000">
                <a:ln w="12700">
                  <a:noFill/>
                </a:ln>
                <a:solidFill>
                  <a:srgbClr val="262626">
                    <a:alpha val="100000"/>
                  </a:srgbClr>
                </a:solidFill>
                <a:latin typeface="poppins-bold"/>
                <a:ea typeface="poppins-bold"/>
                <a:cs typeface="poppins-bold"/>
              </a:rPr>
              <a:t> 01</a:t>
            </a:r>
            <a:endParaRPr kumimoji="1" lang="zh-CN" altLang="en-US"/>
          </a:p>
        </p:txBody>
      </p:sp>
      <p:sp>
        <p:nvSpPr>
          <p:cNvPr id="7" name="标题 1"/>
          <p:cNvSpPr txBox="1"/>
          <p:nvPr/>
        </p:nvSpPr>
        <p:spPr>
          <a:xfrm>
            <a:off x="5605670" y="3309275"/>
            <a:ext cx="5911783" cy="2020369"/>
          </a:xfrm>
          <a:prstGeom prst="rect">
            <a:avLst/>
          </a:prstGeom>
          <a:noFill/>
          <a:ln w="12700" cap="sq">
            <a:noFill/>
            <a:miter/>
          </a:ln>
        </p:spPr>
        <p:txBody>
          <a:bodyPr vert="horz" wrap="square" lIns="0" tIns="0" rIns="0" bIns="0" rtlCol="0" anchor="t"/>
          <a:lstStyle/>
          <a:p>
            <a:pPr algn="l"/>
            <a:r>
              <a:rPr kumimoji="1" lang="en-US" altLang="zh-CN" sz="2400">
                <a:ln w="12700">
                  <a:noFill/>
                </a:ln>
                <a:solidFill>
                  <a:srgbClr val="262626">
                    <a:alpha val="100000"/>
                  </a:srgbClr>
                </a:solidFill>
                <a:latin typeface="poppins-bold"/>
                <a:ea typeface="poppins-bold"/>
                <a:cs typeface="poppins-bold"/>
              </a:rPr>
              <a:t>Metodología para Elaborar un Plan Operativo (POA)</a:t>
            </a:r>
            <a:endParaRPr kumimoji="1" lang="zh-CN" altLang="en-US"/>
          </a:p>
        </p:txBody>
      </p:sp>
      <p:pic>
        <p:nvPicPr>
          <p:cNvPr id="2" name="Imagen 1">
            <a:extLst>
              <a:ext uri="{FF2B5EF4-FFF2-40B4-BE49-F238E27FC236}">
                <a16:creationId xmlns:a16="http://schemas.microsoft.com/office/drawing/2014/main" id="{25E7E8C7-76B2-70E0-4F1C-0D8356A6129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6327800" y="3844753"/>
            <a:ext cx="1450694" cy="1450694"/>
          </a:xfrm>
          <a:prstGeom prst="ellipse">
            <a:avLst/>
          </a:prstGeom>
          <a:solidFill>
            <a:schemeClr val="bg1"/>
          </a:solidFill>
          <a:ln w="12700" cap="sq">
            <a:solidFill>
              <a:schemeClr val="accent1"/>
            </a:solidFill>
            <a:miter/>
          </a:ln>
        </p:spPr>
        <p:txBody>
          <a:bodyPr vert="horz" wrap="square" lIns="91440" tIns="45720" rIns="91440" bIns="45720" rtlCol="0" anchor="ctr"/>
          <a:lstStyle/>
          <a:p>
            <a:pPr algn="ctr"/>
            <a:endParaRPr kumimoji="1" lang="zh-CN" altLang="en-US"/>
          </a:p>
        </p:txBody>
      </p:sp>
      <p:pic>
        <p:nvPicPr>
          <p:cNvPr id="3" name="Imagen 2"/>
          <p:cNvPicPr>
            <a:picLocks noChangeAspect="1"/>
          </p:cNvPicPr>
          <p:nvPr/>
        </p:nvPicPr>
        <p:blipFill>
          <a:blip r:embed="rId2">
            <a:alphaModFix/>
          </a:blip>
          <a:srcRect l="16620" r="16620"/>
          <a:stretch>
            <a:fillRect/>
          </a:stretch>
        </p:blipFill>
        <p:spPr>
          <a:xfrm>
            <a:off x="6415889" y="3878573"/>
            <a:ext cx="1381615" cy="1381614"/>
          </a:xfrm>
          <a:custGeom>
            <a:avLst/>
            <a:gdLst/>
            <a:ahLst/>
            <a:cxnLst/>
            <a:rect l="l" t="t" r="r" b="b"/>
            <a:pathLst>
              <a:path w="1381615" h="1381614">
                <a:moveTo>
                  <a:pt x="690808" y="0"/>
                </a:moveTo>
                <a:cubicBezTo>
                  <a:pt x="1072330" y="0"/>
                  <a:pt x="1381615" y="309285"/>
                  <a:pt x="1381615" y="690807"/>
                </a:cubicBezTo>
                <a:cubicBezTo>
                  <a:pt x="1381615" y="1072329"/>
                  <a:pt x="1072330" y="1381614"/>
                  <a:pt x="690808" y="1381614"/>
                </a:cubicBezTo>
                <a:cubicBezTo>
                  <a:pt x="309285" y="1381614"/>
                  <a:pt x="0" y="1072329"/>
                  <a:pt x="0" y="690807"/>
                </a:cubicBezTo>
                <a:cubicBezTo>
                  <a:pt x="0" y="309285"/>
                  <a:pt x="309285" y="0"/>
                  <a:pt x="690808" y="0"/>
                </a:cubicBezTo>
                <a:close/>
              </a:path>
            </a:pathLst>
          </a:custGeom>
          <a:noFill/>
          <a:ln>
            <a:noFill/>
          </a:ln>
        </p:spPr>
      </p:pic>
      <p:sp>
        <p:nvSpPr>
          <p:cNvPr id="4" name="标题 1"/>
          <p:cNvSpPr txBox="1"/>
          <p:nvPr/>
        </p:nvSpPr>
        <p:spPr>
          <a:xfrm>
            <a:off x="660400" y="3844753"/>
            <a:ext cx="1450694" cy="1450694"/>
          </a:xfrm>
          <a:prstGeom prst="ellipse">
            <a:avLst/>
          </a:prstGeom>
          <a:solidFill>
            <a:schemeClr val="bg1"/>
          </a:solidFill>
          <a:ln w="12700" cap="sq">
            <a:solidFill>
              <a:schemeClr val="accent1"/>
            </a:solidFill>
            <a:miter/>
          </a:ln>
        </p:spPr>
        <p:txBody>
          <a:bodyPr vert="horz" wrap="square" lIns="91440" tIns="45720" rIns="91440" bIns="45720" rtlCol="0" anchor="ctr"/>
          <a:lstStyle/>
          <a:p>
            <a:pPr algn="ctr"/>
            <a:endParaRPr kumimoji="1" lang="zh-CN" altLang="en-US"/>
          </a:p>
        </p:txBody>
      </p:sp>
      <p:pic>
        <p:nvPicPr>
          <p:cNvPr id="5" name="Imagen 4"/>
          <p:cNvPicPr>
            <a:picLocks noChangeAspect="1"/>
          </p:cNvPicPr>
          <p:nvPr/>
        </p:nvPicPr>
        <p:blipFill>
          <a:blip r:embed="rId3">
            <a:alphaModFix/>
          </a:blip>
          <a:srcRect l="16617" r="16617"/>
          <a:stretch>
            <a:fillRect/>
          </a:stretch>
        </p:blipFill>
        <p:spPr>
          <a:xfrm>
            <a:off x="697689" y="3873224"/>
            <a:ext cx="1381615" cy="1381614"/>
          </a:xfrm>
          <a:custGeom>
            <a:avLst/>
            <a:gdLst/>
            <a:ahLst/>
            <a:cxnLst/>
            <a:rect l="l" t="t" r="r" b="b"/>
            <a:pathLst>
              <a:path w="1381615" h="1381614">
                <a:moveTo>
                  <a:pt x="690808" y="0"/>
                </a:moveTo>
                <a:cubicBezTo>
                  <a:pt x="1072330" y="0"/>
                  <a:pt x="1381615" y="309285"/>
                  <a:pt x="1381615" y="690807"/>
                </a:cubicBezTo>
                <a:cubicBezTo>
                  <a:pt x="1381615" y="1072329"/>
                  <a:pt x="1072330" y="1381614"/>
                  <a:pt x="690808" y="1381614"/>
                </a:cubicBezTo>
                <a:cubicBezTo>
                  <a:pt x="309285" y="1381614"/>
                  <a:pt x="0" y="1072329"/>
                  <a:pt x="0" y="690807"/>
                </a:cubicBezTo>
                <a:cubicBezTo>
                  <a:pt x="0" y="309285"/>
                  <a:pt x="309285" y="0"/>
                  <a:pt x="690808" y="0"/>
                </a:cubicBezTo>
                <a:close/>
              </a:path>
            </a:pathLst>
          </a:custGeom>
          <a:noFill/>
          <a:ln>
            <a:noFill/>
          </a:ln>
        </p:spPr>
      </p:pic>
      <p:sp>
        <p:nvSpPr>
          <p:cNvPr id="6" name="标题 1"/>
          <p:cNvSpPr txBox="1"/>
          <p:nvPr/>
        </p:nvSpPr>
        <p:spPr>
          <a:xfrm>
            <a:off x="660400" y="1354832"/>
            <a:ext cx="1450694" cy="1450694"/>
          </a:xfrm>
          <a:prstGeom prst="ellipse">
            <a:avLst/>
          </a:prstGeom>
          <a:solidFill>
            <a:schemeClr val="bg1"/>
          </a:solidFill>
          <a:ln w="12700" cap="sq">
            <a:solidFill>
              <a:schemeClr val="accent1"/>
            </a:solidFill>
            <a:miter/>
          </a:ln>
        </p:spPr>
        <p:txBody>
          <a:bodyPr vert="horz" wrap="square" lIns="91440" tIns="45720" rIns="91440" bIns="45720" rtlCol="0" anchor="ctr"/>
          <a:lstStyle/>
          <a:p>
            <a:pPr algn="ctr"/>
            <a:endParaRPr kumimoji="1" lang="zh-CN" altLang="en-US"/>
          </a:p>
        </p:txBody>
      </p:sp>
      <p:pic>
        <p:nvPicPr>
          <p:cNvPr id="7" name="Imagen 6"/>
          <p:cNvPicPr>
            <a:picLocks noChangeAspect="1"/>
          </p:cNvPicPr>
          <p:nvPr/>
        </p:nvPicPr>
        <p:blipFill>
          <a:blip r:embed="rId4">
            <a:alphaModFix/>
          </a:blip>
          <a:srcRect l="27028" t="5574" r="11776" b="2623"/>
          <a:stretch>
            <a:fillRect/>
          </a:stretch>
        </p:blipFill>
        <p:spPr>
          <a:xfrm>
            <a:off x="697689" y="1389373"/>
            <a:ext cx="1381615" cy="1381614"/>
          </a:xfrm>
          <a:custGeom>
            <a:avLst/>
            <a:gdLst/>
            <a:ahLst/>
            <a:cxnLst/>
            <a:rect l="l" t="t" r="r" b="b"/>
            <a:pathLst>
              <a:path w="1381615" h="1381614">
                <a:moveTo>
                  <a:pt x="690808" y="0"/>
                </a:moveTo>
                <a:cubicBezTo>
                  <a:pt x="1072330" y="0"/>
                  <a:pt x="1381615" y="309285"/>
                  <a:pt x="1381615" y="690807"/>
                </a:cubicBezTo>
                <a:cubicBezTo>
                  <a:pt x="1381615" y="1072329"/>
                  <a:pt x="1072330" y="1381614"/>
                  <a:pt x="690808" y="1381614"/>
                </a:cubicBezTo>
                <a:cubicBezTo>
                  <a:pt x="309285" y="1381614"/>
                  <a:pt x="0" y="1072329"/>
                  <a:pt x="0" y="690807"/>
                </a:cubicBezTo>
                <a:cubicBezTo>
                  <a:pt x="0" y="309285"/>
                  <a:pt x="309285" y="0"/>
                  <a:pt x="690808" y="0"/>
                </a:cubicBezTo>
                <a:close/>
              </a:path>
            </a:pathLst>
          </a:custGeom>
          <a:noFill/>
          <a:ln>
            <a:noFill/>
          </a:ln>
        </p:spPr>
      </p:pic>
      <p:sp>
        <p:nvSpPr>
          <p:cNvPr id="8" name="标题 1"/>
          <p:cNvSpPr txBox="1"/>
          <p:nvPr/>
        </p:nvSpPr>
        <p:spPr>
          <a:xfrm>
            <a:off x="1676874" y="1623754"/>
            <a:ext cx="912853" cy="912852"/>
          </a:xfrm>
          <a:prstGeom prst="ellips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9" name="标题 1"/>
          <p:cNvSpPr txBox="1"/>
          <p:nvPr/>
        </p:nvSpPr>
        <p:spPr>
          <a:xfrm>
            <a:off x="1800613" y="1808790"/>
            <a:ext cx="665374" cy="456568"/>
          </a:xfrm>
          <a:prstGeom prst="rect">
            <a:avLst/>
          </a:prstGeom>
          <a:noFill/>
          <a:ln cap="sq">
            <a:noFill/>
          </a:ln>
        </p:spPr>
        <p:txBody>
          <a:bodyPr vert="horz" wrap="square" lIns="0" tIns="0" rIns="0" bIns="0" rtlCol="0" anchor="ctr"/>
          <a:lstStyle/>
          <a:p>
            <a:pPr algn="ctr"/>
            <a:r>
              <a:rPr kumimoji="1" lang="en-US" altLang="zh-CN" sz="2800">
                <a:ln w="12700">
                  <a:noFill/>
                </a:ln>
                <a:solidFill>
                  <a:srgbClr val="FFFFFF">
                    <a:alpha val="100000"/>
                  </a:srgbClr>
                </a:solidFill>
                <a:latin typeface="poppins-bold"/>
                <a:ea typeface="poppins-bold"/>
                <a:cs typeface="poppins-bold"/>
              </a:rPr>
              <a:t>01</a:t>
            </a:r>
            <a:endParaRPr kumimoji="1" lang="zh-CN" altLang="en-US"/>
          </a:p>
        </p:txBody>
      </p:sp>
      <p:sp>
        <p:nvSpPr>
          <p:cNvPr id="10" name="标题 1"/>
          <p:cNvSpPr txBox="1"/>
          <p:nvPr/>
        </p:nvSpPr>
        <p:spPr>
          <a:xfrm>
            <a:off x="2713461" y="1926121"/>
            <a:ext cx="3138039" cy="1688031"/>
          </a:xfrm>
          <a:prstGeom prst="rect">
            <a:avLst/>
          </a:prstGeom>
          <a:noFill/>
          <a:ln cap="sq">
            <a:noFill/>
          </a:ln>
        </p:spPr>
        <p:txBody>
          <a:bodyPr vert="horz" wrap="square" lIns="0" tIns="0" rIns="0" bIns="0" rtlCol="0" anchor="t"/>
          <a:lstStyle/>
          <a:p>
            <a:pPr algn="l"/>
            <a:r>
              <a:rPr kumimoji="1" lang="en-US" altLang="zh-CN" sz="1400">
                <a:ln w="12700">
                  <a:noFill/>
                </a:ln>
                <a:solidFill>
                  <a:srgbClr val="262626">
                    <a:alpha val="100000"/>
                  </a:srgbClr>
                </a:solidFill>
                <a:latin typeface="Poppins"/>
                <a:ea typeface="Poppins"/>
                <a:cs typeface="Poppins"/>
              </a:rPr>
              <a:t>El POA debe ser la ejecución del primer año del plan estratégico.
¿Cuáles son las metas a 3- 5 años?</a:t>
            </a:r>
            <a:endParaRPr kumimoji="1" lang="zh-CN" altLang="en-US"/>
          </a:p>
        </p:txBody>
      </p:sp>
      <p:sp>
        <p:nvSpPr>
          <p:cNvPr id="11" name="标题 1"/>
          <p:cNvSpPr txBox="1"/>
          <p:nvPr/>
        </p:nvSpPr>
        <p:spPr>
          <a:xfrm>
            <a:off x="2713460" y="1130300"/>
            <a:ext cx="3138039" cy="738605"/>
          </a:xfrm>
          <a:prstGeom prst="rect">
            <a:avLst/>
          </a:prstGeom>
          <a:noFill/>
          <a:ln cap="sq">
            <a:noFill/>
          </a:ln>
        </p:spPr>
        <p:txBody>
          <a:bodyPr vert="horz" wrap="square" lIns="0" tIns="0" rIns="0" bIns="0" rtlCol="0" anchor="ctr"/>
          <a:lstStyle/>
          <a:p>
            <a:pPr algn="l"/>
            <a:r>
              <a:rPr kumimoji="1" lang="en-US" altLang="zh-CN" sz="1600">
                <a:ln w="12700">
                  <a:noFill/>
                </a:ln>
                <a:solidFill>
                  <a:srgbClr val="C53645">
                    <a:alpha val="100000"/>
                  </a:srgbClr>
                </a:solidFill>
                <a:latin typeface="poppins-bold"/>
                <a:ea typeface="poppins-bold"/>
                <a:cs typeface="poppins-bold"/>
              </a:rPr>
              <a:t>Revisar el Plan Estratégico de TI (PETI)</a:t>
            </a:r>
            <a:endParaRPr kumimoji="1" lang="zh-CN" altLang="en-US"/>
          </a:p>
        </p:txBody>
      </p:sp>
      <p:sp>
        <p:nvSpPr>
          <p:cNvPr id="12" name="标题 1"/>
          <p:cNvSpPr txBox="1"/>
          <p:nvPr/>
        </p:nvSpPr>
        <p:spPr>
          <a:xfrm>
            <a:off x="1676874" y="4113675"/>
            <a:ext cx="912853" cy="912852"/>
          </a:xfrm>
          <a:prstGeom prst="ellipse">
            <a:avLst/>
          </a:prstGeom>
          <a:solidFill>
            <a:schemeClr val="accent3"/>
          </a:solidFill>
          <a:ln w="12700" cap="sq">
            <a:noFill/>
            <a:miter/>
          </a:ln>
        </p:spPr>
        <p:txBody>
          <a:bodyPr vert="horz" wrap="square" lIns="91440" tIns="45720" rIns="91440" bIns="45720" rtlCol="0" anchor="ctr"/>
          <a:lstStyle/>
          <a:p>
            <a:pPr algn="ctr"/>
            <a:endParaRPr kumimoji="1" lang="zh-CN" altLang="en-US"/>
          </a:p>
        </p:txBody>
      </p:sp>
      <p:sp>
        <p:nvSpPr>
          <p:cNvPr id="13" name="标题 1"/>
          <p:cNvSpPr txBox="1"/>
          <p:nvPr/>
        </p:nvSpPr>
        <p:spPr>
          <a:xfrm>
            <a:off x="1800613" y="4298711"/>
            <a:ext cx="665374" cy="456568"/>
          </a:xfrm>
          <a:prstGeom prst="rect">
            <a:avLst/>
          </a:prstGeom>
          <a:noFill/>
          <a:ln cap="sq">
            <a:noFill/>
          </a:ln>
        </p:spPr>
        <p:txBody>
          <a:bodyPr vert="horz" wrap="square" lIns="0" tIns="0" rIns="0" bIns="0" rtlCol="0" anchor="ctr"/>
          <a:lstStyle/>
          <a:p>
            <a:pPr algn="ctr"/>
            <a:r>
              <a:rPr kumimoji="1" lang="en-US" altLang="zh-CN" sz="2800">
                <a:ln w="12700">
                  <a:noFill/>
                </a:ln>
                <a:solidFill>
                  <a:srgbClr val="FFFFFF">
                    <a:alpha val="100000"/>
                  </a:srgbClr>
                </a:solidFill>
                <a:latin typeface="poppins-bold"/>
                <a:ea typeface="poppins-bold"/>
                <a:cs typeface="poppins-bold"/>
              </a:rPr>
              <a:t>03</a:t>
            </a:r>
            <a:endParaRPr kumimoji="1" lang="zh-CN" altLang="en-US"/>
          </a:p>
        </p:txBody>
      </p:sp>
      <p:sp>
        <p:nvSpPr>
          <p:cNvPr id="14" name="标题 1"/>
          <p:cNvSpPr txBox="1"/>
          <p:nvPr/>
        </p:nvSpPr>
        <p:spPr>
          <a:xfrm>
            <a:off x="2713461" y="4416042"/>
            <a:ext cx="3138039" cy="1688031"/>
          </a:xfrm>
          <a:prstGeom prst="rect">
            <a:avLst/>
          </a:prstGeom>
          <a:noFill/>
          <a:ln cap="sq">
            <a:noFill/>
          </a:ln>
        </p:spPr>
        <p:txBody>
          <a:bodyPr vert="horz" wrap="square" lIns="0" tIns="0" rIns="0" bIns="0" rtlCol="0" anchor="t"/>
          <a:lstStyle/>
          <a:p>
            <a:pPr algn="l"/>
            <a:r>
              <a:rPr kumimoji="1" lang="en-US" altLang="zh-CN" sz="1053">
                <a:ln w="12700">
                  <a:noFill/>
                </a:ln>
                <a:solidFill>
                  <a:srgbClr val="262626">
                    <a:alpha val="100000"/>
                  </a:srgbClr>
                </a:solidFill>
                <a:latin typeface="Poppins"/>
                <a:ea typeface="Poppins"/>
                <a:cs typeface="Poppins"/>
              </a:rPr>
              <a:t>Fortalezas¿Qué hacemos bien? (Ej. equipo de soporte rápido).
Oportunidades: ¿Qué tecnologías emergentes podemos usar? (Ej. IA para chatbots).
Debilidades: ¿Dónde fallamos? (Ej. infraestructura obsoleta).
Amenazas: ¿Qué riesgos externos existen? (Ej. nuevas regulaciones de datos, ciberataques).</a:t>
            </a:r>
            <a:endParaRPr kumimoji="1" lang="zh-CN" altLang="en-US"/>
          </a:p>
        </p:txBody>
      </p:sp>
      <p:sp>
        <p:nvSpPr>
          <p:cNvPr id="15" name="标题 1"/>
          <p:cNvSpPr txBox="1"/>
          <p:nvPr/>
        </p:nvSpPr>
        <p:spPr>
          <a:xfrm>
            <a:off x="2713460" y="3620221"/>
            <a:ext cx="3138039" cy="738605"/>
          </a:xfrm>
          <a:prstGeom prst="rect">
            <a:avLst/>
          </a:prstGeom>
          <a:noFill/>
          <a:ln cap="sq">
            <a:noFill/>
          </a:ln>
        </p:spPr>
        <p:txBody>
          <a:bodyPr vert="horz" wrap="square" lIns="0" tIns="0" rIns="0" bIns="0" rtlCol="0" anchor="ctr"/>
          <a:lstStyle/>
          <a:p>
            <a:pPr algn="l"/>
            <a:r>
              <a:rPr kumimoji="1" lang="en-US" altLang="zh-CN" sz="1600">
                <a:ln w="12700">
                  <a:noFill/>
                </a:ln>
                <a:solidFill>
                  <a:srgbClr val="095CB6">
                    <a:alpha val="100000"/>
                  </a:srgbClr>
                </a:solidFill>
                <a:latin typeface="poppins-bold"/>
                <a:ea typeface="poppins-bold"/>
                <a:cs typeface="poppins-bold"/>
              </a:rPr>
              <a:t>Análisis Interno (FODA)</a:t>
            </a:r>
            <a:endParaRPr kumimoji="1" lang="zh-CN" altLang="en-US"/>
          </a:p>
        </p:txBody>
      </p:sp>
      <p:sp>
        <p:nvSpPr>
          <p:cNvPr id="16" name="标题 1"/>
          <p:cNvSpPr txBox="1"/>
          <p:nvPr/>
        </p:nvSpPr>
        <p:spPr>
          <a:xfrm>
            <a:off x="6327800" y="1354832"/>
            <a:ext cx="1450694" cy="1450694"/>
          </a:xfrm>
          <a:prstGeom prst="ellipse">
            <a:avLst/>
          </a:prstGeom>
          <a:solidFill>
            <a:schemeClr val="bg1"/>
          </a:solidFill>
          <a:ln w="12700" cap="sq">
            <a:solidFill>
              <a:schemeClr val="accent1"/>
            </a:solidFill>
            <a:miter/>
          </a:ln>
        </p:spPr>
        <p:txBody>
          <a:bodyPr vert="horz" wrap="square" lIns="91440" tIns="45720" rIns="91440" bIns="45720" rtlCol="0" anchor="ctr"/>
          <a:lstStyle/>
          <a:p>
            <a:pPr algn="ctr"/>
            <a:endParaRPr kumimoji="1" lang="zh-CN" altLang="en-US"/>
          </a:p>
        </p:txBody>
      </p:sp>
      <p:pic>
        <p:nvPicPr>
          <p:cNvPr id="17" name="Imagen 16"/>
          <p:cNvPicPr>
            <a:picLocks noChangeAspect="1"/>
          </p:cNvPicPr>
          <p:nvPr/>
        </p:nvPicPr>
        <p:blipFill>
          <a:blip r:embed="rId2">
            <a:alphaModFix/>
          </a:blip>
          <a:srcRect l="16620" r="16620"/>
          <a:stretch>
            <a:fillRect/>
          </a:stretch>
        </p:blipFill>
        <p:spPr>
          <a:xfrm>
            <a:off x="6441289" y="1389373"/>
            <a:ext cx="1381615" cy="1381614"/>
          </a:xfrm>
          <a:custGeom>
            <a:avLst/>
            <a:gdLst/>
            <a:ahLst/>
            <a:cxnLst/>
            <a:rect l="l" t="t" r="r" b="b"/>
            <a:pathLst>
              <a:path w="1381615" h="1381614">
                <a:moveTo>
                  <a:pt x="690808" y="0"/>
                </a:moveTo>
                <a:cubicBezTo>
                  <a:pt x="1072330" y="0"/>
                  <a:pt x="1381615" y="309285"/>
                  <a:pt x="1381615" y="690807"/>
                </a:cubicBezTo>
                <a:cubicBezTo>
                  <a:pt x="1381615" y="1072329"/>
                  <a:pt x="1072330" y="1381614"/>
                  <a:pt x="690808" y="1381614"/>
                </a:cubicBezTo>
                <a:cubicBezTo>
                  <a:pt x="309285" y="1381614"/>
                  <a:pt x="0" y="1072329"/>
                  <a:pt x="0" y="690807"/>
                </a:cubicBezTo>
                <a:cubicBezTo>
                  <a:pt x="0" y="309285"/>
                  <a:pt x="309285" y="0"/>
                  <a:pt x="690808" y="0"/>
                </a:cubicBezTo>
                <a:close/>
              </a:path>
            </a:pathLst>
          </a:custGeom>
          <a:noFill/>
          <a:ln>
            <a:noFill/>
          </a:ln>
        </p:spPr>
      </p:pic>
      <p:sp>
        <p:nvSpPr>
          <p:cNvPr id="18" name="标题 1"/>
          <p:cNvSpPr txBox="1"/>
          <p:nvPr/>
        </p:nvSpPr>
        <p:spPr>
          <a:xfrm>
            <a:off x="7344274" y="1623754"/>
            <a:ext cx="912853" cy="912852"/>
          </a:xfrm>
          <a:prstGeom prst="ellips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19" name="标题 1"/>
          <p:cNvSpPr txBox="1"/>
          <p:nvPr/>
        </p:nvSpPr>
        <p:spPr>
          <a:xfrm>
            <a:off x="7468012" y="1808790"/>
            <a:ext cx="665374" cy="456568"/>
          </a:xfrm>
          <a:prstGeom prst="rect">
            <a:avLst/>
          </a:prstGeom>
          <a:noFill/>
          <a:ln cap="sq">
            <a:noFill/>
          </a:ln>
        </p:spPr>
        <p:txBody>
          <a:bodyPr vert="horz" wrap="square" lIns="0" tIns="0" rIns="0" bIns="0" rtlCol="0" anchor="ctr"/>
          <a:lstStyle/>
          <a:p>
            <a:pPr algn="ctr"/>
            <a:r>
              <a:rPr kumimoji="1" lang="en-US" altLang="zh-CN" sz="2800">
                <a:ln w="12700">
                  <a:noFill/>
                </a:ln>
                <a:solidFill>
                  <a:srgbClr val="FFFFFF">
                    <a:alpha val="100000"/>
                  </a:srgbClr>
                </a:solidFill>
                <a:latin typeface="poppins-bold"/>
                <a:ea typeface="poppins-bold"/>
                <a:cs typeface="poppins-bold"/>
              </a:rPr>
              <a:t>02</a:t>
            </a:r>
            <a:endParaRPr kumimoji="1" lang="zh-CN" altLang="en-US"/>
          </a:p>
        </p:txBody>
      </p:sp>
      <p:sp>
        <p:nvSpPr>
          <p:cNvPr id="20" name="标题 1"/>
          <p:cNvSpPr txBox="1"/>
          <p:nvPr/>
        </p:nvSpPr>
        <p:spPr>
          <a:xfrm>
            <a:off x="8380861" y="1926121"/>
            <a:ext cx="3138039" cy="1688031"/>
          </a:xfrm>
          <a:prstGeom prst="rect">
            <a:avLst/>
          </a:prstGeom>
          <a:noFill/>
          <a:ln cap="sq">
            <a:noFill/>
          </a:ln>
        </p:spPr>
        <p:txBody>
          <a:bodyPr vert="horz" wrap="square" lIns="0" tIns="0" rIns="0" bIns="0" rtlCol="0" anchor="t"/>
          <a:lstStyle/>
          <a:p>
            <a:pPr algn="l"/>
            <a:r>
              <a:rPr kumimoji="1" lang="en-US" altLang="zh-CN" sz="1400">
                <a:ln w="12700">
                  <a:noFill/>
                </a:ln>
                <a:solidFill>
                  <a:srgbClr val="262626">
                    <a:alpha val="100000"/>
                  </a:srgbClr>
                </a:solidFill>
                <a:latin typeface="Poppins"/>
                <a:ea typeface="Poppins"/>
                <a:cs typeface="Poppins"/>
              </a:rPr>
              <a:t>Reunirse con los líderes de otras áreas para entender sus necesidades y objetivos para el próximo año.</a:t>
            </a:r>
            <a:endParaRPr kumimoji="1" lang="zh-CN" altLang="en-US"/>
          </a:p>
        </p:txBody>
      </p:sp>
      <p:sp>
        <p:nvSpPr>
          <p:cNvPr id="21" name="标题 1"/>
          <p:cNvSpPr txBox="1"/>
          <p:nvPr/>
        </p:nvSpPr>
        <p:spPr>
          <a:xfrm>
            <a:off x="8380861" y="1130300"/>
            <a:ext cx="3138039" cy="738605"/>
          </a:xfrm>
          <a:prstGeom prst="rect">
            <a:avLst/>
          </a:prstGeom>
          <a:noFill/>
          <a:ln cap="sq">
            <a:noFill/>
          </a:ln>
        </p:spPr>
        <p:txBody>
          <a:bodyPr vert="horz" wrap="square" lIns="0" tIns="0" rIns="0" bIns="0" rtlCol="0" anchor="ctr"/>
          <a:lstStyle/>
          <a:p>
            <a:pPr algn="l"/>
            <a:r>
              <a:rPr kumimoji="1" lang="en-US" altLang="zh-CN" sz="1600">
                <a:ln w="12700">
                  <a:noFill/>
                </a:ln>
                <a:solidFill>
                  <a:srgbClr val="C53645">
                    <a:alpha val="100000"/>
                  </a:srgbClr>
                </a:solidFill>
                <a:latin typeface="poppins-bold"/>
                <a:ea typeface="poppins-bold"/>
                <a:cs typeface="poppins-bold"/>
              </a:rPr>
              <a:t>Alineación con el Negocio</a:t>
            </a:r>
            <a:endParaRPr kumimoji="1" lang="zh-CN" altLang="en-US"/>
          </a:p>
        </p:txBody>
      </p:sp>
      <p:sp>
        <p:nvSpPr>
          <p:cNvPr id="22" name="标题 1"/>
          <p:cNvSpPr txBox="1"/>
          <p:nvPr/>
        </p:nvSpPr>
        <p:spPr>
          <a:xfrm>
            <a:off x="7344274" y="4113675"/>
            <a:ext cx="912853" cy="912852"/>
          </a:xfrm>
          <a:prstGeom prst="ellipse">
            <a:avLst/>
          </a:prstGeom>
          <a:solidFill>
            <a:schemeClr val="accent3"/>
          </a:solidFill>
          <a:ln w="12700" cap="sq">
            <a:noFill/>
            <a:miter/>
          </a:ln>
        </p:spPr>
        <p:txBody>
          <a:bodyPr vert="horz" wrap="square" lIns="91440" tIns="45720" rIns="91440" bIns="45720" rtlCol="0" anchor="ctr"/>
          <a:lstStyle/>
          <a:p>
            <a:pPr algn="ctr"/>
            <a:endParaRPr kumimoji="1" lang="zh-CN" altLang="en-US"/>
          </a:p>
        </p:txBody>
      </p:sp>
      <p:sp>
        <p:nvSpPr>
          <p:cNvPr id="23" name="标题 1"/>
          <p:cNvSpPr txBox="1"/>
          <p:nvPr/>
        </p:nvSpPr>
        <p:spPr>
          <a:xfrm>
            <a:off x="7468012" y="4298711"/>
            <a:ext cx="665374" cy="456568"/>
          </a:xfrm>
          <a:prstGeom prst="rect">
            <a:avLst/>
          </a:prstGeom>
          <a:noFill/>
          <a:ln cap="sq">
            <a:noFill/>
          </a:ln>
        </p:spPr>
        <p:txBody>
          <a:bodyPr vert="horz" wrap="square" lIns="0" tIns="0" rIns="0" bIns="0" rtlCol="0" anchor="ctr"/>
          <a:lstStyle/>
          <a:p>
            <a:pPr algn="ctr"/>
            <a:r>
              <a:rPr kumimoji="1" lang="en-US" altLang="zh-CN" sz="2800">
                <a:ln w="12700">
                  <a:noFill/>
                </a:ln>
                <a:solidFill>
                  <a:srgbClr val="FFFFFF">
                    <a:alpha val="100000"/>
                  </a:srgbClr>
                </a:solidFill>
                <a:latin typeface="poppins-bold"/>
                <a:ea typeface="poppins-bold"/>
                <a:cs typeface="poppins-bold"/>
              </a:rPr>
              <a:t>04</a:t>
            </a:r>
            <a:endParaRPr kumimoji="1" lang="zh-CN" altLang="en-US"/>
          </a:p>
        </p:txBody>
      </p:sp>
      <p:sp>
        <p:nvSpPr>
          <p:cNvPr id="24" name="标题 1"/>
          <p:cNvSpPr txBox="1"/>
          <p:nvPr/>
        </p:nvSpPr>
        <p:spPr>
          <a:xfrm>
            <a:off x="8380861" y="4416042"/>
            <a:ext cx="3138039" cy="1688031"/>
          </a:xfrm>
          <a:prstGeom prst="rect">
            <a:avLst/>
          </a:prstGeom>
          <a:noFill/>
          <a:ln cap="sq">
            <a:noFill/>
          </a:ln>
        </p:spPr>
        <p:txBody>
          <a:bodyPr vert="horz" wrap="square" lIns="0" tIns="0" rIns="0" bIns="0" rtlCol="0" anchor="t"/>
          <a:lstStyle/>
          <a:p>
            <a:pPr algn="l"/>
            <a:r>
              <a:rPr kumimoji="1" lang="en-US" altLang="zh-CN" sz="1400">
                <a:ln w="12700">
                  <a:noFill/>
                </a:ln>
                <a:solidFill>
                  <a:srgbClr val="262626">
                    <a:alpha val="100000"/>
                  </a:srgbClr>
                </a:solidFill>
                <a:latin typeface="Poppins"/>
                <a:ea typeface="Poppins"/>
                <a:cs typeface="Poppins"/>
              </a:rPr>
              <a:t>Analizar los KPIs y el cumplimiento del POA del año anterior.
¿Qué lecciones se aprendieron?</a:t>
            </a:r>
            <a:endParaRPr kumimoji="1" lang="zh-CN" altLang="en-US"/>
          </a:p>
        </p:txBody>
      </p:sp>
      <p:sp>
        <p:nvSpPr>
          <p:cNvPr id="25" name="标题 1"/>
          <p:cNvSpPr txBox="1"/>
          <p:nvPr/>
        </p:nvSpPr>
        <p:spPr>
          <a:xfrm>
            <a:off x="8380861" y="3620221"/>
            <a:ext cx="3138039" cy="738605"/>
          </a:xfrm>
          <a:prstGeom prst="rect">
            <a:avLst/>
          </a:prstGeom>
          <a:noFill/>
          <a:ln cap="sq">
            <a:noFill/>
          </a:ln>
        </p:spPr>
        <p:txBody>
          <a:bodyPr vert="horz" wrap="square" lIns="0" tIns="0" rIns="0" bIns="0" rtlCol="0" anchor="ctr"/>
          <a:lstStyle/>
          <a:p>
            <a:pPr algn="l"/>
            <a:r>
              <a:rPr kumimoji="1" lang="en-US" altLang="zh-CN" sz="1600">
                <a:ln w="12700">
                  <a:noFill/>
                </a:ln>
                <a:solidFill>
                  <a:srgbClr val="095CB6">
                    <a:alpha val="100000"/>
                  </a:srgbClr>
                </a:solidFill>
                <a:latin typeface="poppins-bold"/>
                <a:ea typeface="poppins-bold"/>
                <a:cs typeface="poppins-bold"/>
              </a:rPr>
              <a:t>Revisión del Desempeño Anterior</a:t>
            </a:r>
            <a:endParaRPr kumimoji="1" lang="zh-CN" altLang="en-US"/>
          </a:p>
        </p:txBody>
      </p:sp>
      <p:sp>
        <p:nvSpPr>
          <p:cNvPr id="26" name="标题 1"/>
          <p:cNvSpPr txBox="1"/>
          <p:nvPr/>
        </p:nvSpPr>
        <p:spPr>
          <a:xfrm rot="10800000">
            <a:off x="660399" y="158962"/>
            <a:ext cx="10858499" cy="971338"/>
          </a:xfrm>
          <a:prstGeom prst="roundRect">
            <a:avLst/>
          </a:prstGeom>
          <a:gradFill>
            <a:gsLst>
              <a:gs pos="0">
                <a:schemeClr val="bg1">
                  <a:alpha val="0"/>
                </a:schemeClr>
              </a:gs>
              <a:gs pos="60000">
                <a:schemeClr val="accent1">
                  <a:lumMod val="20000"/>
                  <a:lumOff val="80000"/>
                </a:schemeClr>
              </a:gs>
              <a:gs pos="100000">
                <a:schemeClr val="bg1"/>
              </a:gs>
            </a:gsLst>
            <a:lin ang="16200000" scaled="0"/>
          </a:gradFill>
          <a:ln w="12700" cap="sq">
            <a:noFill/>
            <a:miter/>
          </a:ln>
        </p:spPr>
        <p:txBody>
          <a:bodyPr vert="horz" wrap="square" lIns="91440" tIns="45720" rIns="91440" bIns="45720" rtlCol="0" anchor="ctr"/>
          <a:lstStyle/>
          <a:p>
            <a:pPr algn="ctr"/>
            <a:endParaRPr kumimoji="1" lang="zh-CN" altLang="en-US"/>
          </a:p>
        </p:txBody>
      </p:sp>
      <p:sp>
        <p:nvSpPr>
          <p:cNvPr id="27" name="标题 1"/>
          <p:cNvSpPr txBox="1"/>
          <p:nvPr/>
        </p:nvSpPr>
        <p:spPr>
          <a:xfrm flipH="1">
            <a:off x="139042" y="296832"/>
            <a:ext cx="765810" cy="347799"/>
          </a:xfrm>
          <a:custGeom>
            <a:avLst/>
            <a:gdLst>
              <a:gd name="connsiteX0" fmla="*/ 651510 w 765810"/>
              <a:gd name="connsiteY0" fmla="*/ 253093 h 347799"/>
              <a:gd name="connsiteX1" fmla="*/ 543741 w 765810"/>
              <a:gd name="connsiteY1" fmla="*/ 318407 h 347799"/>
              <a:gd name="connsiteX2" fmla="*/ 435973 w 765810"/>
              <a:gd name="connsiteY2" fmla="*/ 253093 h 347799"/>
              <a:gd name="connsiteX3" fmla="*/ 329837 w 765810"/>
              <a:gd name="connsiteY3" fmla="*/ 318407 h 347799"/>
              <a:gd name="connsiteX4" fmla="*/ 222069 w 765810"/>
              <a:gd name="connsiteY4" fmla="*/ 253093 h 347799"/>
              <a:gd name="connsiteX5" fmla="*/ 114300 w 765810"/>
              <a:gd name="connsiteY5" fmla="*/ 318407 h 347799"/>
              <a:gd name="connsiteX6" fmla="*/ 13063 w 765810"/>
              <a:gd name="connsiteY6" fmla="*/ 256358 h 347799"/>
              <a:gd name="connsiteX7" fmla="*/ 0 w 765810"/>
              <a:gd name="connsiteY7" fmla="*/ 277586 h 347799"/>
              <a:gd name="connsiteX8" fmla="*/ 114300 w 765810"/>
              <a:gd name="connsiteY8" fmla="*/ 347799 h 347799"/>
              <a:gd name="connsiteX9" fmla="*/ 222069 w 765810"/>
              <a:gd name="connsiteY9" fmla="*/ 282484 h 347799"/>
              <a:gd name="connsiteX10" fmla="*/ 329837 w 765810"/>
              <a:gd name="connsiteY10" fmla="*/ 347799 h 347799"/>
              <a:gd name="connsiteX11" fmla="*/ 435973 w 765810"/>
              <a:gd name="connsiteY11" fmla="*/ 282484 h 347799"/>
              <a:gd name="connsiteX12" fmla="*/ 543741 w 765810"/>
              <a:gd name="connsiteY12" fmla="*/ 347799 h 347799"/>
              <a:gd name="connsiteX13" fmla="*/ 651510 w 765810"/>
              <a:gd name="connsiteY13" fmla="*/ 282484 h 347799"/>
              <a:gd name="connsiteX14" fmla="*/ 752747 w 765810"/>
              <a:gd name="connsiteY14" fmla="*/ 342900 h 347799"/>
              <a:gd name="connsiteX15" fmla="*/ 765810 w 765810"/>
              <a:gd name="connsiteY15" fmla="*/ 321673 h 347799"/>
              <a:gd name="connsiteX16" fmla="*/ 651510 w 765810"/>
              <a:gd name="connsiteY16" fmla="*/ 125730 h 347799"/>
              <a:gd name="connsiteX17" fmla="*/ 543741 w 765810"/>
              <a:gd name="connsiteY17" fmla="*/ 191044 h 347799"/>
              <a:gd name="connsiteX18" fmla="*/ 435973 w 765810"/>
              <a:gd name="connsiteY18" fmla="*/ 125730 h 347799"/>
              <a:gd name="connsiteX19" fmla="*/ 329837 w 765810"/>
              <a:gd name="connsiteY19" fmla="*/ 191044 h 347799"/>
              <a:gd name="connsiteX20" fmla="*/ 222069 w 765810"/>
              <a:gd name="connsiteY20" fmla="*/ 125730 h 347799"/>
              <a:gd name="connsiteX21" fmla="*/ 114300 w 765810"/>
              <a:gd name="connsiteY21" fmla="*/ 191044 h 347799"/>
              <a:gd name="connsiteX22" fmla="*/ 13063 w 765810"/>
              <a:gd name="connsiteY22" fmla="*/ 130629 h 347799"/>
              <a:gd name="connsiteX23" fmla="*/ 0 w 765810"/>
              <a:gd name="connsiteY23" fmla="*/ 151856 h 347799"/>
              <a:gd name="connsiteX24" fmla="*/ 114300 w 765810"/>
              <a:gd name="connsiteY24" fmla="*/ 220436 h 347799"/>
              <a:gd name="connsiteX25" fmla="*/ 222069 w 765810"/>
              <a:gd name="connsiteY25" fmla="*/ 155122 h 347799"/>
              <a:gd name="connsiteX26" fmla="*/ 329837 w 765810"/>
              <a:gd name="connsiteY26" fmla="*/ 220436 h 347799"/>
              <a:gd name="connsiteX27" fmla="*/ 435973 w 765810"/>
              <a:gd name="connsiteY27" fmla="*/ 155122 h 347799"/>
              <a:gd name="connsiteX28" fmla="*/ 543741 w 765810"/>
              <a:gd name="connsiteY28" fmla="*/ 220436 h 347799"/>
              <a:gd name="connsiteX29" fmla="*/ 651510 w 765810"/>
              <a:gd name="connsiteY29" fmla="*/ 155122 h 347799"/>
              <a:gd name="connsiteX30" fmla="*/ 752747 w 765810"/>
              <a:gd name="connsiteY30" fmla="*/ 217170 h 347799"/>
              <a:gd name="connsiteX31" fmla="*/ 765810 w 765810"/>
              <a:gd name="connsiteY31" fmla="*/ 195943 h 347799"/>
              <a:gd name="connsiteX32" fmla="*/ 651510 w 765810"/>
              <a:gd name="connsiteY32" fmla="*/ 0 h 347799"/>
              <a:gd name="connsiteX33" fmla="*/ 543741 w 765810"/>
              <a:gd name="connsiteY33" fmla="*/ 65314 h 347799"/>
              <a:gd name="connsiteX34" fmla="*/ 435973 w 765810"/>
              <a:gd name="connsiteY34" fmla="*/ 0 h 347799"/>
              <a:gd name="connsiteX35" fmla="*/ 329837 w 765810"/>
              <a:gd name="connsiteY35" fmla="*/ 65314 h 347799"/>
              <a:gd name="connsiteX36" fmla="*/ 222069 w 765810"/>
              <a:gd name="connsiteY36" fmla="*/ 0 h 347799"/>
              <a:gd name="connsiteX37" fmla="*/ 114300 w 765810"/>
              <a:gd name="connsiteY37" fmla="*/ 65314 h 347799"/>
              <a:gd name="connsiteX38" fmla="*/ 13063 w 765810"/>
              <a:gd name="connsiteY38" fmla="*/ 3265 h 347799"/>
              <a:gd name="connsiteX39" fmla="*/ 0 w 765810"/>
              <a:gd name="connsiteY39" fmla="*/ 24493 h 347799"/>
              <a:gd name="connsiteX40" fmla="*/ 114300 w 765810"/>
              <a:gd name="connsiteY40" fmla="*/ 93073 h 347799"/>
              <a:gd name="connsiteX41" fmla="*/ 222069 w 765810"/>
              <a:gd name="connsiteY41" fmla="*/ 27758 h 347799"/>
              <a:gd name="connsiteX42" fmla="*/ 329837 w 765810"/>
              <a:gd name="connsiteY42" fmla="*/ 93073 h 347799"/>
              <a:gd name="connsiteX43" fmla="*/ 435973 w 765810"/>
              <a:gd name="connsiteY43" fmla="*/ 27758 h 347799"/>
              <a:gd name="connsiteX44" fmla="*/ 543741 w 765810"/>
              <a:gd name="connsiteY44" fmla="*/ 93073 h 347799"/>
              <a:gd name="connsiteX45" fmla="*/ 651510 w 765810"/>
              <a:gd name="connsiteY45" fmla="*/ 27758 h 347799"/>
              <a:gd name="connsiteX46" fmla="*/ 752747 w 765810"/>
              <a:gd name="connsiteY46" fmla="*/ 89807 h 347799"/>
              <a:gd name="connsiteX47" fmla="*/ 765810 w 765810"/>
              <a:gd name="connsiteY47" fmla="*/ 68580 h 347799"/>
            </a:gdLst>
            <a:ahLst/>
            <a:cxnLst/>
            <a:rect l="l" t="t" r="r" b="b"/>
            <a:pathLst>
              <a:path w="765810" h="347799">
                <a:moveTo>
                  <a:pt x="651510" y="253093"/>
                </a:moveTo>
                <a:lnTo>
                  <a:pt x="543741" y="318407"/>
                </a:lnTo>
                <a:lnTo>
                  <a:pt x="435973" y="253093"/>
                </a:lnTo>
                <a:lnTo>
                  <a:pt x="329837" y="318407"/>
                </a:lnTo>
                <a:lnTo>
                  <a:pt x="222069" y="253093"/>
                </a:lnTo>
                <a:lnTo>
                  <a:pt x="114300" y="318407"/>
                </a:lnTo>
                <a:lnTo>
                  <a:pt x="13063" y="256358"/>
                </a:lnTo>
                <a:lnTo>
                  <a:pt x="0" y="277586"/>
                </a:lnTo>
                <a:lnTo>
                  <a:pt x="114300" y="347799"/>
                </a:lnTo>
                <a:lnTo>
                  <a:pt x="222069" y="282484"/>
                </a:lnTo>
                <a:lnTo>
                  <a:pt x="329837" y="347799"/>
                </a:lnTo>
                <a:lnTo>
                  <a:pt x="435973" y="282484"/>
                </a:lnTo>
                <a:lnTo>
                  <a:pt x="543741" y="347799"/>
                </a:lnTo>
                <a:lnTo>
                  <a:pt x="651510" y="282484"/>
                </a:lnTo>
                <a:lnTo>
                  <a:pt x="752747" y="342900"/>
                </a:lnTo>
                <a:lnTo>
                  <a:pt x="765810" y="321673"/>
                </a:lnTo>
                <a:close/>
                <a:moveTo>
                  <a:pt x="651510" y="125730"/>
                </a:moveTo>
                <a:lnTo>
                  <a:pt x="543741" y="191044"/>
                </a:lnTo>
                <a:lnTo>
                  <a:pt x="435973" y="125730"/>
                </a:lnTo>
                <a:lnTo>
                  <a:pt x="329837" y="191044"/>
                </a:lnTo>
                <a:lnTo>
                  <a:pt x="222069" y="125730"/>
                </a:lnTo>
                <a:lnTo>
                  <a:pt x="114300" y="191044"/>
                </a:lnTo>
                <a:lnTo>
                  <a:pt x="13063" y="130629"/>
                </a:lnTo>
                <a:lnTo>
                  <a:pt x="0" y="151856"/>
                </a:lnTo>
                <a:lnTo>
                  <a:pt x="114300" y="220436"/>
                </a:lnTo>
                <a:lnTo>
                  <a:pt x="222069" y="155122"/>
                </a:lnTo>
                <a:lnTo>
                  <a:pt x="329837" y="220436"/>
                </a:lnTo>
                <a:lnTo>
                  <a:pt x="435973" y="155122"/>
                </a:lnTo>
                <a:lnTo>
                  <a:pt x="543741" y="220436"/>
                </a:lnTo>
                <a:lnTo>
                  <a:pt x="651510" y="155122"/>
                </a:lnTo>
                <a:lnTo>
                  <a:pt x="752747" y="217170"/>
                </a:lnTo>
                <a:lnTo>
                  <a:pt x="765810" y="195943"/>
                </a:lnTo>
                <a:close/>
                <a:moveTo>
                  <a:pt x="651510" y="0"/>
                </a:moveTo>
                <a:lnTo>
                  <a:pt x="543741" y="65314"/>
                </a:lnTo>
                <a:lnTo>
                  <a:pt x="435973" y="0"/>
                </a:lnTo>
                <a:lnTo>
                  <a:pt x="329837" y="65314"/>
                </a:lnTo>
                <a:lnTo>
                  <a:pt x="222069" y="0"/>
                </a:lnTo>
                <a:lnTo>
                  <a:pt x="114300" y="65314"/>
                </a:lnTo>
                <a:lnTo>
                  <a:pt x="13063" y="3265"/>
                </a:lnTo>
                <a:lnTo>
                  <a:pt x="0" y="24493"/>
                </a:lnTo>
                <a:lnTo>
                  <a:pt x="114300" y="93073"/>
                </a:lnTo>
                <a:lnTo>
                  <a:pt x="222069" y="27758"/>
                </a:lnTo>
                <a:lnTo>
                  <a:pt x="329837" y="93073"/>
                </a:lnTo>
                <a:lnTo>
                  <a:pt x="435973" y="27758"/>
                </a:lnTo>
                <a:lnTo>
                  <a:pt x="543741" y="93073"/>
                </a:lnTo>
                <a:lnTo>
                  <a:pt x="651510" y="27758"/>
                </a:lnTo>
                <a:lnTo>
                  <a:pt x="752747" y="89807"/>
                </a:lnTo>
                <a:lnTo>
                  <a:pt x="765810" y="68580"/>
                </a:lnTo>
                <a:close/>
              </a:path>
            </a:pathLst>
          </a:custGeom>
          <a:solidFill>
            <a:schemeClr val="accent1">
              <a:lumMod val="60000"/>
              <a:lumOff val="40000"/>
            </a:schemeClr>
          </a:solidFill>
          <a:ln w="16329" cap="flat">
            <a:noFill/>
            <a:miter/>
          </a:ln>
        </p:spPr>
        <p:txBody>
          <a:bodyPr vert="horz" wrap="square" lIns="91440" tIns="45720" rIns="91440" bIns="45720" rtlCol="0" anchor="ctr"/>
          <a:lstStyle/>
          <a:p>
            <a:pPr algn="l"/>
            <a:endParaRPr kumimoji="1" lang="zh-CN" altLang="en-US"/>
          </a:p>
        </p:txBody>
      </p:sp>
      <p:sp>
        <p:nvSpPr>
          <p:cNvPr id="28" name="标题 1"/>
          <p:cNvSpPr txBox="1"/>
          <p:nvPr/>
        </p:nvSpPr>
        <p:spPr>
          <a:xfrm>
            <a:off x="1201552" y="346492"/>
            <a:ext cx="8209148" cy="596278"/>
          </a:xfrm>
          <a:prstGeom prst="rect">
            <a:avLst/>
          </a:prstGeom>
          <a:noFill/>
          <a:ln>
            <a:noFill/>
          </a:ln>
        </p:spPr>
        <p:txBody>
          <a:bodyPr vert="horz" wrap="square" lIns="0" tIns="0" rIns="0" bIns="0" rtlCol="0" anchor="ctr"/>
          <a:lstStyle/>
          <a:p>
            <a:pPr algn="l"/>
            <a:r>
              <a:rPr kumimoji="1" lang="en-US" altLang="zh-CN" sz="2622">
                <a:ln w="12700">
                  <a:noFill/>
                </a:ln>
                <a:solidFill>
                  <a:srgbClr val="000000">
                    <a:alpha val="100000"/>
                  </a:srgbClr>
                </a:solidFill>
                <a:latin typeface="poppins-bold"/>
                <a:ea typeface="poppins-bold"/>
                <a:cs typeface="poppins-bold"/>
              </a:rPr>
              <a:t>Análisis de Situación y Alineación Estratégica</a:t>
            </a:r>
            <a:endParaRPr kumimoji="1" lang="zh-CN" altLang="en-US"/>
          </a:p>
        </p:txBody>
      </p:sp>
      <p:sp>
        <p:nvSpPr>
          <p:cNvPr id="29" name="标题 1"/>
          <p:cNvSpPr txBox="1"/>
          <p:nvPr/>
        </p:nvSpPr>
        <p:spPr>
          <a:xfrm flipH="1">
            <a:off x="11148696" y="782502"/>
            <a:ext cx="765810" cy="347799"/>
          </a:xfrm>
          <a:custGeom>
            <a:avLst/>
            <a:gdLst>
              <a:gd name="connsiteX0" fmla="*/ 651510 w 765810"/>
              <a:gd name="connsiteY0" fmla="*/ 253093 h 347799"/>
              <a:gd name="connsiteX1" fmla="*/ 543741 w 765810"/>
              <a:gd name="connsiteY1" fmla="*/ 318407 h 347799"/>
              <a:gd name="connsiteX2" fmla="*/ 435973 w 765810"/>
              <a:gd name="connsiteY2" fmla="*/ 253093 h 347799"/>
              <a:gd name="connsiteX3" fmla="*/ 329837 w 765810"/>
              <a:gd name="connsiteY3" fmla="*/ 318407 h 347799"/>
              <a:gd name="connsiteX4" fmla="*/ 222069 w 765810"/>
              <a:gd name="connsiteY4" fmla="*/ 253093 h 347799"/>
              <a:gd name="connsiteX5" fmla="*/ 114300 w 765810"/>
              <a:gd name="connsiteY5" fmla="*/ 318407 h 347799"/>
              <a:gd name="connsiteX6" fmla="*/ 13063 w 765810"/>
              <a:gd name="connsiteY6" fmla="*/ 256358 h 347799"/>
              <a:gd name="connsiteX7" fmla="*/ 0 w 765810"/>
              <a:gd name="connsiteY7" fmla="*/ 277586 h 347799"/>
              <a:gd name="connsiteX8" fmla="*/ 114300 w 765810"/>
              <a:gd name="connsiteY8" fmla="*/ 347799 h 347799"/>
              <a:gd name="connsiteX9" fmla="*/ 222069 w 765810"/>
              <a:gd name="connsiteY9" fmla="*/ 282484 h 347799"/>
              <a:gd name="connsiteX10" fmla="*/ 329837 w 765810"/>
              <a:gd name="connsiteY10" fmla="*/ 347799 h 347799"/>
              <a:gd name="connsiteX11" fmla="*/ 435973 w 765810"/>
              <a:gd name="connsiteY11" fmla="*/ 282484 h 347799"/>
              <a:gd name="connsiteX12" fmla="*/ 543741 w 765810"/>
              <a:gd name="connsiteY12" fmla="*/ 347799 h 347799"/>
              <a:gd name="connsiteX13" fmla="*/ 651510 w 765810"/>
              <a:gd name="connsiteY13" fmla="*/ 282484 h 347799"/>
              <a:gd name="connsiteX14" fmla="*/ 752747 w 765810"/>
              <a:gd name="connsiteY14" fmla="*/ 342900 h 347799"/>
              <a:gd name="connsiteX15" fmla="*/ 765810 w 765810"/>
              <a:gd name="connsiteY15" fmla="*/ 321673 h 347799"/>
              <a:gd name="connsiteX16" fmla="*/ 651510 w 765810"/>
              <a:gd name="connsiteY16" fmla="*/ 125730 h 347799"/>
              <a:gd name="connsiteX17" fmla="*/ 543741 w 765810"/>
              <a:gd name="connsiteY17" fmla="*/ 191044 h 347799"/>
              <a:gd name="connsiteX18" fmla="*/ 435973 w 765810"/>
              <a:gd name="connsiteY18" fmla="*/ 125730 h 347799"/>
              <a:gd name="connsiteX19" fmla="*/ 329837 w 765810"/>
              <a:gd name="connsiteY19" fmla="*/ 191044 h 347799"/>
              <a:gd name="connsiteX20" fmla="*/ 222069 w 765810"/>
              <a:gd name="connsiteY20" fmla="*/ 125730 h 347799"/>
              <a:gd name="connsiteX21" fmla="*/ 114300 w 765810"/>
              <a:gd name="connsiteY21" fmla="*/ 191044 h 347799"/>
              <a:gd name="connsiteX22" fmla="*/ 13063 w 765810"/>
              <a:gd name="connsiteY22" fmla="*/ 130629 h 347799"/>
              <a:gd name="connsiteX23" fmla="*/ 0 w 765810"/>
              <a:gd name="connsiteY23" fmla="*/ 151856 h 347799"/>
              <a:gd name="connsiteX24" fmla="*/ 114300 w 765810"/>
              <a:gd name="connsiteY24" fmla="*/ 220436 h 347799"/>
              <a:gd name="connsiteX25" fmla="*/ 222069 w 765810"/>
              <a:gd name="connsiteY25" fmla="*/ 155122 h 347799"/>
              <a:gd name="connsiteX26" fmla="*/ 329837 w 765810"/>
              <a:gd name="connsiteY26" fmla="*/ 220436 h 347799"/>
              <a:gd name="connsiteX27" fmla="*/ 435973 w 765810"/>
              <a:gd name="connsiteY27" fmla="*/ 155122 h 347799"/>
              <a:gd name="connsiteX28" fmla="*/ 543741 w 765810"/>
              <a:gd name="connsiteY28" fmla="*/ 220436 h 347799"/>
              <a:gd name="connsiteX29" fmla="*/ 651510 w 765810"/>
              <a:gd name="connsiteY29" fmla="*/ 155122 h 347799"/>
              <a:gd name="connsiteX30" fmla="*/ 752747 w 765810"/>
              <a:gd name="connsiteY30" fmla="*/ 217170 h 347799"/>
              <a:gd name="connsiteX31" fmla="*/ 765810 w 765810"/>
              <a:gd name="connsiteY31" fmla="*/ 195943 h 347799"/>
              <a:gd name="connsiteX32" fmla="*/ 651510 w 765810"/>
              <a:gd name="connsiteY32" fmla="*/ 0 h 347799"/>
              <a:gd name="connsiteX33" fmla="*/ 543741 w 765810"/>
              <a:gd name="connsiteY33" fmla="*/ 65314 h 347799"/>
              <a:gd name="connsiteX34" fmla="*/ 435973 w 765810"/>
              <a:gd name="connsiteY34" fmla="*/ 0 h 347799"/>
              <a:gd name="connsiteX35" fmla="*/ 329837 w 765810"/>
              <a:gd name="connsiteY35" fmla="*/ 65314 h 347799"/>
              <a:gd name="connsiteX36" fmla="*/ 222069 w 765810"/>
              <a:gd name="connsiteY36" fmla="*/ 0 h 347799"/>
              <a:gd name="connsiteX37" fmla="*/ 114300 w 765810"/>
              <a:gd name="connsiteY37" fmla="*/ 65314 h 347799"/>
              <a:gd name="connsiteX38" fmla="*/ 13063 w 765810"/>
              <a:gd name="connsiteY38" fmla="*/ 3265 h 347799"/>
              <a:gd name="connsiteX39" fmla="*/ 0 w 765810"/>
              <a:gd name="connsiteY39" fmla="*/ 24493 h 347799"/>
              <a:gd name="connsiteX40" fmla="*/ 114300 w 765810"/>
              <a:gd name="connsiteY40" fmla="*/ 93073 h 347799"/>
              <a:gd name="connsiteX41" fmla="*/ 222069 w 765810"/>
              <a:gd name="connsiteY41" fmla="*/ 27758 h 347799"/>
              <a:gd name="connsiteX42" fmla="*/ 329837 w 765810"/>
              <a:gd name="connsiteY42" fmla="*/ 93073 h 347799"/>
              <a:gd name="connsiteX43" fmla="*/ 435973 w 765810"/>
              <a:gd name="connsiteY43" fmla="*/ 27758 h 347799"/>
              <a:gd name="connsiteX44" fmla="*/ 543741 w 765810"/>
              <a:gd name="connsiteY44" fmla="*/ 93073 h 347799"/>
              <a:gd name="connsiteX45" fmla="*/ 651510 w 765810"/>
              <a:gd name="connsiteY45" fmla="*/ 27758 h 347799"/>
              <a:gd name="connsiteX46" fmla="*/ 752747 w 765810"/>
              <a:gd name="connsiteY46" fmla="*/ 89807 h 347799"/>
              <a:gd name="connsiteX47" fmla="*/ 765810 w 765810"/>
              <a:gd name="connsiteY47" fmla="*/ 68580 h 347799"/>
            </a:gdLst>
            <a:ahLst/>
            <a:cxnLst/>
            <a:rect l="l" t="t" r="r" b="b"/>
            <a:pathLst>
              <a:path w="765810" h="347799">
                <a:moveTo>
                  <a:pt x="651510" y="253093"/>
                </a:moveTo>
                <a:lnTo>
                  <a:pt x="543741" y="318407"/>
                </a:lnTo>
                <a:lnTo>
                  <a:pt x="435973" y="253093"/>
                </a:lnTo>
                <a:lnTo>
                  <a:pt x="329837" y="318407"/>
                </a:lnTo>
                <a:lnTo>
                  <a:pt x="222069" y="253093"/>
                </a:lnTo>
                <a:lnTo>
                  <a:pt x="114300" y="318407"/>
                </a:lnTo>
                <a:lnTo>
                  <a:pt x="13063" y="256358"/>
                </a:lnTo>
                <a:lnTo>
                  <a:pt x="0" y="277586"/>
                </a:lnTo>
                <a:lnTo>
                  <a:pt x="114300" y="347799"/>
                </a:lnTo>
                <a:lnTo>
                  <a:pt x="222069" y="282484"/>
                </a:lnTo>
                <a:lnTo>
                  <a:pt x="329837" y="347799"/>
                </a:lnTo>
                <a:lnTo>
                  <a:pt x="435973" y="282484"/>
                </a:lnTo>
                <a:lnTo>
                  <a:pt x="543741" y="347799"/>
                </a:lnTo>
                <a:lnTo>
                  <a:pt x="651510" y="282484"/>
                </a:lnTo>
                <a:lnTo>
                  <a:pt x="752747" y="342900"/>
                </a:lnTo>
                <a:lnTo>
                  <a:pt x="765810" y="321673"/>
                </a:lnTo>
                <a:close/>
                <a:moveTo>
                  <a:pt x="651510" y="125730"/>
                </a:moveTo>
                <a:lnTo>
                  <a:pt x="543741" y="191044"/>
                </a:lnTo>
                <a:lnTo>
                  <a:pt x="435973" y="125730"/>
                </a:lnTo>
                <a:lnTo>
                  <a:pt x="329837" y="191044"/>
                </a:lnTo>
                <a:lnTo>
                  <a:pt x="222069" y="125730"/>
                </a:lnTo>
                <a:lnTo>
                  <a:pt x="114300" y="191044"/>
                </a:lnTo>
                <a:lnTo>
                  <a:pt x="13063" y="130629"/>
                </a:lnTo>
                <a:lnTo>
                  <a:pt x="0" y="151856"/>
                </a:lnTo>
                <a:lnTo>
                  <a:pt x="114300" y="220436"/>
                </a:lnTo>
                <a:lnTo>
                  <a:pt x="222069" y="155122"/>
                </a:lnTo>
                <a:lnTo>
                  <a:pt x="329837" y="220436"/>
                </a:lnTo>
                <a:lnTo>
                  <a:pt x="435973" y="155122"/>
                </a:lnTo>
                <a:lnTo>
                  <a:pt x="543741" y="220436"/>
                </a:lnTo>
                <a:lnTo>
                  <a:pt x="651510" y="155122"/>
                </a:lnTo>
                <a:lnTo>
                  <a:pt x="752747" y="217170"/>
                </a:lnTo>
                <a:lnTo>
                  <a:pt x="765810" y="195943"/>
                </a:lnTo>
                <a:close/>
                <a:moveTo>
                  <a:pt x="651510" y="0"/>
                </a:moveTo>
                <a:lnTo>
                  <a:pt x="543741" y="65314"/>
                </a:lnTo>
                <a:lnTo>
                  <a:pt x="435973" y="0"/>
                </a:lnTo>
                <a:lnTo>
                  <a:pt x="329837" y="65314"/>
                </a:lnTo>
                <a:lnTo>
                  <a:pt x="222069" y="0"/>
                </a:lnTo>
                <a:lnTo>
                  <a:pt x="114300" y="65314"/>
                </a:lnTo>
                <a:lnTo>
                  <a:pt x="13063" y="3265"/>
                </a:lnTo>
                <a:lnTo>
                  <a:pt x="0" y="24493"/>
                </a:lnTo>
                <a:lnTo>
                  <a:pt x="114300" y="93073"/>
                </a:lnTo>
                <a:lnTo>
                  <a:pt x="222069" y="27758"/>
                </a:lnTo>
                <a:lnTo>
                  <a:pt x="329837" y="93073"/>
                </a:lnTo>
                <a:lnTo>
                  <a:pt x="435973" y="27758"/>
                </a:lnTo>
                <a:lnTo>
                  <a:pt x="543741" y="93073"/>
                </a:lnTo>
                <a:lnTo>
                  <a:pt x="651510" y="27758"/>
                </a:lnTo>
                <a:lnTo>
                  <a:pt x="752747" y="89807"/>
                </a:lnTo>
                <a:lnTo>
                  <a:pt x="765810" y="68580"/>
                </a:lnTo>
                <a:close/>
              </a:path>
            </a:pathLst>
          </a:custGeom>
          <a:solidFill>
            <a:schemeClr val="accent1">
              <a:lumMod val="60000"/>
              <a:lumOff val="40000"/>
            </a:schemeClr>
          </a:solidFill>
          <a:ln w="16329" cap="flat">
            <a:noFill/>
            <a:miter/>
          </a:ln>
        </p:spPr>
        <p:txBody>
          <a:bodyPr vert="horz" wrap="square" lIns="91440" tIns="45720" rIns="91440" bIns="45720" rtlCol="0" anchor="ctr"/>
          <a:lstStyle/>
          <a:p>
            <a:pPr algn="l"/>
            <a:endParaRPr kumimoji="1" lang="zh-CN" altLang="en-US"/>
          </a:p>
        </p:txBody>
      </p:sp>
      <p:pic>
        <p:nvPicPr>
          <p:cNvPr id="30" name="Imagen 29">
            <a:extLst>
              <a:ext uri="{FF2B5EF4-FFF2-40B4-BE49-F238E27FC236}">
                <a16:creationId xmlns:a16="http://schemas.microsoft.com/office/drawing/2014/main" id="{EB8DEF11-409F-F978-99CC-DD0347A28A2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2" name="标题 1"/>
          <p:cNvCxnSpPr/>
          <p:nvPr/>
        </p:nvCxnSpPr>
        <p:spPr>
          <a:xfrm>
            <a:off x="2704548" y="3299983"/>
            <a:ext cx="6200045" cy="1"/>
          </a:xfrm>
          <a:prstGeom prst="line">
            <a:avLst/>
          </a:prstGeom>
          <a:noFill/>
          <a:ln w="9525" cap="sq">
            <a:solidFill>
              <a:schemeClr val="tx2">
                <a:lumMod val="60000"/>
                <a:lumOff val="40000"/>
              </a:schemeClr>
            </a:solidFill>
            <a:miter/>
          </a:ln>
        </p:spPr>
      </p:cxnSp>
      <p:sp>
        <p:nvSpPr>
          <p:cNvPr id="3" name="标题 1"/>
          <p:cNvSpPr txBox="1"/>
          <p:nvPr/>
        </p:nvSpPr>
        <p:spPr>
          <a:xfrm>
            <a:off x="1415010" y="2655214"/>
            <a:ext cx="1289538" cy="1289538"/>
          </a:xfrm>
          <a:prstGeom prst="ellipse">
            <a:avLst/>
          </a:prstGeom>
          <a:solidFill>
            <a:schemeClr val="bg1">
              <a:lumMod val="95000"/>
            </a:schemeClr>
          </a:solidFill>
          <a:ln w="12700" cap="sq">
            <a:noFill/>
            <a:miter/>
          </a:ln>
          <a:effectLst>
            <a:outerShdw blurRad="38100" dist="12700" dir="5400000" algn="ctr" rotWithShape="0">
              <a:srgbClr val="000000">
                <a:alpha val="15000"/>
              </a:srgbClr>
            </a:outerShdw>
          </a:effectLst>
        </p:spPr>
        <p:txBody>
          <a:bodyPr vert="horz" wrap="square" lIns="0" tIns="0" rIns="0" bIns="0" rtlCol="0" anchor="t"/>
          <a:lstStyle/>
          <a:p>
            <a:pPr algn="ctr"/>
            <a:endParaRPr kumimoji="1" lang="zh-CN" altLang="en-US"/>
          </a:p>
        </p:txBody>
      </p:sp>
      <p:sp>
        <p:nvSpPr>
          <p:cNvPr id="4" name="标题 1"/>
          <p:cNvSpPr txBox="1"/>
          <p:nvPr/>
        </p:nvSpPr>
        <p:spPr>
          <a:xfrm>
            <a:off x="7032199" y="2655214"/>
            <a:ext cx="1289538" cy="1289538"/>
          </a:xfrm>
          <a:prstGeom prst="ellipse">
            <a:avLst/>
          </a:prstGeom>
          <a:solidFill>
            <a:schemeClr val="accent1"/>
          </a:solidFill>
          <a:ln w="12700" cap="sq">
            <a:noFill/>
            <a:miter/>
          </a:ln>
          <a:effectLst>
            <a:outerShdw blurRad="762000" dist="254000" dir="5400000" algn="ctr" rotWithShape="0">
              <a:srgbClr val="000000">
                <a:alpha val="30000"/>
              </a:srgbClr>
            </a:outerShdw>
          </a:effectLst>
        </p:spPr>
        <p:txBody>
          <a:bodyPr vert="horz" wrap="square" lIns="0" tIns="0" rIns="0" bIns="0" rtlCol="0" anchor="t"/>
          <a:lstStyle/>
          <a:p>
            <a:pPr algn="ctr"/>
            <a:endParaRPr kumimoji="1" lang="zh-CN" altLang="en-US"/>
          </a:p>
        </p:txBody>
      </p:sp>
      <p:sp>
        <p:nvSpPr>
          <p:cNvPr id="5" name="标题 1"/>
          <p:cNvSpPr txBox="1"/>
          <p:nvPr/>
        </p:nvSpPr>
        <p:spPr>
          <a:xfrm>
            <a:off x="3282228" y="2655214"/>
            <a:ext cx="1289538" cy="1289538"/>
          </a:xfrm>
          <a:prstGeom prst="ellipse">
            <a:avLst/>
          </a:prstGeom>
          <a:solidFill>
            <a:schemeClr val="bg1">
              <a:lumMod val="95000"/>
            </a:schemeClr>
          </a:solidFill>
          <a:ln w="12700" cap="sq">
            <a:noFill/>
            <a:miter/>
          </a:ln>
          <a:effectLst>
            <a:outerShdw blurRad="38100" dist="12700" dir="5400000" algn="ctr" rotWithShape="0">
              <a:srgbClr val="000000">
                <a:alpha val="15000"/>
              </a:srgbClr>
            </a:outerShdw>
          </a:effectLst>
        </p:spPr>
        <p:txBody>
          <a:bodyPr vert="horz" wrap="square" lIns="0" tIns="0" rIns="0" bIns="0" rtlCol="0" anchor="t"/>
          <a:lstStyle/>
          <a:p>
            <a:pPr algn="ctr"/>
            <a:endParaRPr kumimoji="1" lang="zh-CN" altLang="en-US"/>
          </a:p>
        </p:txBody>
      </p:sp>
      <p:sp>
        <p:nvSpPr>
          <p:cNvPr id="6" name="标题 1"/>
          <p:cNvSpPr txBox="1"/>
          <p:nvPr/>
        </p:nvSpPr>
        <p:spPr>
          <a:xfrm>
            <a:off x="5155640" y="2655214"/>
            <a:ext cx="1289538" cy="1289538"/>
          </a:xfrm>
          <a:prstGeom prst="ellipse">
            <a:avLst/>
          </a:prstGeom>
          <a:solidFill>
            <a:schemeClr val="bg1">
              <a:lumMod val="95000"/>
            </a:schemeClr>
          </a:solidFill>
          <a:ln w="12700" cap="sq">
            <a:noFill/>
            <a:miter/>
          </a:ln>
          <a:effectLst>
            <a:outerShdw blurRad="38100" dist="12700" dir="5400000" algn="ctr" rotWithShape="0">
              <a:srgbClr val="000000">
                <a:alpha val="15000"/>
              </a:srgbClr>
            </a:outerShdw>
          </a:effectLst>
        </p:spPr>
        <p:txBody>
          <a:bodyPr vert="horz" wrap="square" lIns="0" tIns="0" rIns="0" bIns="0" rtlCol="0" anchor="t"/>
          <a:lstStyle/>
          <a:p>
            <a:pPr algn="ctr"/>
            <a:endParaRPr kumimoji="1" lang="zh-CN" altLang="en-US"/>
          </a:p>
        </p:txBody>
      </p:sp>
      <p:sp>
        <p:nvSpPr>
          <p:cNvPr id="7" name="标题 1"/>
          <p:cNvSpPr txBox="1"/>
          <p:nvPr/>
        </p:nvSpPr>
        <p:spPr>
          <a:xfrm>
            <a:off x="8904593" y="2655214"/>
            <a:ext cx="1289538" cy="1289538"/>
          </a:xfrm>
          <a:prstGeom prst="ellipse">
            <a:avLst/>
          </a:prstGeom>
          <a:solidFill>
            <a:schemeClr val="bg1">
              <a:lumMod val="95000"/>
            </a:schemeClr>
          </a:solidFill>
          <a:ln w="12700" cap="sq">
            <a:noFill/>
            <a:miter/>
          </a:ln>
          <a:effectLst>
            <a:outerShdw blurRad="38100" dist="12700" dir="5400000" algn="ctr" rotWithShape="0">
              <a:srgbClr val="000000">
                <a:alpha val="15000"/>
              </a:srgbClr>
            </a:outerShdw>
          </a:effectLst>
        </p:spPr>
        <p:txBody>
          <a:bodyPr vert="horz" wrap="square" lIns="0" tIns="0" rIns="0" bIns="0" rtlCol="0" anchor="t"/>
          <a:lstStyle/>
          <a:p>
            <a:pPr algn="ctr"/>
            <a:endParaRPr kumimoji="1" lang="zh-CN" altLang="en-US"/>
          </a:p>
        </p:txBody>
      </p:sp>
      <p:sp>
        <p:nvSpPr>
          <p:cNvPr id="8" name="标题 1"/>
          <p:cNvSpPr txBox="1"/>
          <p:nvPr/>
        </p:nvSpPr>
        <p:spPr>
          <a:xfrm>
            <a:off x="1415010" y="4210436"/>
            <a:ext cx="1692000" cy="1800000"/>
          </a:xfrm>
          <a:prstGeom prst="rect">
            <a:avLst/>
          </a:prstGeom>
          <a:noFill/>
          <a:ln>
            <a:noFill/>
          </a:ln>
        </p:spPr>
        <p:txBody>
          <a:bodyPr vert="horz" wrap="square" lIns="0" tIns="36000" rIns="216000" bIns="36000" rtlCol="0" anchor="t"/>
          <a:lstStyle/>
          <a:p>
            <a:pPr algn="ctr"/>
            <a:r>
              <a:rPr kumimoji="1" lang="en-US" altLang="zh-CN" sz="1200">
                <a:ln w="12700">
                  <a:noFill/>
                </a:ln>
                <a:solidFill>
                  <a:srgbClr val="404040">
                    <a:alpha val="100000"/>
                  </a:srgbClr>
                </a:solidFill>
                <a:latin typeface="Poppins"/>
                <a:ea typeface="Poppins"/>
                <a:cs typeface="Poppins"/>
              </a:rPr>
              <a:t>Specific (Específico)¿Qué se logrará? (Ej. "Implementar un nuevo CRM").</a:t>
            </a:r>
            <a:endParaRPr kumimoji="1" lang="zh-CN" altLang="en-US"/>
          </a:p>
        </p:txBody>
      </p:sp>
      <p:sp>
        <p:nvSpPr>
          <p:cNvPr id="9" name="标题 1"/>
          <p:cNvSpPr txBox="1"/>
          <p:nvPr/>
        </p:nvSpPr>
        <p:spPr>
          <a:xfrm>
            <a:off x="3287406" y="4210436"/>
            <a:ext cx="1692000" cy="1800000"/>
          </a:xfrm>
          <a:prstGeom prst="rect">
            <a:avLst/>
          </a:prstGeom>
          <a:noFill/>
          <a:ln>
            <a:noFill/>
          </a:ln>
        </p:spPr>
        <p:txBody>
          <a:bodyPr vert="horz" wrap="square" lIns="0" tIns="36000" rIns="216000" bIns="36000" rtlCol="0" anchor="t"/>
          <a:lstStyle/>
          <a:p>
            <a:pPr algn="ctr"/>
            <a:r>
              <a:rPr kumimoji="1" lang="en-US" altLang="zh-CN" sz="1200">
                <a:ln w="12700">
                  <a:noFill/>
                </a:ln>
                <a:solidFill>
                  <a:srgbClr val="404040">
                    <a:alpha val="100000"/>
                  </a:srgbClr>
                </a:solidFill>
                <a:latin typeface="Poppins"/>
                <a:ea typeface="Poppins"/>
                <a:cs typeface="Poppins"/>
              </a:rPr>
              <a:t>Measurable (Medible)¿Cómo se medirá el éxito? (Ej. "Reducir el tiempo de respuesta al cliente en un 20%").</a:t>
            </a:r>
            <a:endParaRPr kumimoji="1" lang="zh-CN" altLang="en-US"/>
          </a:p>
        </p:txBody>
      </p:sp>
      <p:sp>
        <p:nvSpPr>
          <p:cNvPr id="10" name="标题 1"/>
          <p:cNvSpPr txBox="1"/>
          <p:nvPr/>
        </p:nvSpPr>
        <p:spPr>
          <a:xfrm>
            <a:off x="5159802" y="4210436"/>
            <a:ext cx="1692000" cy="1800000"/>
          </a:xfrm>
          <a:prstGeom prst="rect">
            <a:avLst/>
          </a:prstGeom>
          <a:noFill/>
          <a:ln>
            <a:noFill/>
          </a:ln>
        </p:spPr>
        <p:txBody>
          <a:bodyPr vert="horz" wrap="square" lIns="0" tIns="36000" rIns="216000" bIns="36000" rtlCol="0" anchor="t"/>
          <a:lstStyle/>
          <a:p>
            <a:pPr algn="ctr"/>
            <a:r>
              <a:rPr kumimoji="1" lang="en-US" altLang="zh-CN" sz="1200">
                <a:ln w="12700">
                  <a:noFill/>
                </a:ln>
                <a:solidFill>
                  <a:srgbClr val="404040">
                    <a:alpha val="100000"/>
                  </a:srgbClr>
                </a:solidFill>
                <a:latin typeface="Poppins"/>
                <a:ea typeface="Poppins"/>
                <a:cs typeface="Poppins"/>
              </a:rPr>
              <a:t>Achievable (Alcanzable)¿Es realista con los recursos actuales?</a:t>
            </a:r>
            <a:endParaRPr kumimoji="1" lang="zh-CN" altLang="en-US"/>
          </a:p>
        </p:txBody>
      </p:sp>
      <p:sp>
        <p:nvSpPr>
          <p:cNvPr id="11" name="标题 1"/>
          <p:cNvSpPr txBox="1"/>
          <p:nvPr/>
        </p:nvSpPr>
        <p:spPr>
          <a:xfrm>
            <a:off x="7032197" y="4210436"/>
            <a:ext cx="1692000" cy="1800000"/>
          </a:xfrm>
          <a:prstGeom prst="rect">
            <a:avLst/>
          </a:prstGeom>
          <a:noFill/>
          <a:ln>
            <a:noFill/>
          </a:ln>
        </p:spPr>
        <p:txBody>
          <a:bodyPr vert="horz" wrap="square" lIns="0" tIns="36000" rIns="216000" bIns="36000" rtlCol="0" anchor="t"/>
          <a:lstStyle/>
          <a:p>
            <a:pPr algn="ctr"/>
            <a:r>
              <a:rPr kumimoji="1" lang="en-US" altLang="zh-CN" sz="1200">
                <a:ln w="12700">
                  <a:noFill/>
                </a:ln>
                <a:solidFill>
                  <a:srgbClr val="404040">
                    <a:alpha val="100000"/>
                  </a:srgbClr>
                </a:solidFill>
                <a:latin typeface="Poppins"/>
                <a:ea typeface="Poppins"/>
                <a:cs typeface="Poppins"/>
              </a:rPr>
              <a:t>Relevant (Relevante)¿Apoya a los objetivos del negocio?</a:t>
            </a:r>
            <a:endParaRPr kumimoji="1" lang="zh-CN" altLang="en-US"/>
          </a:p>
        </p:txBody>
      </p:sp>
      <p:sp>
        <p:nvSpPr>
          <p:cNvPr id="12" name="标题 1"/>
          <p:cNvSpPr txBox="1"/>
          <p:nvPr/>
        </p:nvSpPr>
        <p:spPr>
          <a:xfrm>
            <a:off x="8904592" y="4210436"/>
            <a:ext cx="1692000" cy="1800000"/>
          </a:xfrm>
          <a:prstGeom prst="rect">
            <a:avLst/>
          </a:prstGeom>
          <a:noFill/>
          <a:ln>
            <a:noFill/>
          </a:ln>
        </p:spPr>
        <p:txBody>
          <a:bodyPr vert="horz" wrap="square" lIns="0" tIns="36000" rIns="216000" bIns="36000" rtlCol="0" anchor="t"/>
          <a:lstStyle/>
          <a:p>
            <a:pPr algn="ctr"/>
            <a:r>
              <a:rPr kumimoji="1" lang="en-US" altLang="zh-CN" sz="1200">
                <a:ln w="12700">
                  <a:noFill/>
                </a:ln>
                <a:solidFill>
                  <a:srgbClr val="404040">
                    <a:alpha val="100000"/>
                  </a:srgbClr>
                </a:solidFill>
                <a:latin typeface="Poppins"/>
                <a:ea typeface="Poppins"/>
                <a:cs typeface="Poppins"/>
              </a:rPr>
              <a:t>Time- bound (Limitado en Tiempo)¿Cuándo se completará? (Ej. "para el 30 de junio").</a:t>
            </a:r>
            <a:endParaRPr kumimoji="1" lang="zh-CN" altLang="en-US"/>
          </a:p>
        </p:txBody>
      </p:sp>
      <p:sp>
        <p:nvSpPr>
          <p:cNvPr id="13" name="标题 1"/>
          <p:cNvSpPr txBox="1"/>
          <p:nvPr/>
        </p:nvSpPr>
        <p:spPr>
          <a:xfrm>
            <a:off x="3729158" y="3074044"/>
            <a:ext cx="395677" cy="451877"/>
          </a:xfrm>
          <a:custGeom>
            <a:avLst/>
            <a:gdLst>
              <a:gd name="connsiteX0" fmla="*/ 1449958 w 1449958"/>
              <a:gd name="connsiteY0" fmla="*/ 669913 h 1655898"/>
              <a:gd name="connsiteX1" fmla="*/ 1449586 w 1449958"/>
              <a:gd name="connsiteY1" fmla="*/ 666192 h 1655898"/>
              <a:gd name="connsiteX2" fmla="*/ 1449586 w 1449958"/>
              <a:gd name="connsiteY2" fmla="*/ 665634 h 1655898"/>
              <a:gd name="connsiteX3" fmla="*/ 1448098 w 1449958"/>
              <a:gd name="connsiteY3" fmla="*/ 658006 h 1655898"/>
              <a:gd name="connsiteX4" fmla="*/ 1445307 w 1449958"/>
              <a:gd name="connsiteY4" fmla="*/ 650379 h 1655898"/>
              <a:gd name="connsiteX5" fmla="*/ 1443633 w 1449958"/>
              <a:gd name="connsiteY5" fmla="*/ 646844 h 1655898"/>
              <a:gd name="connsiteX6" fmla="*/ 1441772 w 1449958"/>
              <a:gd name="connsiteY6" fmla="*/ 643496 h 1655898"/>
              <a:gd name="connsiteX7" fmla="*/ 1441400 w 1449958"/>
              <a:gd name="connsiteY7" fmla="*/ 643124 h 1655898"/>
              <a:gd name="connsiteX8" fmla="*/ 1439354 w 1449958"/>
              <a:gd name="connsiteY8" fmla="*/ 640147 h 1655898"/>
              <a:gd name="connsiteX9" fmla="*/ 1439168 w 1449958"/>
              <a:gd name="connsiteY9" fmla="*/ 639775 h 1655898"/>
              <a:gd name="connsiteX10" fmla="*/ 1436936 w 1449958"/>
              <a:gd name="connsiteY10" fmla="*/ 636798 h 1655898"/>
              <a:gd name="connsiteX11" fmla="*/ 1436378 w 1449958"/>
              <a:gd name="connsiteY11" fmla="*/ 636240 h 1655898"/>
              <a:gd name="connsiteX12" fmla="*/ 1433773 w 1449958"/>
              <a:gd name="connsiteY12" fmla="*/ 633450 h 1655898"/>
              <a:gd name="connsiteX13" fmla="*/ 816136 w 1449958"/>
              <a:gd name="connsiteY13" fmla="*/ 15813 h 1655898"/>
              <a:gd name="connsiteX14" fmla="*/ 813346 w 1449958"/>
              <a:gd name="connsiteY14" fmla="*/ 13208 h 1655898"/>
              <a:gd name="connsiteX15" fmla="*/ 812788 w 1449958"/>
              <a:gd name="connsiteY15" fmla="*/ 12650 h 1655898"/>
              <a:gd name="connsiteX16" fmla="*/ 809997 w 1449958"/>
              <a:gd name="connsiteY16" fmla="*/ 10418 h 1655898"/>
              <a:gd name="connsiteX17" fmla="*/ 809625 w 1449958"/>
              <a:gd name="connsiteY17" fmla="*/ 10232 h 1655898"/>
              <a:gd name="connsiteX18" fmla="*/ 806834 w 1449958"/>
              <a:gd name="connsiteY18" fmla="*/ 8372 h 1655898"/>
              <a:gd name="connsiteX19" fmla="*/ 806276 w 1449958"/>
              <a:gd name="connsiteY19" fmla="*/ 8000 h 1655898"/>
              <a:gd name="connsiteX20" fmla="*/ 802928 w 1449958"/>
              <a:gd name="connsiteY20" fmla="*/ 6139 h 1655898"/>
              <a:gd name="connsiteX21" fmla="*/ 802742 w 1449958"/>
              <a:gd name="connsiteY21" fmla="*/ 6139 h 1655898"/>
              <a:gd name="connsiteX22" fmla="*/ 799207 w 1449958"/>
              <a:gd name="connsiteY22" fmla="*/ 4465 h 1655898"/>
              <a:gd name="connsiteX23" fmla="*/ 799021 w 1449958"/>
              <a:gd name="connsiteY23" fmla="*/ 4465 h 1655898"/>
              <a:gd name="connsiteX24" fmla="*/ 791580 w 1449958"/>
              <a:gd name="connsiteY24" fmla="*/ 1860 h 1655898"/>
              <a:gd name="connsiteX25" fmla="*/ 791394 w 1449958"/>
              <a:gd name="connsiteY25" fmla="*/ 1860 h 1655898"/>
              <a:gd name="connsiteX26" fmla="*/ 783766 w 1449958"/>
              <a:gd name="connsiteY26" fmla="*/ 372 h 1655898"/>
              <a:gd name="connsiteX27" fmla="*/ 783022 w 1449958"/>
              <a:gd name="connsiteY27" fmla="*/ 372 h 1655898"/>
              <a:gd name="connsiteX28" fmla="*/ 779301 w 1449958"/>
              <a:gd name="connsiteY28" fmla="*/ 0 h 1655898"/>
              <a:gd name="connsiteX29" fmla="*/ 261751 w 1449958"/>
              <a:gd name="connsiteY29" fmla="*/ 0 h 1655898"/>
              <a:gd name="connsiteX30" fmla="*/ 0 w 1449958"/>
              <a:gd name="connsiteY30" fmla="*/ 261751 h 1655898"/>
              <a:gd name="connsiteX31" fmla="*/ 0 w 1449958"/>
              <a:gd name="connsiteY31" fmla="*/ 1394148 h 1655898"/>
              <a:gd name="connsiteX32" fmla="*/ 261751 w 1449958"/>
              <a:gd name="connsiteY32" fmla="*/ 1655899 h 1655898"/>
              <a:gd name="connsiteX33" fmla="*/ 1188207 w 1449958"/>
              <a:gd name="connsiteY33" fmla="*/ 1655899 h 1655898"/>
              <a:gd name="connsiteX34" fmla="*/ 1449958 w 1449958"/>
              <a:gd name="connsiteY34" fmla="*/ 1394148 h 1655898"/>
              <a:gd name="connsiteX35" fmla="*/ 1449958 w 1449958"/>
              <a:gd name="connsiteY35" fmla="*/ 672889 h 1655898"/>
              <a:gd name="connsiteX36" fmla="*/ 1449958 w 1449958"/>
              <a:gd name="connsiteY36" fmla="*/ 669913 h 1655898"/>
              <a:gd name="connsiteX37" fmla="*/ 832321 w 1449958"/>
              <a:gd name="connsiteY37" fmla="*/ 466948 h 1655898"/>
              <a:gd name="connsiteX38" fmla="*/ 832321 w 1449958"/>
              <a:gd name="connsiteY38" fmla="*/ 189942 h 1655898"/>
              <a:gd name="connsiteX39" fmla="*/ 1259458 w 1449958"/>
              <a:gd name="connsiteY39" fmla="*/ 617079 h 1655898"/>
              <a:gd name="connsiteX40" fmla="*/ 982452 w 1449958"/>
              <a:gd name="connsiteY40" fmla="*/ 617079 h 1655898"/>
              <a:gd name="connsiteX41" fmla="*/ 832321 w 1449958"/>
              <a:gd name="connsiteY41" fmla="*/ 466948 h 1655898"/>
              <a:gd name="connsiteX42" fmla="*/ 1338337 w 1449958"/>
              <a:gd name="connsiteY42" fmla="*/ 1393403 h 1655898"/>
              <a:gd name="connsiteX43" fmla="*/ 1188207 w 1449958"/>
              <a:gd name="connsiteY43" fmla="*/ 1543534 h 1655898"/>
              <a:gd name="connsiteX44" fmla="*/ 261751 w 1449958"/>
              <a:gd name="connsiteY44" fmla="*/ 1543534 h 1655898"/>
              <a:gd name="connsiteX45" fmla="*/ 111621 w 1449958"/>
              <a:gd name="connsiteY45" fmla="*/ 1393403 h 1655898"/>
              <a:gd name="connsiteX46" fmla="*/ 111621 w 1449958"/>
              <a:gd name="connsiteY46" fmla="*/ 261007 h 1655898"/>
              <a:gd name="connsiteX47" fmla="*/ 261751 w 1449958"/>
              <a:gd name="connsiteY47" fmla="*/ 110877 h 1655898"/>
              <a:gd name="connsiteX48" fmla="*/ 720700 w 1449958"/>
              <a:gd name="connsiteY48" fmla="*/ 110877 h 1655898"/>
              <a:gd name="connsiteX49" fmla="*/ 720700 w 1449958"/>
              <a:gd name="connsiteY49" fmla="*/ 466948 h 1655898"/>
              <a:gd name="connsiteX50" fmla="*/ 982452 w 1449958"/>
              <a:gd name="connsiteY50" fmla="*/ 728700 h 1655898"/>
              <a:gd name="connsiteX51" fmla="*/ 1338523 w 1449958"/>
              <a:gd name="connsiteY51" fmla="*/ 728700 h 1655898"/>
              <a:gd name="connsiteX52" fmla="*/ 1338523 w 1449958"/>
              <a:gd name="connsiteY52" fmla="*/ 1393403 h 1655898"/>
            </a:gdLst>
            <a:ahLst/>
            <a:cxnLst/>
            <a:rect l="l" t="t" r="r" b="b"/>
            <a:pathLst>
              <a:path w="1449958" h="1655898">
                <a:moveTo>
                  <a:pt x="1449958" y="669913"/>
                </a:moveTo>
                <a:cubicBezTo>
                  <a:pt x="1449958" y="668610"/>
                  <a:pt x="1449772" y="667308"/>
                  <a:pt x="1449586" y="666192"/>
                </a:cubicBezTo>
                <a:lnTo>
                  <a:pt x="1449586" y="665634"/>
                </a:lnTo>
                <a:cubicBezTo>
                  <a:pt x="1449214" y="663029"/>
                  <a:pt x="1448656" y="660425"/>
                  <a:pt x="1448098" y="658006"/>
                </a:cubicBezTo>
                <a:cubicBezTo>
                  <a:pt x="1447354" y="655402"/>
                  <a:pt x="1446423" y="652797"/>
                  <a:pt x="1445307" y="650379"/>
                </a:cubicBezTo>
                <a:cubicBezTo>
                  <a:pt x="1444749" y="649077"/>
                  <a:pt x="1444191" y="647960"/>
                  <a:pt x="1443633" y="646844"/>
                </a:cubicBezTo>
                <a:cubicBezTo>
                  <a:pt x="1443075" y="645728"/>
                  <a:pt x="1442331" y="644612"/>
                  <a:pt x="1441772" y="643496"/>
                </a:cubicBezTo>
                <a:cubicBezTo>
                  <a:pt x="1441587" y="643310"/>
                  <a:pt x="1441587" y="643124"/>
                  <a:pt x="1441400" y="643124"/>
                </a:cubicBezTo>
                <a:cubicBezTo>
                  <a:pt x="1440842" y="642193"/>
                  <a:pt x="1440098" y="641077"/>
                  <a:pt x="1439354" y="640147"/>
                </a:cubicBezTo>
                <a:cubicBezTo>
                  <a:pt x="1439354" y="640147"/>
                  <a:pt x="1439168" y="639961"/>
                  <a:pt x="1439168" y="639775"/>
                </a:cubicBezTo>
                <a:cubicBezTo>
                  <a:pt x="1438424" y="638845"/>
                  <a:pt x="1437680" y="637729"/>
                  <a:pt x="1436936" y="636798"/>
                </a:cubicBezTo>
                <a:lnTo>
                  <a:pt x="1436378" y="636240"/>
                </a:lnTo>
                <a:cubicBezTo>
                  <a:pt x="1435633" y="635310"/>
                  <a:pt x="1434703" y="634380"/>
                  <a:pt x="1433773" y="633450"/>
                </a:cubicBezTo>
                <a:lnTo>
                  <a:pt x="816136" y="15813"/>
                </a:lnTo>
                <a:cubicBezTo>
                  <a:pt x="815206" y="14883"/>
                  <a:pt x="814276" y="14139"/>
                  <a:pt x="813346" y="13208"/>
                </a:cubicBezTo>
                <a:lnTo>
                  <a:pt x="812788" y="12650"/>
                </a:lnTo>
                <a:lnTo>
                  <a:pt x="809997" y="10418"/>
                </a:lnTo>
                <a:cubicBezTo>
                  <a:pt x="809811" y="10418"/>
                  <a:pt x="809811" y="10232"/>
                  <a:pt x="809625" y="10232"/>
                </a:cubicBezTo>
                <a:cubicBezTo>
                  <a:pt x="808695" y="9488"/>
                  <a:pt x="807765" y="8930"/>
                  <a:pt x="806834" y="8372"/>
                </a:cubicBezTo>
                <a:cubicBezTo>
                  <a:pt x="806649" y="8186"/>
                  <a:pt x="806462" y="8186"/>
                  <a:pt x="806276" y="8000"/>
                </a:cubicBezTo>
                <a:cubicBezTo>
                  <a:pt x="805160" y="7255"/>
                  <a:pt x="804044" y="6697"/>
                  <a:pt x="802928" y="6139"/>
                </a:cubicBezTo>
                <a:lnTo>
                  <a:pt x="802742" y="6139"/>
                </a:lnTo>
                <a:cubicBezTo>
                  <a:pt x="801626" y="5581"/>
                  <a:pt x="800509" y="5023"/>
                  <a:pt x="799207" y="4465"/>
                </a:cubicBezTo>
                <a:lnTo>
                  <a:pt x="799021" y="4465"/>
                </a:lnTo>
                <a:cubicBezTo>
                  <a:pt x="796603" y="3349"/>
                  <a:pt x="793998" y="2418"/>
                  <a:pt x="791580" y="1860"/>
                </a:cubicBezTo>
                <a:lnTo>
                  <a:pt x="791394" y="1860"/>
                </a:lnTo>
                <a:cubicBezTo>
                  <a:pt x="788975" y="1116"/>
                  <a:pt x="786371" y="744"/>
                  <a:pt x="783766" y="372"/>
                </a:cubicBezTo>
                <a:lnTo>
                  <a:pt x="783022" y="372"/>
                </a:lnTo>
                <a:cubicBezTo>
                  <a:pt x="781720" y="186"/>
                  <a:pt x="780604" y="186"/>
                  <a:pt x="779301" y="0"/>
                </a:cubicBezTo>
                <a:lnTo>
                  <a:pt x="261751" y="0"/>
                </a:lnTo>
                <a:cubicBezTo>
                  <a:pt x="117388" y="0"/>
                  <a:pt x="0" y="117388"/>
                  <a:pt x="0" y="261751"/>
                </a:cubicBezTo>
                <a:lnTo>
                  <a:pt x="0" y="1394148"/>
                </a:lnTo>
                <a:cubicBezTo>
                  <a:pt x="0" y="1538511"/>
                  <a:pt x="117388" y="1655899"/>
                  <a:pt x="261751" y="1655899"/>
                </a:cubicBezTo>
                <a:lnTo>
                  <a:pt x="1188207" y="1655899"/>
                </a:lnTo>
                <a:cubicBezTo>
                  <a:pt x="1332570" y="1655899"/>
                  <a:pt x="1449958" y="1538511"/>
                  <a:pt x="1449958" y="1394148"/>
                </a:cubicBezTo>
                <a:lnTo>
                  <a:pt x="1449958" y="672889"/>
                </a:lnTo>
                <a:lnTo>
                  <a:pt x="1449958" y="669913"/>
                </a:lnTo>
                <a:close/>
                <a:moveTo>
                  <a:pt x="832321" y="466948"/>
                </a:moveTo>
                <a:lnTo>
                  <a:pt x="832321" y="189942"/>
                </a:lnTo>
                <a:lnTo>
                  <a:pt x="1259458" y="617079"/>
                </a:lnTo>
                <a:lnTo>
                  <a:pt x="982452" y="617079"/>
                </a:lnTo>
                <a:cubicBezTo>
                  <a:pt x="899666" y="617079"/>
                  <a:pt x="832321" y="549734"/>
                  <a:pt x="832321" y="466948"/>
                </a:cubicBezTo>
                <a:close/>
                <a:moveTo>
                  <a:pt x="1338337" y="1393403"/>
                </a:moveTo>
                <a:cubicBezTo>
                  <a:pt x="1338337" y="1476189"/>
                  <a:pt x="1270992" y="1543534"/>
                  <a:pt x="1188207" y="1543534"/>
                </a:cubicBezTo>
                <a:lnTo>
                  <a:pt x="261751" y="1543534"/>
                </a:lnTo>
                <a:cubicBezTo>
                  <a:pt x="178966" y="1543534"/>
                  <a:pt x="111621" y="1476189"/>
                  <a:pt x="111621" y="1393403"/>
                </a:cubicBezTo>
                <a:lnTo>
                  <a:pt x="111621" y="261007"/>
                </a:lnTo>
                <a:cubicBezTo>
                  <a:pt x="111621" y="178222"/>
                  <a:pt x="178966" y="110877"/>
                  <a:pt x="261751" y="110877"/>
                </a:cubicBezTo>
                <a:lnTo>
                  <a:pt x="720700" y="110877"/>
                </a:lnTo>
                <a:lnTo>
                  <a:pt x="720700" y="466948"/>
                </a:lnTo>
                <a:cubicBezTo>
                  <a:pt x="720700" y="611312"/>
                  <a:pt x="838088" y="728700"/>
                  <a:pt x="982452" y="728700"/>
                </a:cubicBezTo>
                <a:lnTo>
                  <a:pt x="1338523" y="728700"/>
                </a:lnTo>
                <a:lnTo>
                  <a:pt x="1338523" y="1393403"/>
                </a:lnTo>
                <a:close/>
              </a:path>
            </a:pathLst>
          </a:custGeom>
          <a:solidFill>
            <a:schemeClr val="tx1">
              <a:lumMod val="75000"/>
              <a:lumOff val="25000"/>
            </a:schemeClr>
          </a:solidFill>
          <a:ln w="12700" cap="sq">
            <a:noFill/>
            <a:miter/>
          </a:ln>
        </p:spPr>
        <p:txBody>
          <a:bodyPr vert="horz" wrap="square" lIns="38100" tIns="38100" rIns="38100" bIns="38100" rtlCol="0" anchor="ctr"/>
          <a:lstStyle/>
          <a:p>
            <a:pPr algn="l"/>
            <a:endParaRPr kumimoji="1" lang="zh-CN" altLang="en-US"/>
          </a:p>
        </p:txBody>
      </p:sp>
      <p:sp>
        <p:nvSpPr>
          <p:cNvPr id="14" name="标题 1"/>
          <p:cNvSpPr txBox="1"/>
          <p:nvPr/>
        </p:nvSpPr>
        <p:spPr>
          <a:xfrm>
            <a:off x="1849687" y="3074042"/>
            <a:ext cx="417152" cy="451877"/>
          </a:xfrm>
          <a:custGeom>
            <a:avLst/>
            <a:gdLst>
              <a:gd name="connsiteX0" fmla="*/ 712625 w 1425436"/>
              <a:gd name="connsiteY0" fmla="*/ 111621 h 1544091"/>
              <a:gd name="connsiteX1" fmla="*/ 902567 w 1425436"/>
              <a:gd name="connsiteY1" fmla="*/ 190314 h 1544091"/>
              <a:gd name="connsiteX2" fmla="*/ 981260 w 1425436"/>
              <a:gd name="connsiteY2" fmla="*/ 380256 h 1544091"/>
              <a:gd name="connsiteX3" fmla="*/ 902567 w 1425436"/>
              <a:gd name="connsiteY3" fmla="*/ 570198 h 1544091"/>
              <a:gd name="connsiteX4" fmla="*/ 712625 w 1425436"/>
              <a:gd name="connsiteY4" fmla="*/ 648891 h 1544091"/>
              <a:gd name="connsiteX5" fmla="*/ 522684 w 1425436"/>
              <a:gd name="connsiteY5" fmla="*/ 570198 h 1544091"/>
              <a:gd name="connsiteX6" fmla="*/ 444177 w 1425436"/>
              <a:gd name="connsiteY6" fmla="*/ 380070 h 1544091"/>
              <a:gd name="connsiteX7" fmla="*/ 522870 w 1425436"/>
              <a:gd name="connsiteY7" fmla="*/ 190128 h 1544091"/>
              <a:gd name="connsiteX8" fmla="*/ 712625 w 1425436"/>
              <a:gd name="connsiteY8" fmla="*/ 111621 h 1544091"/>
              <a:gd name="connsiteX9" fmla="*/ 712625 w 1425436"/>
              <a:gd name="connsiteY9" fmla="*/ 0 h 1544091"/>
              <a:gd name="connsiteX10" fmla="*/ 332556 w 1425436"/>
              <a:gd name="connsiteY10" fmla="*/ 380070 h 1544091"/>
              <a:gd name="connsiteX11" fmla="*/ 712625 w 1425436"/>
              <a:gd name="connsiteY11" fmla="*/ 760140 h 1544091"/>
              <a:gd name="connsiteX12" fmla="*/ 1092695 w 1425436"/>
              <a:gd name="connsiteY12" fmla="*/ 380070 h 1544091"/>
              <a:gd name="connsiteX13" fmla="*/ 712625 w 1425436"/>
              <a:gd name="connsiteY13" fmla="*/ 0 h 1544091"/>
              <a:gd name="connsiteX14" fmla="*/ 712625 w 1425436"/>
              <a:gd name="connsiteY14" fmla="*/ 943012 h 1544091"/>
              <a:gd name="connsiteX15" fmla="*/ 978842 w 1425436"/>
              <a:gd name="connsiteY15" fmla="*/ 976685 h 1544091"/>
              <a:gd name="connsiteX16" fmla="*/ 1146087 w 1425436"/>
              <a:gd name="connsiteY16" fmla="*/ 1059470 h 1544091"/>
              <a:gd name="connsiteX17" fmla="*/ 1248593 w 1425436"/>
              <a:gd name="connsiteY17" fmla="*/ 1174440 h 1544091"/>
              <a:gd name="connsiteX18" fmla="*/ 1310356 w 1425436"/>
              <a:gd name="connsiteY18" fmla="*/ 1316385 h 1544091"/>
              <a:gd name="connsiteX19" fmla="*/ 1296590 w 1425436"/>
              <a:gd name="connsiteY19" fmla="*/ 1390241 h 1544091"/>
              <a:gd name="connsiteX20" fmla="*/ 1208595 w 1425436"/>
              <a:gd name="connsiteY20" fmla="*/ 1432285 h 1544091"/>
              <a:gd name="connsiteX21" fmla="*/ 216842 w 1425436"/>
              <a:gd name="connsiteY21" fmla="*/ 1432285 h 1544091"/>
              <a:gd name="connsiteX22" fmla="*/ 128847 w 1425436"/>
              <a:gd name="connsiteY22" fmla="*/ 1390241 h 1544091"/>
              <a:gd name="connsiteX23" fmla="*/ 115081 w 1425436"/>
              <a:gd name="connsiteY23" fmla="*/ 1316385 h 1544091"/>
              <a:gd name="connsiteX24" fmla="*/ 176844 w 1425436"/>
              <a:gd name="connsiteY24" fmla="*/ 1174440 h 1544091"/>
              <a:gd name="connsiteX25" fmla="*/ 279350 w 1425436"/>
              <a:gd name="connsiteY25" fmla="*/ 1059470 h 1544091"/>
              <a:gd name="connsiteX26" fmla="*/ 446595 w 1425436"/>
              <a:gd name="connsiteY26" fmla="*/ 976685 h 1544091"/>
              <a:gd name="connsiteX27" fmla="*/ 712625 w 1425436"/>
              <a:gd name="connsiteY27" fmla="*/ 943012 h 1544091"/>
              <a:gd name="connsiteX28" fmla="*/ 712625 w 1425436"/>
              <a:gd name="connsiteY28" fmla="*/ 831391 h 1544091"/>
              <a:gd name="connsiteX29" fmla="*/ 8296 w 1425436"/>
              <a:gd name="connsiteY29" fmla="*/ 1284387 h 1544091"/>
              <a:gd name="connsiteX30" fmla="*/ 216842 w 1425436"/>
              <a:gd name="connsiteY30" fmla="*/ 1544092 h 1544091"/>
              <a:gd name="connsiteX31" fmla="*/ 1208595 w 1425436"/>
              <a:gd name="connsiteY31" fmla="*/ 1544092 h 1544091"/>
              <a:gd name="connsiteX32" fmla="*/ 1417141 w 1425436"/>
              <a:gd name="connsiteY32" fmla="*/ 1284387 h 1544091"/>
              <a:gd name="connsiteX33" fmla="*/ 712625 w 1425436"/>
              <a:gd name="connsiteY33" fmla="*/ 831391 h 1544091"/>
            </a:gdLst>
            <a:ahLst/>
            <a:cxnLst/>
            <a:rect l="l" t="t" r="r" b="b"/>
            <a:pathLst>
              <a:path w="1425436" h="1544091">
                <a:moveTo>
                  <a:pt x="712625" y="111621"/>
                </a:moveTo>
                <a:cubicBezTo>
                  <a:pt x="784435" y="111621"/>
                  <a:pt x="851780" y="139526"/>
                  <a:pt x="902567" y="190314"/>
                </a:cubicBezTo>
                <a:cubicBezTo>
                  <a:pt x="953355" y="241102"/>
                  <a:pt x="981260" y="308446"/>
                  <a:pt x="981260" y="380256"/>
                </a:cubicBezTo>
                <a:cubicBezTo>
                  <a:pt x="981260" y="452065"/>
                  <a:pt x="953355" y="519410"/>
                  <a:pt x="902567" y="570198"/>
                </a:cubicBezTo>
                <a:cubicBezTo>
                  <a:pt x="851780" y="620985"/>
                  <a:pt x="784435" y="648891"/>
                  <a:pt x="712625" y="648891"/>
                </a:cubicBezTo>
                <a:cubicBezTo>
                  <a:pt x="640816" y="648891"/>
                  <a:pt x="573471" y="620985"/>
                  <a:pt x="522684" y="570198"/>
                </a:cubicBezTo>
                <a:cubicBezTo>
                  <a:pt x="472082" y="519224"/>
                  <a:pt x="444177" y="451693"/>
                  <a:pt x="444177" y="380070"/>
                </a:cubicBezTo>
                <a:cubicBezTo>
                  <a:pt x="444177" y="308446"/>
                  <a:pt x="472082" y="240916"/>
                  <a:pt x="522870" y="190128"/>
                </a:cubicBezTo>
                <a:cubicBezTo>
                  <a:pt x="573471" y="139526"/>
                  <a:pt x="641002" y="111621"/>
                  <a:pt x="712625" y="111621"/>
                </a:cubicBezTo>
                <a:moveTo>
                  <a:pt x="712625" y="0"/>
                </a:moveTo>
                <a:cubicBezTo>
                  <a:pt x="502778" y="0"/>
                  <a:pt x="332556" y="170036"/>
                  <a:pt x="332556" y="380070"/>
                </a:cubicBezTo>
                <a:cubicBezTo>
                  <a:pt x="332556" y="589917"/>
                  <a:pt x="502778" y="760140"/>
                  <a:pt x="712625" y="760140"/>
                </a:cubicBezTo>
                <a:cubicBezTo>
                  <a:pt x="922473" y="760140"/>
                  <a:pt x="1092695" y="589917"/>
                  <a:pt x="1092695" y="380070"/>
                </a:cubicBezTo>
                <a:cubicBezTo>
                  <a:pt x="1092881" y="170036"/>
                  <a:pt x="922659" y="0"/>
                  <a:pt x="712625" y="0"/>
                </a:cubicBezTo>
                <a:close/>
                <a:moveTo>
                  <a:pt x="712625" y="943012"/>
                </a:moveTo>
                <a:cubicBezTo>
                  <a:pt x="813643" y="943012"/>
                  <a:pt x="903126" y="954360"/>
                  <a:pt x="978842" y="976685"/>
                </a:cubicBezTo>
                <a:cubicBezTo>
                  <a:pt x="1043582" y="995846"/>
                  <a:pt x="1099951" y="1023752"/>
                  <a:pt x="1146087" y="1059470"/>
                </a:cubicBezTo>
                <a:cubicBezTo>
                  <a:pt x="1186829" y="1091096"/>
                  <a:pt x="1220315" y="1128675"/>
                  <a:pt x="1248593" y="1174440"/>
                </a:cubicBezTo>
                <a:cubicBezTo>
                  <a:pt x="1273708" y="1215368"/>
                  <a:pt x="1293985" y="1261877"/>
                  <a:pt x="1310356" y="1316385"/>
                </a:cubicBezTo>
                <a:cubicBezTo>
                  <a:pt x="1320774" y="1350801"/>
                  <a:pt x="1306264" y="1377404"/>
                  <a:pt x="1296590" y="1390241"/>
                </a:cubicBezTo>
                <a:cubicBezTo>
                  <a:pt x="1276684" y="1417030"/>
                  <a:pt x="1244686" y="1432285"/>
                  <a:pt x="1208595" y="1432285"/>
                </a:cubicBezTo>
                <a:lnTo>
                  <a:pt x="216842" y="1432285"/>
                </a:lnTo>
                <a:cubicBezTo>
                  <a:pt x="180937" y="1432285"/>
                  <a:pt x="148753" y="1417030"/>
                  <a:pt x="128847" y="1390241"/>
                </a:cubicBezTo>
                <a:cubicBezTo>
                  <a:pt x="119359" y="1377404"/>
                  <a:pt x="104849" y="1350801"/>
                  <a:pt x="115081" y="1316385"/>
                </a:cubicBezTo>
                <a:cubicBezTo>
                  <a:pt x="131452" y="1261877"/>
                  <a:pt x="151543" y="1215368"/>
                  <a:pt x="176844" y="1174440"/>
                </a:cubicBezTo>
                <a:cubicBezTo>
                  <a:pt x="204936" y="1128675"/>
                  <a:pt x="238422" y="1090910"/>
                  <a:pt x="279350" y="1059470"/>
                </a:cubicBezTo>
                <a:cubicBezTo>
                  <a:pt x="325486" y="1023752"/>
                  <a:pt x="381855" y="995846"/>
                  <a:pt x="446595" y="976685"/>
                </a:cubicBezTo>
                <a:cubicBezTo>
                  <a:pt x="522125" y="954360"/>
                  <a:pt x="611794" y="943012"/>
                  <a:pt x="712625" y="943012"/>
                </a:cubicBezTo>
                <a:moveTo>
                  <a:pt x="712625" y="831391"/>
                </a:moveTo>
                <a:cubicBezTo>
                  <a:pt x="244561" y="831391"/>
                  <a:pt x="77501" y="1053331"/>
                  <a:pt x="8296" y="1284387"/>
                </a:cubicBezTo>
                <a:cubicBezTo>
                  <a:pt x="-30771" y="1414611"/>
                  <a:pt x="73037" y="1544092"/>
                  <a:pt x="216842" y="1544092"/>
                </a:cubicBezTo>
                <a:lnTo>
                  <a:pt x="1208595" y="1544092"/>
                </a:lnTo>
                <a:cubicBezTo>
                  <a:pt x="1352400" y="1544092"/>
                  <a:pt x="1456208" y="1414611"/>
                  <a:pt x="1417141" y="1284387"/>
                </a:cubicBezTo>
                <a:cubicBezTo>
                  <a:pt x="1347750" y="1053331"/>
                  <a:pt x="1180690" y="831391"/>
                  <a:pt x="712625" y="831391"/>
                </a:cubicBezTo>
                <a:close/>
              </a:path>
            </a:pathLst>
          </a:custGeom>
          <a:solidFill>
            <a:schemeClr val="tx1">
              <a:lumMod val="75000"/>
              <a:lumOff val="25000"/>
            </a:schemeClr>
          </a:solidFill>
          <a:ln w="12700" cap="sq">
            <a:noFill/>
            <a:miter/>
          </a:ln>
        </p:spPr>
        <p:txBody>
          <a:bodyPr vert="horz" wrap="square" lIns="38100" tIns="38100" rIns="38100" bIns="38100" rtlCol="0" anchor="ctr"/>
          <a:lstStyle/>
          <a:p>
            <a:pPr algn="l"/>
            <a:endParaRPr kumimoji="1" lang="zh-CN" altLang="en-US"/>
          </a:p>
        </p:txBody>
      </p:sp>
      <p:sp>
        <p:nvSpPr>
          <p:cNvPr id="15" name="标题 1"/>
          <p:cNvSpPr txBox="1"/>
          <p:nvPr/>
        </p:nvSpPr>
        <p:spPr>
          <a:xfrm>
            <a:off x="7493859" y="3116845"/>
            <a:ext cx="366218" cy="366272"/>
          </a:xfrm>
          <a:custGeom>
            <a:avLst/>
            <a:gdLst>
              <a:gd name="connsiteX0" fmla="*/ 669168 w 1599855"/>
              <a:gd name="connsiteY0" fmla="*/ 111621 h 1600088"/>
              <a:gd name="connsiteX1" fmla="*/ 886086 w 1599855"/>
              <a:gd name="connsiteY1" fmla="*/ 155339 h 1600088"/>
              <a:gd name="connsiteX2" fmla="*/ 1063377 w 1599855"/>
              <a:gd name="connsiteY2" fmla="*/ 274960 h 1600088"/>
              <a:gd name="connsiteX3" fmla="*/ 1182998 w 1599855"/>
              <a:gd name="connsiteY3" fmla="*/ 452251 h 1600088"/>
              <a:gd name="connsiteX4" fmla="*/ 1226716 w 1599855"/>
              <a:gd name="connsiteY4" fmla="*/ 669168 h 1600088"/>
              <a:gd name="connsiteX5" fmla="*/ 1182998 w 1599855"/>
              <a:gd name="connsiteY5" fmla="*/ 886085 h 1600088"/>
              <a:gd name="connsiteX6" fmla="*/ 1063377 w 1599855"/>
              <a:gd name="connsiteY6" fmla="*/ 1063377 h 1600088"/>
              <a:gd name="connsiteX7" fmla="*/ 886086 w 1599855"/>
              <a:gd name="connsiteY7" fmla="*/ 1182998 h 1600088"/>
              <a:gd name="connsiteX8" fmla="*/ 669168 w 1599855"/>
              <a:gd name="connsiteY8" fmla="*/ 1226716 h 1600088"/>
              <a:gd name="connsiteX9" fmla="*/ 452251 w 1599855"/>
              <a:gd name="connsiteY9" fmla="*/ 1182998 h 1600088"/>
              <a:gd name="connsiteX10" fmla="*/ 274960 w 1599855"/>
              <a:gd name="connsiteY10" fmla="*/ 1063377 h 1600088"/>
              <a:gd name="connsiteX11" fmla="*/ 155339 w 1599855"/>
              <a:gd name="connsiteY11" fmla="*/ 886085 h 1600088"/>
              <a:gd name="connsiteX12" fmla="*/ 111621 w 1599855"/>
              <a:gd name="connsiteY12" fmla="*/ 669168 h 1600088"/>
              <a:gd name="connsiteX13" fmla="*/ 155339 w 1599855"/>
              <a:gd name="connsiteY13" fmla="*/ 452251 h 1600088"/>
              <a:gd name="connsiteX14" fmla="*/ 274960 w 1599855"/>
              <a:gd name="connsiteY14" fmla="*/ 274960 h 1600088"/>
              <a:gd name="connsiteX15" fmla="*/ 452251 w 1599855"/>
              <a:gd name="connsiteY15" fmla="*/ 155339 h 1600088"/>
              <a:gd name="connsiteX16" fmla="*/ 669168 w 1599855"/>
              <a:gd name="connsiteY16" fmla="*/ 111621 h 1600088"/>
              <a:gd name="connsiteX17" fmla="*/ 669168 w 1599855"/>
              <a:gd name="connsiteY17" fmla="*/ 0 h 1600088"/>
              <a:gd name="connsiteX18" fmla="*/ 0 w 1599855"/>
              <a:gd name="connsiteY18" fmla="*/ 669168 h 1600088"/>
              <a:gd name="connsiteX19" fmla="*/ 669168 w 1599855"/>
              <a:gd name="connsiteY19" fmla="*/ 1338337 h 1600088"/>
              <a:gd name="connsiteX20" fmla="*/ 1338337 w 1599855"/>
              <a:gd name="connsiteY20" fmla="*/ 669168 h 1600088"/>
              <a:gd name="connsiteX21" fmla="*/ 669168 w 1599855"/>
              <a:gd name="connsiteY21" fmla="*/ 0 h 1600088"/>
              <a:gd name="connsiteX22" fmla="*/ 1544278 w 1599855"/>
              <a:gd name="connsiteY22" fmla="*/ 1600088 h 1600088"/>
              <a:gd name="connsiteX23" fmla="*/ 1504838 w 1599855"/>
              <a:gd name="connsiteY23" fmla="*/ 1583717 h 1600088"/>
              <a:gd name="connsiteX24" fmla="*/ 1247366 w 1599855"/>
              <a:gd name="connsiteY24" fmla="*/ 1326431 h 1600088"/>
              <a:gd name="connsiteX25" fmla="*/ 1247366 w 1599855"/>
              <a:gd name="connsiteY25" fmla="*/ 1247552 h 1600088"/>
              <a:gd name="connsiteX26" fmla="*/ 1326245 w 1599855"/>
              <a:gd name="connsiteY26" fmla="*/ 1247552 h 1600088"/>
              <a:gd name="connsiteX27" fmla="*/ 1583531 w 1599855"/>
              <a:gd name="connsiteY27" fmla="*/ 1504838 h 1600088"/>
              <a:gd name="connsiteX28" fmla="*/ 1583531 w 1599855"/>
              <a:gd name="connsiteY28" fmla="*/ 1583717 h 1600088"/>
              <a:gd name="connsiteX29" fmla="*/ 1544278 w 1599855"/>
              <a:gd name="connsiteY29" fmla="*/ 1600088 h 1600088"/>
            </a:gdLst>
            <a:ahLst/>
            <a:cxnLst/>
            <a:rect l="l" t="t" r="r" b="b"/>
            <a:pathLst>
              <a:path w="1599855" h="1600088">
                <a:moveTo>
                  <a:pt x="669168" y="111621"/>
                </a:moveTo>
                <a:cubicBezTo>
                  <a:pt x="744513" y="111621"/>
                  <a:pt x="817438" y="126318"/>
                  <a:pt x="886086" y="155339"/>
                </a:cubicBezTo>
                <a:cubicBezTo>
                  <a:pt x="952500" y="183431"/>
                  <a:pt x="1012031" y="223614"/>
                  <a:pt x="1063377" y="274960"/>
                </a:cubicBezTo>
                <a:cubicBezTo>
                  <a:pt x="1114537" y="326120"/>
                  <a:pt x="1154906" y="385837"/>
                  <a:pt x="1182998" y="452251"/>
                </a:cubicBezTo>
                <a:cubicBezTo>
                  <a:pt x="1212019" y="520898"/>
                  <a:pt x="1226716" y="594010"/>
                  <a:pt x="1226716" y="669168"/>
                </a:cubicBezTo>
                <a:cubicBezTo>
                  <a:pt x="1226716" y="744327"/>
                  <a:pt x="1212019" y="817438"/>
                  <a:pt x="1182998" y="886085"/>
                </a:cubicBezTo>
                <a:cubicBezTo>
                  <a:pt x="1154906" y="952500"/>
                  <a:pt x="1114723" y="1012031"/>
                  <a:pt x="1063377" y="1063377"/>
                </a:cubicBezTo>
                <a:cubicBezTo>
                  <a:pt x="1012217" y="1114537"/>
                  <a:pt x="952500" y="1154906"/>
                  <a:pt x="886086" y="1182998"/>
                </a:cubicBezTo>
                <a:cubicBezTo>
                  <a:pt x="817438" y="1212019"/>
                  <a:pt x="744327" y="1226716"/>
                  <a:pt x="669168" y="1226716"/>
                </a:cubicBezTo>
                <a:cubicBezTo>
                  <a:pt x="594010" y="1226716"/>
                  <a:pt x="520898" y="1212019"/>
                  <a:pt x="452251" y="1182998"/>
                </a:cubicBezTo>
                <a:cubicBezTo>
                  <a:pt x="385837" y="1154906"/>
                  <a:pt x="326306" y="1114723"/>
                  <a:pt x="274960" y="1063377"/>
                </a:cubicBezTo>
                <a:cubicBezTo>
                  <a:pt x="223800" y="1012217"/>
                  <a:pt x="183431" y="952500"/>
                  <a:pt x="155339" y="886085"/>
                </a:cubicBezTo>
                <a:cubicBezTo>
                  <a:pt x="126318" y="817438"/>
                  <a:pt x="111621" y="744327"/>
                  <a:pt x="111621" y="669168"/>
                </a:cubicBezTo>
                <a:cubicBezTo>
                  <a:pt x="111621" y="594010"/>
                  <a:pt x="126318" y="520898"/>
                  <a:pt x="155339" y="452251"/>
                </a:cubicBezTo>
                <a:cubicBezTo>
                  <a:pt x="183431" y="385837"/>
                  <a:pt x="223614" y="326306"/>
                  <a:pt x="274960" y="274960"/>
                </a:cubicBezTo>
                <a:cubicBezTo>
                  <a:pt x="326306" y="223614"/>
                  <a:pt x="385837" y="183431"/>
                  <a:pt x="452251" y="155339"/>
                </a:cubicBezTo>
                <a:cubicBezTo>
                  <a:pt x="520898" y="126318"/>
                  <a:pt x="593824" y="111621"/>
                  <a:pt x="669168" y="111621"/>
                </a:cubicBezTo>
                <a:moveTo>
                  <a:pt x="669168" y="0"/>
                </a:moveTo>
                <a:cubicBezTo>
                  <a:pt x="299517" y="0"/>
                  <a:pt x="0" y="299517"/>
                  <a:pt x="0" y="669168"/>
                </a:cubicBezTo>
                <a:cubicBezTo>
                  <a:pt x="0" y="1038820"/>
                  <a:pt x="299517" y="1338337"/>
                  <a:pt x="669168" y="1338337"/>
                </a:cubicBezTo>
                <a:cubicBezTo>
                  <a:pt x="1038820" y="1338337"/>
                  <a:pt x="1338337" y="1038820"/>
                  <a:pt x="1338337" y="669168"/>
                </a:cubicBezTo>
                <a:cubicBezTo>
                  <a:pt x="1338337" y="299703"/>
                  <a:pt x="1038820" y="0"/>
                  <a:pt x="669168" y="0"/>
                </a:cubicBezTo>
                <a:close/>
                <a:moveTo>
                  <a:pt x="1544278" y="1600088"/>
                </a:moveTo>
                <a:cubicBezTo>
                  <a:pt x="1529953" y="1600088"/>
                  <a:pt x="1515628" y="1594693"/>
                  <a:pt x="1504838" y="1583717"/>
                </a:cubicBezTo>
                <a:lnTo>
                  <a:pt x="1247366" y="1326431"/>
                </a:lnTo>
                <a:cubicBezTo>
                  <a:pt x="1225600" y="1304665"/>
                  <a:pt x="1225600" y="1269318"/>
                  <a:pt x="1247366" y="1247552"/>
                </a:cubicBezTo>
                <a:cubicBezTo>
                  <a:pt x="1269132" y="1225786"/>
                  <a:pt x="1304479" y="1225786"/>
                  <a:pt x="1326245" y="1247552"/>
                </a:cubicBezTo>
                <a:lnTo>
                  <a:pt x="1583531" y="1504838"/>
                </a:lnTo>
                <a:cubicBezTo>
                  <a:pt x="1605297" y="1526605"/>
                  <a:pt x="1605297" y="1561951"/>
                  <a:pt x="1583531" y="1583717"/>
                </a:cubicBezTo>
                <a:cubicBezTo>
                  <a:pt x="1572927" y="1594693"/>
                  <a:pt x="1558603" y="1600088"/>
                  <a:pt x="1544278" y="1600088"/>
                </a:cubicBezTo>
                <a:close/>
              </a:path>
            </a:pathLst>
          </a:custGeom>
          <a:solidFill>
            <a:schemeClr val="bg1"/>
          </a:solidFill>
          <a:ln cap="sq">
            <a:noFill/>
            <a:prstDash val="solid"/>
            <a:miter/>
          </a:ln>
        </p:spPr>
        <p:txBody>
          <a:bodyPr vert="horz" wrap="square" lIns="38100" tIns="38100" rIns="38100" bIns="38100" rtlCol="0" anchor="ctr"/>
          <a:lstStyle/>
          <a:p>
            <a:pPr algn="l"/>
            <a:endParaRPr kumimoji="1" lang="zh-CN" altLang="en-US"/>
          </a:p>
        </p:txBody>
      </p:sp>
      <p:sp>
        <p:nvSpPr>
          <p:cNvPr id="16" name="标题 1"/>
          <p:cNvSpPr txBox="1"/>
          <p:nvPr/>
        </p:nvSpPr>
        <p:spPr>
          <a:xfrm>
            <a:off x="5605699" y="3081332"/>
            <a:ext cx="451877" cy="437298"/>
          </a:xfrm>
          <a:custGeom>
            <a:avLst/>
            <a:gdLst>
              <a:gd name="connsiteX0" fmla="*/ 695958 w 1660735"/>
              <a:gd name="connsiteY0" fmla="*/ 752512 h 1607157"/>
              <a:gd name="connsiteX1" fmla="*/ 376349 w 1660735"/>
              <a:gd name="connsiteY1" fmla="*/ 752512 h 1607157"/>
              <a:gd name="connsiteX2" fmla="*/ 110505 w 1660735"/>
              <a:gd name="connsiteY2" fmla="*/ 642007 h 1607157"/>
              <a:gd name="connsiteX3" fmla="*/ 0 w 1660735"/>
              <a:gd name="connsiteY3" fmla="*/ 376349 h 1607157"/>
              <a:gd name="connsiteX4" fmla="*/ 110505 w 1660735"/>
              <a:gd name="connsiteY4" fmla="*/ 110505 h 1607157"/>
              <a:gd name="connsiteX5" fmla="*/ 376349 w 1660735"/>
              <a:gd name="connsiteY5" fmla="*/ 0 h 1607157"/>
              <a:gd name="connsiteX6" fmla="*/ 642193 w 1660735"/>
              <a:gd name="connsiteY6" fmla="*/ 110505 h 1607157"/>
              <a:gd name="connsiteX7" fmla="*/ 752698 w 1660735"/>
              <a:gd name="connsiteY7" fmla="*/ 376349 h 1607157"/>
              <a:gd name="connsiteX8" fmla="*/ 752698 w 1660735"/>
              <a:gd name="connsiteY8" fmla="*/ 695958 h 1607157"/>
              <a:gd name="connsiteX9" fmla="*/ 695958 w 1660735"/>
              <a:gd name="connsiteY9" fmla="*/ 752512 h 1607157"/>
              <a:gd name="connsiteX10" fmla="*/ 376349 w 1660735"/>
              <a:gd name="connsiteY10" fmla="*/ 111621 h 1607157"/>
              <a:gd name="connsiteX11" fmla="*/ 111621 w 1660735"/>
              <a:gd name="connsiteY11" fmla="*/ 376349 h 1607157"/>
              <a:gd name="connsiteX12" fmla="*/ 376349 w 1660735"/>
              <a:gd name="connsiteY12" fmla="*/ 641077 h 1607157"/>
              <a:gd name="connsiteX13" fmla="*/ 641077 w 1660735"/>
              <a:gd name="connsiteY13" fmla="*/ 641077 h 1607157"/>
              <a:gd name="connsiteX14" fmla="*/ 641077 w 1660735"/>
              <a:gd name="connsiteY14" fmla="*/ 376349 h 1607157"/>
              <a:gd name="connsiteX15" fmla="*/ 376349 w 1660735"/>
              <a:gd name="connsiteY15" fmla="*/ 111621 h 1607157"/>
              <a:gd name="connsiteX16" fmla="*/ 1284201 w 1660735"/>
              <a:gd name="connsiteY16" fmla="*/ 752512 h 1607157"/>
              <a:gd name="connsiteX17" fmla="*/ 964592 w 1660735"/>
              <a:gd name="connsiteY17" fmla="*/ 752512 h 1607157"/>
              <a:gd name="connsiteX18" fmla="*/ 908038 w 1660735"/>
              <a:gd name="connsiteY18" fmla="*/ 695958 h 1607157"/>
              <a:gd name="connsiteX19" fmla="*/ 908038 w 1660735"/>
              <a:gd name="connsiteY19" fmla="*/ 376349 h 1607157"/>
              <a:gd name="connsiteX20" fmla="*/ 1018543 w 1660735"/>
              <a:gd name="connsiteY20" fmla="*/ 110505 h 1607157"/>
              <a:gd name="connsiteX21" fmla="*/ 1284387 w 1660735"/>
              <a:gd name="connsiteY21" fmla="*/ 0 h 1607157"/>
              <a:gd name="connsiteX22" fmla="*/ 1550231 w 1660735"/>
              <a:gd name="connsiteY22" fmla="*/ 110505 h 1607157"/>
              <a:gd name="connsiteX23" fmla="*/ 1660736 w 1660735"/>
              <a:gd name="connsiteY23" fmla="*/ 376349 h 1607157"/>
              <a:gd name="connsiteX24" fmla="*/ 1550231 w 1660735"/>
              <a:gd name="connsiteY24" fmla="*/ 642193 h 1607157"/>
              <a:gd name="connsiteX25" fmla="*/ 1284201 w 1660735"/>
              <a:gd name="connsiteY25" fmla="*/ 752512 h 1607157"/>
              <a:gd name="connsiteX26" fmla="*/ 1019659 w 1660735"/>
              <a:gd name="connsiteY26" fmla="*/ 640891 h 1607157"/>
              <a:gd name="connsiteX27" fmla="*/ 1284387 w 1660735"/>
              <a:gd name="connsiteY27" fmla="*/ 640891 h 1607157"/>
              <a:gd name="connsiteX28" fmla="*/ 1549115 w 1660735"/>
              <a:gd name="connsiteY28" fmla="*/ 376163 h 1607157"/>
              <a:gd name="connsiteX29" fmla="*/ 1284387 w 1660735"/>
              <a:gd name="connsiteY29" fmla="*/ 111435 h 1607157"/>
              <a:gd name="connsiteX30" fmla="*/ 1019659 w 1660735"/>
              <a:gd name="connsiteY30" fmla="*/ 376163 h 1607157"/>
              <a:gd name="connsiteX31" fmla="*/ 1019659 w 1660735"/>
              <a:gd name="connsiteY31" fmla="*/ 640891 h 1607157"/>
              <a:gd name="connsiteX32" fmla="*/ 376349 w 1660735"/>
              <a:gd name="connsiteY32" fmla="*/ 1607158 h 1607157"/>
              <a:gd name="connsiteX33" fmla="*/ 110505 w 1660735"/>
              <a:gd name="connsiteY33" fmla="*/ 1496653 h 1607157"/>
              <a:gd name="connsiteX34" fmla="*/ 0 w 1660735"/>
              <a:gd name="connsiteY34" fmla="*/ 1230809 h 1607157"/>
              <a:gd name="connsiteX35" fmla="*/ 110505 w 1660735"/>
              <a:gd name="connsiteY35" fmla="*/ 964964 h 1607157"/>
              <a:gd name="connsiteX36" fmla="*/ 376349 w 1660735"/>
              <a:gd name="connsiteY36" fmla="*/ 854459 h 1607157"/>
              <a:gd name="connsiteX37" fmla="*/ 695958 w 1660735"/>
              <a:gd name="connsiteY37" fmla="*/ 854459 h 1607157"/>
              <a:gd name="connsiteX38" fmla="*/ 752512 w 1660735"/>
              <a:gd name="connsiteY38" fmla="*/ 911014 h 1607157"/>
              <a:gd name="connsiteX39" fmla="*/ 752512 w 1660735"/>
              <a:gd name="connsiteY39" fmla="*/ 1230623 h 1607157"/>
              <a:gd name="connsiteX40" fmla="*/ 642007 w 1660735"/>
              <a:gd name="connsiteY40" fmla="*/ 1496467 h 1607157"/>
              <a:gd name="connsiteX41" fmla="*/ 376349 w 1660735"/>
              <a:gd name="connsiteY41" fmla="*/ 1607158 h 1607157"/>
              <a:gd name="connsiteX42" fmla="*/ 376349 w 1660735"/>
              <a:gd name="connsiteY42" fmla="*/ 966267 h 1607157"/>
              <a:gd name="connsiteX43" fmla="*/ 111621 w 1660735"/>
              <a:gd name="connsiteY43" fmla="*/ 1230809 h 1607157"/>
              <a:gd name="connsiteX44" fmla="*/ 376349 w 1660735"/>
              <a:gd name="connsiteY44" fmla="*/ 1495537 h 1607157"/>
              <a:gd name="connsiteX45" fmla="*/ 641077 w 1660735"/>
              <a:gd name="connsiteY45" fmla="*/ 1230809 h 1607157"/>
              <a:gd name="connsiteX46" fmla="*/ 641077 w 1660735"/>
              <a:gd name="connsiteY46" fmla="*/ 966267 h 1607157"/>
              <a:gd name="connsiteX47" fmla="*/ 376349 w 1660735"/>
              <a:gd name="connsiteY47" fmla="*/ 966267 h 1607157"/>
              <a:gd name="connsiteX48" fmla="*/ 1284201 w 1660735"/>
              <a:gd name="connsiteY48" fmla="*/ 1607158 h 1607157"/>
              <a:gd name="connsiteX49" fmla="*/ 1018357 w 1660735"/>
              <a:gd name="connsiteY49" fmla="*/ 1496653 h 1607157"/>
              <a:gd name="connsiteX50" fmla="*/ 907852 w 1660735"/>
              <a:gd name="connsiteY50" fmla="*/ 1230809 h 1607157"/>
              <a:gd name="connsiteX51" fmla="*/ 907852 w 1660735"/>
              <a:gd name="connsiteY51" fmla="*/ 911200 h 1607157"/>
              <a:gd name="connsiteX52" fmla="*/ 964406 w 1660735"/>
              <a:gd name="connsiteY52" fmla="*/ 854646 h 1607157"/>
              <a:gd name="connsiteX53" fmla="*/ 1284015 w 1660735"/>
              <a:gd name="connsiteY53" fmla="*/ 854646 h 1607157"/>
              <a:gd name="connsiteX54" fmla="*/ 1549859 w 1660735"/>
              <a:gd name="connsiteY54" fmla="*/ 965150 h 1607157"/>
              <a:gd name="connsiteX55" fmla="*/ 1660364 w 1660735"/>
              <a:gd name="connsiteY55" fmla="*/ 1230995 h 1607157"/>
              <a:gd name="connsiteX56" fmla="*/ 1550045 w 1660735"/>
              <a:gd name="connsiteY56" fmla="*/ 1496653 h 1607157"/>
              <a:gd name="connsiteX57" fmla="*/ 1284201 w 1660735"/>
              <a:gd name="connsiteY57" fmla="*/ 1607158 h 1607157"/>
              <a:gd name="connsiteX58" fmla="*/ 1019659 w 1660735"/>
              <a:gd name="connsiteY58" fmla="*/ 966267 h 1607157"/>
              <a:gd name="connsiteX59" fmla="*/ 1019659 w 1660735"/>
              <a:gd name="connsiteY59" fmla="*/ 1230995 h 1607157"/>
              <a:gd name="connsiteX60" fmla="*/ 1284387 w 1660735"/>
              <a:gd name="connsiteY60" fmla="*/ 1495723 h 1607157"/>
              <a:gd name="connsiteX61" fmla="*/ 1549115 w 1660735"/>
              <a:gd name="connsiteY61" fmla="*/ 1230995 h 1607157"/>
              <a:gd name="connsiteX62" fmla="*/ 1284387 w 1660735"/>
              <a:gd name="connsiteY62" fmla="*/ 966267 h 1607157"/>
              <a:gd name="connsiteX63" fmla="*/ 1019659 w 1660735"/>
              <a:gd name="connsiteY63" fmla="*/ 966267 h 1607157"/>
            </a:gdLst>
            <a:ahLst/>
            <a:cxnLst/>
            <a:rect l="l" t="t" r="r" b="b"/>
            <a:pathLst>
              <a:path w="1660735" h="1607157">
                <a:moveTo>
                  <a:pt x="695958" y="752512"/>
                </a:moveTo>
                <a:lnTo>
                  <a:pt x="376349" y="752512"/>
                </a:lnTo>
                <a:cubicBezTo>
                  <a:pt x="276262" y="752512"/>
                  <a:pt x="181756" y="713259"/>
                  <a:pt x="110505" y="642007"/>
                </a:cubicBezTo>
                <a:cubicBezTo>
                  <a:pt x="39253" y="570756"/>
                  <a:pt x="0" y="476436"/>
                  <a:pt x="0" y="376349"/>
                </a:cubicBezTo>
                <a:cubicBezTo>
                  <a:pt x="0" y="276262"/>
                  <a:pt x="39253" y="181756"/>
                  <a:pt x="110505" y="110505"/>
                </a:cubicBezTo>
                <a:cubicBezTo>
                  <a:pt x="181756" y="39253"/>
                  <a:pt x="276076" y="0"/>
                  <a:pt x="376349" y="0"/>
                </a:cubicBezTo>
                <a:cubicBezTo>
                  <a:pt x="476436" y="0"/>
                  <a:pt x="570942" y="39253"/>
                  <a:pt x="642193" y="110505"/>
                </a:cubicBezTo>
                <a:cubicBezTo>
                  <a:pt x="713445" y="181756"/>
                  <a:pt x="752698" y="276076"/>
                  <a:pt x="752698" y="376349"/>
                </a:cubicBezTo>
                <a:lnTo>
                  <a:pt x="752698" y="695958"/>
                </a:lnTo>
                <a:cubicBezTo>
                  <a:pt x="752512" y="727211"/>
                  <a:pt x="727211" y="752512"/>
                  <a:pt x="695958" y="752512"/>
                </a:cubicBezTo>
                <a:close/>
                <a:moveTo>
                  <a:pt x="376349" y="111621"/>
                </a:moveTo>
                <a:cubicBezTo>
                  <a:pt x="230498" y="111621"/>
                  <a:pt x="111621" y="230312"/>
                  <a:pt x="111621" y="376349"/>
                </a:cubicBezTo>
                <a:cubicBezTo>
                  <a:pt x="111621" y="522201"/>
                  <a:pt x="230312" y="641077"/>
                  <a:pt x="376349" y="641077"/>
                </a:cubicBezTo>
                <a:lnTo>
                  <a:pt x="641077" y="641077"/>
                </a:lnTo>
                <a:lnTo>
                  <a:pt x="641077" y="376349"/>
                </a:lnTo>
                <a:cubicBezTo>
                  <a:pt x="640891" y="230312"/>
                  <a:pt x="522201" y="111621"/>
                  <a:pt x="376349" y="111621"/>
                </a:cubicBezTo>
                <a:close/>
                <a:moveTo>
                  <a:pt x="1284201" y="752512"/>
                </a:moveTo>
                <a:lnTo>
                  <a:pt x="964592" y="752512"/>
                </a:lnTo>
                <a:cubicBezTo>
                  <a:pt x="933338" y="752512"/>
                  <a:pt x="908038" y="727025"/>
                  <a:pt x="908038" y="695958"/>
                </a:cubicBezTo>
                <a:lnTo>
                  <a:pt x="908038" y="376349"/>
                </a:lnTo>
                <a:cubicBezTo>
                  <a:pt x="908038" y="276262"/>
                  <a:pt x="947291" y="181756"/>
                  <a:pt x="1018543" y="110505"/>
                </a:cubicBezTo>
                <a:cubicBezTo>
                  <a:pt x="1089794" y="39253"/>
                  <a:pt x="1184114" y="0"/>
                  <a:pt x="1284387" y="0"/>
                </a:cubicBezTo>
                <a:cubicBezTo>
                  <a:pt x="1384660" y="0"/>
                  <a:pt x="1478980" y="39253"/>
                  <a:pt x="1550231" y="110505"/>
                </a:cubicBezTo>
                <a:cubicBezTo>
                  <a:pt x="1621482" y="181756"/>
                  <a:pt x="1660736" y="276076"/>
                  <a:pt x="1660736" y="376349"/>
                </a:cubicBezTo>
                <a:cubicBezTo>
                  <a:pt x="1660736" y="476622"/>
                  <a:pt x="1621482" y="570942"/>
                  <a:pt x="1550231" y="642193"/>
                </a:cubicBezTo>
                <a:cubicBezTo>
                  <a:pt x="1478794" y="713259"/>
                  <a:pt x="1384288" y="752512"/>
                  <a:pt x="1284201" y="752512"/>
                </a:cubicBezTo>
                <a:close/>
                <a:moveTo>
                  <a:pt x="1019659" y="640891"/>
                </a:moveTo>
                <a:lnTo>
                  <a:pt x="1284387" y="640891"/>
                </a:lnTo>
                <a:cubicBezTo>
                  <a:pt x="1430238" y="640891"/>
                  <a:pt x="1549115" y="522201"/>
                  <a:pt x="1549115" y="376163"/>
                </a:cubicBezTo>
                <a:cubicBezTo>
                  <a:pt x="1549115" y="230312"/>
                  <a:pt x="1430424" y="111435"/>
                  <a:pt x="1284387" y="111435"/>
                </a:cubicBezTo>
                <a:cubicBezTo>
                  <a:pt x="1138349" y="111435"/>
                  <a:pt x="1019659" y="230125"/>
                  <a:pt x="1019659" y="376163"/>
                </a:cubicBezTo>
                <a:lnTo>
                  <a:pt x="1019659" y="640891"/>
                </a:lnTo>
                <a:close/>
                <a:moveTo>
                  <a:pt x="376349" y="1607158"/>
                </a:moveTo>
                <a:cubicBezTo>
                  <a:pt x="276262" y="1607158"/>
                  <a:pt x="181756" y="1567904"/>
                  <a:pt x="110505" y="1496653"/>
                </a:cubicBezTo>
                <a:cubicBezTo>
                  <a:pt x="39253" y="1425401"/>
                  <a:pt x="0" y="1330896"/>
                  <a:pt x="0" y="1230809"/>
                </a:cubicBezTo>
                <a:cubicBezTo>
                  <a:pt x="0" y="1130722"/>
                  <a:pt x="39253" y="1036216"/>
                  <a:pt x="110505" y="964964"/>
                </a:cubicBezTo>
                <a:cubicBezTo>
                  <a:pt x="181756" y="893713"/>
                  <a:pt x="276076" y="854459"/>
                  <a:pt x="376349" y="854459"/>
                </a:cubicBezTo>
                <a:lnTo>
                  <a:pt x="695958" y="854459"/>
                </a:lnTo>
                <a:cubicBezTo>
                  <a:pt x="727211" y="854459"/>
                  <a:pt x="752512" y="879760"/>
                  <a:pt x="752512" y="911014"/>
                </a:cubicBezTo>
                <a:lnTo>
                  <a:pt x="752512" y="1230623"/>
                </a:lnTo>
                <a:cubicBezTo>
                  <a:pt x="752512" y="1330709"/>
                  <a:pt x="713259" y="1425215"/>
                  <a:pt x="642007" y="1496467"/>
                </a:cubicBezTo>
                <a:cubicBezTo>
                  <a:pt x="570756" y="1567718"/>
                  <a:pt x="476436" y="1607158"/>
                  <a:pt x="376349" y="1607158"/>
                </a:cubicBezTo>
                <a:close/>
                <a:moveTo>
                  <a:pt x="376349" y="966267"/>
                </a:moveTo>
                <a:cubicBezTo>
                  <a:pt x="230312" y="966267"/>
                  <a:pt x="111621" y="1084957"/>
                  <a:pt x="111621" y="1230809"/>
                </a:cubicBezTo>
                <a:cubicBezTo>
                  <a:pt x="111621" y="1376660"/>
                  <a:pt x="230312" y="1495537"/>
                  <a:pt x="376349" y="1495537"/>
                </a:cubicBezTo>
                <a:cubicBezTo>
                  <a:pt x="522201" y="1495537"/>
                  <a:pt x="641077" y="1376846"/>
                  <a:pt x="641077" y="1230809"/>
                </a:cubicBezTo>
                <a:lnTo>
                  <a:pt x="641077" y="966267"/>
                </a:lnTo>
                <a:lnTo>
                  <a:pt x="376349" y="966267"/>
                </a:lnTo>
                <a:close/>
                <a:moveTo>
                  <a:pt x="1284201" y="1607158"/>
                </a:moveTo>
                <a:cubicBezTo>
                  <a:pt x="1184114" y="1607158"/>
                  <a:pt x="1089608" y="1567904"/>
                  <a:pt x="1018357" y="1496653"/>
                </a:cubicBezTo>
                <a:cubicBezTo>
                  <a:pt x="947105" y="1425401"/>
                  <a:pt x="907852" y="1331082"/>
                  <a:pt x="907852" y="1230809"/>
                </a:cubicBezTo>
                <a:lnTo>
                  <a:pt x="907852" y="911200"/>
                </a:lnTo>
                <a:cubicBezTo>
                  <a:pt x="907852" y="879946"/>
                  <a:pt x="933152" y="854646"/>
                  <a:pt x="964406" y="854646"/>
                </a:cubicBezTo>
                <a:lnTo>
                  <a:pt x="1284015" y="854646"/>
                </a:lnTo>
                <a:cubicBezTo>
                  <a:pt x="1384102" y="854646"/>
                  <a:pt x="1478607" y="893899"/>
                  <a:pt x="1549859" y="965150"/>
                </a:cubicBezTo>
                <a:cubicBezTo>
                  <a:pt x="1621110" y="1036402"/>
                  <a:pt x="1660364" y="1130722"/>
                  <a:pt x="1660364" y="1230995"/>
                </a:cubicBezTo>
                <a:cubicBezTo>
                  <a:pt x="1660364" y="1331268"/>
                  <a:pt x="1621296" y="1425401"/>
                  <a:pt x="1550045" y="1496653"/>
                </a:cubicBezTo>
                <a:cubicBezTo>
                  <a:pt x="1478794" y="1567904"/>
                  <a:pt x="1384288" y="1607158"/>
                  <a:pt x="1284201" y="1607158"/>
                </a:cubicBezTo>
                <a:close/>
                <a:moveTo>
                  <a:pt x="1019659" y="966267"/>
                </a:moveTo>
                <a:lnTo>
                  <a:pt x="1019659" y="1230995"/>
                </a:lnTo>
                <a:cubicBezTo>
                  <a:pt x="1019659" y="1376846"/>
                  <a:pt x="1138349" y="1495723"/>
                  <a:pt x="1284387" y="1495723"/>
                </a:cubicBezTo>
                <a:cubicBezTo>
                  <a:pt x="1430424" y="1495723"/>
                  <a:pt x="1549115" y="1377032"/>
                  <a:pt x="1549115" y="1230995"/>
                </a:cubicBezTo>
                <a:cubicBezTo>
                  <a:pt x="1549115" y="1084957"/>
                  <a:pt x="1430424" y="966267"/>
                  <a:pt x="1284387" y="966267"/>
                </a:cubicBezTo>
                <a:lnTo>
                  <a:pt x="1019659" y="966267"/>
                </a:lnTo>
                <a:close/>
              </a:path>
            </a:pathLst>
          </a:custGeom>
          <a:solidFill>
            <a:schemeClr val="tx1">
              <a:lumMod val="75000"/>
              <a:lumOff val="25000"/>
            </a:schemeClr>
          </a:solidFill>
          <a:ln w="12700" cap="sq">
            <a:noFill/>
            <a:miter/>
          </a:ln>
        </p:spPr>
        <p:txBody>
          <a:bodyPr vert="horz" wrap="square" lIns="38100" tIns="38100" rIns="38100" bIns="38100" rtlCol="0" anchor="ctr"/>
          <a:lstStyle/>
          <a:p>
            <a:pPr algn="l"/>
            <a:endParaRPr kumimoji="1" lang="zh-CN" altLang="en-US"/>
          </a:p>
        </p:txBody>
      </p:sp>
      <p:sp>
        <p:nvSpPr>
          <p:cNvPr id="17" name="标题 1"/>
          <p:cNvSpPr txBox="1"/>
          <p:nvPr/>
        </p:nvSpPr>
        <p:spPr>
          <a:xfrm>
            <a:off x="9302460" y="3067272"/>
            <a:ext cx="493803" cy="465420"/>
          </a:xfrm>
          <a:custGeom>
            <a:avLst/>
            <a:gdLst>
              <a:gd name="connsiteX0" fmla="*/ 1110072 w 1498885"/>
              <a:gd name="connsiteY0" fmla="*/ 1039039 h 1412736"/>
              <a:gd name="connsiteX1" fmla="*/ 1149511 w 1498885"/>
              <a:gd name="connsiteY1" fmla="*/ 1055363 h 1412736"/>
              <a:gd name="connsiteX2" fmla="*/ 1371451 w 1498885"/>
              <a:gd name="connsiteY2" fmla="*/ 1277303 h 1412736"/>
              <a:gd name="connsiteX3" fmla="*/ 1371451 w 1498885"/>
              <a:gd name="connsiteY3" fmla="*/ 1356182 h 1412736"/>
              <a:gd name="connsiteX4" fmla="*/ 1332012 w 1498885"/>
              <a:gd name="connsiteY4" fmla="*/ 1372553 h 1412736"/>
              <a:gd name="connsiteX5" fmla="*/ 1292572 w 1498885"/>
              <a:gd name="connsiteY5" fmla="*/ 1356182 h 1412736"/>
              <a:gd name="connsiteX6" fmla="*/ 1070632 w 1498885"/>
              <a:gd name="connsiteY6" fmla="*/ 1134242 h 1412736"/>
              <a:gd name="connsiteX7" fmla="*/ 1070632 w 1498885"/>
              <a:gd name="connsiteY7" fmla="*/ 1055363 h 1412736"/>
              <a:gd name="connsiteX8" fmla="*/ 1110072 w 1498885"/>
              <a:gd name="connsiteY8" fmla="*/ 1039039 h 1412736"/>
              <a:gd name="connsiteX9" fmla="*/ 1110072 w 1498885"/>
              <a:gd name="connsiteY9" fmla="*/ 705989 h 1412736"/>
              <a:gd name="connsiteX10" fmla="*/ 1443075 w 1498885"/>
              <a:gd name="connsiteY10" fmla="*/ 705989 h 1412736"/>
              <a:gd name="connsiteX11" fmla="*/ 1498885 w 1498885"/>
              <a:gd name="connsiteY11" fmla="*/ 761800 h 1412736"/>
              <a:gd name="connsiteX12" fmla="*/ 1443075 w 1498885"/>
              <a:gd name="connsiteY12" fmla="*/ 817611 h 1412736"/>
              <a:gd name="connsiteX13" fmla="*/ 1110072 w 1498885"/>
              <a:gd name="connsiteY13" fmla="*/ 817611 h 1412736"/>
              <a:gd name="connsiteX14" fmla="*/ 1054261 w 1498885"/>
              <a:gd name="connsiteY14" fmla="*/ 761800 h 1412736"/>
              <a:gd name="connsiteX15" fmla="*/ 1110072 w 1498885"/>
              <a:gd name="connsiteY15" fmla="*/ 705989 h 1412736"/>
              <a:gd name="connsiteX16" fmla="*/ 1332012 w 1498885"/>
              <a:gd name="connsiteY16" fmla="*/ 151093 h 1412736"/>
              <a:gd name="connsiteX17" fmla="*/ 1371451 w 1498885"/>
              <a:gd name="connsiteY17" fmla="*/ 167418 h 1412736"/>
              <a:gd name="connsiteX18" fmla="*/ 1371451 w 1498885"/>
              <a:gd name="connsiteY18" fmla="*/ 246297 h 1412736"/>
              <a:gd name="connsiteX19" fmla="*/ 1149511 w 1498885"/>
              <a:gd name="connsiteY19" fmla="*/ 468236 h 1412736"/>
              <a:gd name="connsiteX20" fmla="*/ 1110072 w 1498885"/>
              <a:gd name="connsiteY20" fmla="*/ 484608 h 1412736"/>
              <a:gd name="connsiteX21" fmla="*/ 1070632 w 1498885"/>
              <a:gd name="connsiteY21" fmla="*/ 468236 h 1412736"/>
              <a:gd name="connsiteX22" fmla="*/ 1070632 w 1498885"/>
              <a:gd name="connsiteY22" fmla="*/ 389358 h 1412736"/>
              <a:gd name="connsiteX23" fmla="*/ 1292572 w 1498885"/>
              <a:gd name="connsiteY23" fmla="*/ 167418 h 1412736"/>
              <a:gd name="connsiteX24" fmla="*/ 1332012 w 1498885"/>
              <a:gd name="connsiteY24" fmla="*/ 151093 h 1412736"/>
              <a:gd name="connsiteX25" fmla="*/ 709724 w 1498885"/>
              <a:gd name="connsiteY25" fmla="*/ 111607 h 1412736"/>
              <a:gd name="connsiteX26" fmla="*/ 649635 w 1498885"/>
              <a:gd name="connsiteY26" fmla="*/ 127420 h 1412736"/>
              <a:gd name="connsiteX27" fmla="*/ 174129 w 1498885"/>
              <a:gd name="connsiteY27" fmla="*/ 394752 h 1412736"/>
              <a:gd name="connsiteX28" fmla="*/ 111621 w 1498885"/>
              <a:gd name="connsiteY28" fmla="*/ 501536 h 1412736"/>
              <a:gd name="connsiteX29" fmla="*/ 111621 w 1498885"/>
              <a:gd name="connsiteY29" fmla="*/ 910814 h 1412736"/>
              <a:gd name="connsiteX30" fmla="*/ 174129 w 1498885"/>
              <a:gd name="connsiteY30" fmla="*/ 1017598 h 1412736"/>
              <a:gd name="connsiteX31" fmla="*/ 649821 w 1498885"/>
              <a:gd name="connsiteY31" fmla="*/ 1284930 h 1412736"/>
              <a:gd name="connsiteX32" fmla="*/ 771674 w 1498885"/>
              <a:gd name="connsiteY32" fmla="*/ 1283814 h 1412736"/>
              <a:gd name="connsiteX33" fmla="*/ 832321 w 1498885"/>
              <a:gd name="connsiteY33" fmla="*/ 1178146 h 1412736"/>
              <a:gd name="connsiteX34" fmla="*/ 832321 w 1498885"/>
              <a:gd name="connsiteY34" fmla="*/ 234204 h 1412736"/>
              <a:gd name="connsiteX35" fmla="*/ 771674 w 1498885"/>
              <a:gd name="connsiteY35" fmla="*/ 128536 h 1412736"/>
              <a:gd name="connsiteX36" fmla="*/ 709724 w 1498885"/>
              <a:gd name="connsiteY36" fmla="*/ 111607 h 1412736"/>
              <a:gd name="connsiteX37" fmla="*/ 711864 w 1498885"/>
              <a:gd name="connsiteY37" fmla="*/ 9 h 1412736"/>
              <a:gd name="connsiteX38" fmla="*/ 828043 w 1498885"/>
              <a:gd name="connsiteY38" fmla="*/ 32356 h 1412736"/>
              <a:gd name="connsiteX39" fmla="*/ 943942 w 1498885"/>
              <a:gd name="connsiteY39" fmla="*/ 234390 h 1412736"/>
              <a:gd name="connsiteX40" fmla="*/ 943942 w 1498885"/>
              <a:gd name="connsiteY40" fmla="*/ 1178518 h 1412736"/>
              <a:gd name="connsiteX41" fmla="*/ 828043 w 1498885"/>
              <a:gd name="connsiteY41" fmla="*/ 1380552 h 1412736"/>
              <a:gd name="connsiteX42" fmla="*/ 709910 w 1498885"/>
              <a:gd name="connsiteY42" fmla="*/ 1412736 h 1412736"/>
              <a:gd name="connsiteX43" fmla="*/ 595126 w 1498885"/>
              <a:gd name="connsiteY43" fmla="*/ 1382413 h 1412736"/>
              <a:gd name="connsiteX44" fmla="*/ 119435 w 1498885"/>
              <a:gd name="connsiteY44" fmla="*/ 1115080 h 1412736"/>
              <a:gd name="connsiteX45" fmla="*/ 0 w 1498885"/>
              <a:gd name="connsiteY45" fmla="*/ 911000 h 1412736"/>
              <a:gd name="connsiteX46" fmla="*/ 0 w 1498885"/>
              <a:gd name="connsiteY46" fmla="*/ 501722 h 1412736"/>
              <a:gd name="connsiteX47" fmla="*/ 119435 w 1498885"/>
              <a:gd name="connsiteY47" fmla="*/ 297642 h 1412736"/>
              <a:gd name="connsiteX48" fmla="*/ 595126 w 1498885"/>
              <a:gd name="connsiteY48" fmla="*/ 30309 h 1412736"/>
              <a:gd name="connsiteX49" fmla="*/ 711864 w 1498885"/>
              <a:gd name="connsiteY49" fmla="*/ 9 h 1412736"/>
            </a:gdLst>
            <a:ahLst/>
            <a:cxnLst/>
            <a:rect l="l" t="t" r="r" b="b"/>
            <a:pathLst>
              <a:path w="1498885" h="1412736">
                <a:moveTo>
                  <a:pt x="1110072" y="1039039"/>
                </a:moveTo>
                <a:cubicBezTo>
                  <a:pt x="1124350" y="1039039"/>
                  <a:pt x="1138628" y="1044480"/>
                  <a:pt x="1149511" y="1055363"/>
                </a:cubicBezTo>
                <a:lnTo>
                  <a:pt x="1371451" y="1277303"/>
                </a:lnTo>
                <a:cubicBezTo>
                  <a:pt x="1393217" y="1299070"/>
                  <a:pt x="1393217" y="1334416"/>
                  <a:pt x="1371451" y="1356182"/>
                </a:cubicBezTo>
                <a:cubicBezTo>
                  <a:pt x="1360661" y="1366972"/>
                  <a:pt x="1346336" y="1372553"/>
                  <a:pt x="1332012" y="1372553"/>
                </a:cubicBezTo>
                <a:cubicBezTo>
                  <a:pt x="1317687" y="1372553"/>
                  <a:pt x="1303362" y="1367158"/>
                  <a:pt x="1292572" y="1356182"/>
                </a:cubicBezTo>
                <a:lnTo>
                  <a:pt x="1070632" y="1134242"/>
                </a:lnTo>
                <a:cubicBezTo>
                  <a:pt x="1048866" y="1112476"/>
                  <a:pt x="1048866" y="1077130"/>
                  <a:pt x="1070632" y="1055363"/>
                </a:cubicBezTo>
                <a:cubicBezTo>
                  <a:pt x="1081515" y="1044480"/>
                  <a:pt x="1095793" y="1039039"/>
                  <a:pt x="1110072" y="1039039"/>
                </a:cubicBezTo>
                <a:close/>
                <a:moveTo>
                  <a:pt x="1110072" y="705989"/>
                </a:moveTo>
                <a:lnTo>
                  <a:pt x="1443075" y="705989"/>
                </a:lnTo>
                <a:cubicBezTo>
                  <a:pt x="1473956" y="705989"/>
                  <a:pt x="1498885" y="730918"/>
                  <a:pt x="1498885" y="761800"/>
                </a:cubicBezTo>
                <a:cubicBezTo>
                  <a:pt x="1498885" y="792682"/>
                  <a:pt x="1473770" y="817611"/>
                  <a:pt x="1443075" y="817611"/>
                </a:cubicBezTo>
                <a:lnTo>
                  <a:pt x="1110072" y="817611"/>
                </a:lnTo>
                <a:cubicBezTo>
                  <a:pt x="1079190" y="817611"/>
                  <a:pt x="1054261" y="792682"/>
                  <a:pt x="1054261" y="761800"/>
                </a:cubicBezTo>
                <a:cubicBezTo>
                  <a:pt x="1054261" y="730918"/>
                  <a:pt x="1079190" y="705989"/>
                  <a:pt x="1110072" y="705989"/>
                </a:cubicBezTo>
                <a:close/>
                <a:moveTo>
                  <a:pt x="1332012" y="151093"/>
                </a:moveTo>
                <a:cubicBezTo>
                  <a:pt x="1346290" y="151093"/>
                  <a:pt x="1360568" y="156535"/>
                  <a:pt x="1371451" y="167418"/>
                </a:cubicBezTo>
                <a:cubicBezTo>
                  <a:pt x="1393217" y="189184"/>
                  <a:pt x="1393217" y="224530"/>
                  <a:pt x="1371451" y="246297"/>
                </a:cubicBezTo>
                <a:lnTo>
                  <a:pt x="1149511" y="468236"/>
                </a:lnTo>
                <a:cubicBezTo>
                  <a:pt x="1138721" y="479213"/>
                  <a:pt x="1124396" y="484608"/>
                  <a:pt x="1110072" y="484608"/>
                </a:cubicBezTo>
                <a:cubicBezTo>
                  <a:pt x="1095747" y="484608"/>
                  <a:pt x="1081422" y="479213"/>
                  <a:pt x="1070632" y="468236"/>
                </a:cubicBezTo>
                <a:cubicBezTo>
                  <a:pt x="1048866" y="446470"/>
                  <a:pt x="1048866" y="411124"/>
                  <a:pt x="1070632" y="389358"/>
                </a:cubicBezTo>
                <a:lnTo>
                  <a:pt x="1292572" y="167418"/>
                </a:lnTo>
                <a:cubicBezTo>
                  <a:pt x="1303455" y="156535"/>
                  <a:pt x="1317733" y="151093"/>
                  <a:pt x="1332012" y="151093"/>
                </a:cubicBezTo>
                <a:close/>
                <a:moveTo>
                  <a:pt x="709724" y="111607"/>
                </a:moveTo>
                <a:cubicBezTo>
                  <a:pt x="689074" y="111607"/>
                  <a:pt x="668610" y="116816"/>
                  <a:pt x="649635" y="127420"/>
                </a:cubicBezTo>
                <a:lnTo>
                  <a:pt x="174129" y="394752"/>
                </a:lnTo>
                <a:cubicBezTo>
                  <a:pt x="135620" y="416332"/>
                  <a:pt x="111621" y="457260"/>
                  <a:pt x="111621" y="501536"/>
                </a:cubicBezTo>
                <a:lnTo>
                  <a:pt x="111621" y="910814"/>
                </a:lnTo>
                <a:cubicBezTo>
                  <a:pt x="111621" y="955090"/>
                  <a:pt x="135620" y="996018"/>
                  <a:pt x="174129" y="1017598"/>
                </a:cubicBezTo>
                <a:lnTo>
                  <a:pt x="649821" y="1284930"/>
                </a:lnTo>
                <a:cubicBezTo>
                  <a:pt x="688144" y="1306510"/>
                  <a:pt x="733723" y="1306138"/>
                  <a:pt x="771674" y="1283814"/>
                </a:cubicBezTo>
                <a:cubicBezTo>
                  <a:pt x="809625" y="1261676"/>
                  <a:pt x="832321" y="1222050"/>
                  <a:pt x="832321" y="1178146"/>
                </a:cubicBezTo>
                <a:lnTo>
                  <a:pt x="832321" y="234204"/>
                </a:lnTo>
                <a:cubicBezTo>
                  <a:pt x="832321" y="190113"/>
                  <a:pt x="809625" y="150674"/>
                  <a:pt x="771674" y="128536"/>
                </a:cubicBezTo>
                <a:cubicBezTo>
                  <a:pt x="752326" y="117188"/>
                  <a:pt x="731118" y="111607"/>
                  <a:pt x="709724" y="111607"/>
                </a:cubicBezTo>
                <a:close/>
                <a:moveTo>
                  <a:pt x="711864" y="9"/>
                </a:moveTo>
                <a:cubicBezTo>
                  <a:pt x="751861" y="358"/>
                  <a:pt x="791766" y="11148"/>
                  <a:pt x="828043" y="32356"/>
                </a:cubicBezTo>
                <a:cubicBezTo>
                  <a:pt x="900596" y="74772"/>
                  <a:pt x="943942" y="150302"/>
                  <a:pt x="943942" y="234390"/>
                </a:cubicBezTo>
                <a:lnTo>
                  <a:pt x="943942" y="1178518"/>
                </a:lnTo>
                <a:cubicBezTo>
                  <a:pt x="943942" y="1262606"/>
                  <a:pt x="900596" y="1338136"/>
                  <a:pt x="828043" y="1380552"/>
                </a:cubicBezTo>
                <a:cubicBezTo>
                  <a:pt x="791208" y="1401946"/>
                  <a:pt x="750466" y="1412736"/>
                  <a:pt x="709910" y="1412736"/>
                </a:cubicBezTo>
                <a:cubicBezTo>
                  <a:pt x="670471" y="1412736"/>
                  <a:pt x="631217" y="1402691"/>
                  <a:pt x="595126" y="1382413"/>
                </a:cubicBezTo>
                <a:lnTo>
                  <a:pt x="119435" y="1115080"/>
                </a:lnTo>
                <a:cubicBezTo>
                  <a:pt x="45765" y="1073594"/>
                  <a:pt x="0" y="995460"/>
                  <a:pt x="0" y="911000"/>
                </a:cubicBezTo>
                <a:lnTo>
                  <a:pt x="0" y="501722"/>
                </a:lnTo>
                <a:cubicBezTo>
                  <a:pt x="0" y="417262"/>
                  <a:pt x="45765" y="338942"/>
                  <a:pt x="119435" y="297642"/>
                </a:cubicBezTo>
                <a:lnTo>
                  <a:pt x="595126" y="30309"/>
                </a:lnTo>
                <a:cubicBezTo>
                  <a:pt x="631775" y="9752"/>
                  <a:pt x="671866" y="-340"/>
                  <a:pt x="711864" y="9"/>
                </a:cubicBezTo>
                <a:close/>
              </a:path>
            </a:pathLst>
          </a:custGeom>
          <a:solidFill>
            <a:schemeClr val="tx1">
              <a:lumMod val="75000"/>
              <a:lumOff val="25000"/>
            </a:schemeClr>
          </a:solidFill>
          <a:ln cap="sq">
            <a:noFill/>
          </a:ln>
        </p:spPr>
        <p:txBody>
          <a:bodyPr vert="horz" wrap="square" lIns="91440" tIns="45720" rIns="91440" bIns="45720" rtlCol="0" anchor="t"/>
          <a:lstStyle/>
          <a:p>
            <a:pPr algn="l"/>
            <a:endParaRPr kumimoji="1" lang="zh-CN" altLang="en-US"/>
          </a:p>
        </p:txBody>
      </p:sp>
      <p:sp>
        <p:nvSpPr>
          <p:cNvPr id="18" name="标题 1"/>
          <p:cNvSpPr txBox="1"/>
          <p:nvPr/>
        </p:nvSpPr>
        <p:spPr>
          <a:xfrm>
            <a:off x="1166223" y="1359215"/>
            <a:ext cx="9846853" cy="864000"/>
          </a:xfrm>
          <a:prstGeom prst="rect">
            <a:avLst/>
          </a:prstGeom>
          <a:noFill/>
          <a:ln>
            <a:noFill/>
          </a:ln>
        </p:spPr>
        <p:txBody>
          <a:bodyPr vert="horz" wrap="square" lIns="0" tIns="0" rIns="0" bIns="0" rtlCol="0" anchor="b"/>
          <a:lstStyle/>
          <a:p>
            <a:pPr algn="ctr"/>
            <a:r>
              <a:rPr kumimoji="1" lang="en-US" altLang="zh-CN" sz="1600">
                <a:ln w="12700">
                  <a:noFill/>
                </a:ln>
                <a:solidFill>
                  <a:srgbClr val="262626">
                    <a:alpha val="100000"/>
                  </a:srgbClr>
                </a:solidFill>
                <a:latin typeface="poppins-bold"/>
                <a:ea typeface="poppins-bold"/>
                <a:cs typeface="poppins-bold"/>
              </a:rPr>
              <a:t>Traducir las necesidades del negocio en objetivos claros para TI</a:t>
            </a:r>
            <a:endParaRPr kumimoji="1" lang="zh-CN" altLang="en-US"/>
          </a:p>
        </p:txBody>
      </p:sp>
      <p:sp>
        <p:nvSpPr>
          <p:cNvPr id="19" name="标题 1"/>
          <p:cNvSpPr txBox="1"/>
          <p:nvPr/>
        </p:nvSpPr>
        <p:spPr>
          <a:xfrm rot="10800000">
            <a:off x="660399" y="158962"/>
            <a:ext cx="10858499" cy="971338"/>
          </a:xfrm>
          <a:prstGeom prst="roundRect">
            <a:avLst/>
          </a:prstGeom>
          <a:gradFill>
            <a:gsLst>
              <a:gs pos="0">
                <a:schemeClr val="bg1">
                  <a:alpha val="0"/>
                </a:schemeClr>
              </a:gs>
              <a:gs pos="60000">
                <a:schemeClr val="accent1">
                  <a:lumMod val="20000"/>
                  <a:lumOff val="80000"/>
                </a:schemeClr>
              </a:gs>
              <a:gs pos="100000">
                <a:schemeClr val="bg1"/>
              </a:gs>
            </a:gsLst>
            <a:lin ang="16200000" scaled="0"/>
          </a:gradFill>
          <a:ln w="12700" cap="sq">
            <a:noFill/>
            <a:miter/>
          </a:ln>
        </p:spPr>
        <p:txBody>
          <a:bodyPr vert="horz" wrap="square" lIns="91440" tIns="45720" rIns="91440" bIns="45720" rtlCol="0" anchor="ctr"/>
          <a:lstStyle/>
          <a:p>
            <a:pPr algn="ctr"/>
            <a:endParaRPr kumimoji="1" lang="zh-CN" altLang="en-US"/>
          </a:p>
        </p:txBody>
      </p:sp>
      <p:sp>
        <p:nvSpPr>
          <p:cNvPr id="20" name="标题 1"/>
          <p:cNvSpPr txBox="1"/>
          <p:nvPr/>
        </p:nvSpPr>
        <p:spPr>
          <a:xfrm flipH="1">
            <a:off x="139042" y="296832"/>
            <a:ext cx="765810" cy="347799"/>
          </a:xfrm>
          <a:custGeom>
            <a:avLst/>
            <a:gdLst>
              <a:gd name="connsiteX0" fmla="*/ 651510 w 765810"/>
              <a:gd name="connsiteY0" fmla="*/ 253093 h 347799"/>
              <a:gd name="connsiteX1" fmla="*/ 543741 w 765810"/>
              <a:gd name="connsiteY1" fmla="*/ 318407 h 347799"/>
              <a:gd name="connsiteX2" fmla="*/ 435973 w 765810"/>
              <a:gd name="connsiteY2" fmla="*/ 253093 h 347799"/>
              <a:gd name="connsiteX3" fmla="*/ 329837 w 765810"/>
              <a:gd name="connsiteY3" fmla="*/ 318407 h 347799"/>
              <a:gd name="connsiteX4" fmla="*/ 222069 w 765810"/>
              <a:gd name="connsiteY4" fmla="*/ 253093 h 347799"/>
              <a:gd name="connsiteX5" fmla="*/ 114300 w 765810"/>
              <a:gd name="connsiteY5" fmla="*/ 318407 h 347799"/>
              <a:gd name="connsiteX6" fmla="*/ 13063 w 765810"/>
              <a:gd name="connsiteY6" fmla="*/ 256358 h 347799"/>
              <a:gd name="connsiteX7" fmla="*/ 0 w 765810"/>
              <a:gd name="connsiteY7" fmla="*/ 277586 h 347799"/>
              <a:gd name="connsiteX8" fmla="*/ 114300 w 765810"/>
              <a:gd name="connsiteY8" fmla="*/ 347799 h 347799"/>
              <a:gd name="connsiteX9" fmla="*/ 222069 w 765810"/>
              <a:gd name="connsiteY9" fmla="*/ 282484 h 347799"/>
              <a:gd name="connsiteX10" fmla="*/ 329837 w 765810"/>
              <a:gd name="connsiteY10" fmla="*/ 347799 h 347799"/>
              <a:gd name="connsiteX11" fmla="*/ 435973 w 765810"/>
              <a:gd name="connsiteY11" fmla="*/ 282484 h 347799"/>
              <a:gd name="connsiteX12" fmla="*/ 543741 w 765810"/>
              <a:gd name="connsiteY12" fmla="*/ 347799 h 347799"/>
              <a:gd name="connsiteX13" fmla="*/ 651510 w 765810"/>
              <a:gd name="connsiteY13" fmla="*/ 282484 h 347799"/>
              <a:gd name="connsiteX14" fmla="*/ 752747 w 765810"/>
              <a:gd name="connsiteY14" fmla="*/ 342900 h 347799"/>
              <a:gd name="connsiteX15" fmla="*/ 765810 w 765810"/>
              <a:gd name="connsiteY15" fmla="*/ 321673 h 347799"/>
              <a:gd name="connsiteX16" fmla="*/ 651510 w 765810"/>
              <a:gd name="connsiteY16" fmla="*/ 125730 h 347799"/>
              <a:gd name="connsiteX17" fmla="*/ 543741 w 765810"/>
              <a:gd name="connsiteY17" fmla="*/ 191044 h 347799"/>
              <a:gd name="connsiteX18" fmla="*/ 435973 w 765810"/>
              <a:gd name="connsiteY18" fmla="*/ 125730 h 347799"/>
              <a:gd name="connsiteX19" fmla="*/ 329837 w 765810"/>
              <a:gd name="connsiteY19" fmla="*/ 191044 h 347799"/>
              <a:gd name="connsiteX20" fmla="*/ 222069 w 765810"/>
              <a:gd name="connsiteY20" fmla="*/ 125730 h 347799"/>
              <a:gd name="connsiteX21" fmla="*/ 114300 w 765810"/>
              <a:gd name="connsiteY21" fmla="*/ 191044 h 347799"/>
              <a:gd name="connsiteX22" fmla="*/ 13063 w 765810"/>
              <a:gd name="connsiteY22" fmla="*/ 130629 h 347799"/>
              <a:gd name="connsiteX23" fmla="*/ 0 w 765810"/>
              <a:gd name="connsiteY23" fmla="*/ 151856 h 347799"/>
              <a:gd name="connsiteX24" fmla="*/ 114300 w 765810"/>
              <a:gd name="connsiteY24" fmla="*/ 220436 h 347799"/>
              <a:gd name="connsiteX25" fmla="*/ 222069 w 765810"/>
              <a:gd name="connsiteY25" fmla="*/ 155122 h 347799"/>
              <a:gd name="connsiteX26" fmla="*/ 329837 w 765810"/>
              <a:gd name="connsiteY26" fmla="*/ 220436 h 347799"/>
              <a:gd name="connsiteX27" fmla="*/ 435973 w 765810"/>
              <a:gd name="connsiteY27" fmla="*/ 155122 h 347799"/>
              <a:gd name="connsiteX28" fmla="*/ 543741 w 765810"/>
              <a:gd name="connsiteY28" fmla="*/ 220436 h 347799"/>
              <a:gd name="connsiteX29" fmla="*/ 651510 w 765810"/>
              <a:gd name="connsiteY29" fmla="*/ 155122 h 347799"/>
              <a:gd name="connsiteX30" fmla="*/ 752747 w 765810"/>
              <a:gd name="connsiteY30" fmla="*/ 217170 h 347799"/>
              <a:gd name="connsiteX31" fmla="*/ 765810 w 765810"/>
              <a:gd name="connsiteY31" fmla="*/ 195943 h 347799"/>
              <a:gd name="connsiteX32" fmla="*/ 651510 w 765810"/>
              <a:gd name="connsiteY32" fmla="*/ 0 h 347799"/>
              <a:gd name="connsiteX33" fmla="*/ 543741 w 765810"/>
              <a:gd name="connsiteY33" fmla="*/ 65314 h 347799"/>
              <a:gd name="connsiteX34" fmla="*/ 435973 w 765810"/>
              <a:gd name="connsiteY34" fmla="*/ 0 h 347799"/>
              <a:gd name="connsiteX35" fmla="*/ 329837 w 765810"/>
              <a:gd name="connsiteY35" fmla="*/ 65314 h 347799"/>
              <a:gd name="connsiteX36" fmla="*/ 222069 w 765810"/>
              <a:gd name="connsiteY36" fmla="*/ 0 h 347799"/>
              <a:gd name="connsiteX37" fmla="*/ 114300 w 765810"/>
              <a:gd name="connsiteY37" fmla="*/ 65314 h 347799"/>
              <a:gd name="connsiteX38" fmla="*/ 13063 w 765810"/>
              <a:gd name="connsiteY38" fmla="*/ 3265 h 347799"/>
              <a:gd name="connsiteX39" fmla="*/ 0 w 765810"/>
              <a:gd name="connsiteY39" fmla="*/ 24493 h 347799"/>
              <a:gd name="connsiteX40" fmla="*/ 114300 w 765810"/>
              <a:gd name="connsiteY40" fmla="*/ 93073 h 347799"/>
              <a:gd name="connsiteX41" fmla="*/ 222069 w 765810"/>
              <a:gd name="connsiteY41" fmla="*/ 27758 h 347799"/>
              <a:gd name="connsiteX42" fmla="*/ 329837 w 765810"/>
              <a:gd name="connsiteY42" fmla="*/ 93073 h 347799"/>
              <a:gd name="connsiteX43" fmla="*/ 435973 w 765810"/>
              <a:gd name="connsiteY43" fmla="*/ 27758 h 347799"/>
              <a:gd name="connsiteX44" fmla="*/ 543741 w 765810"/>
              <a:gd name="connsiteY44" fmla="*/ 93073 h 347799"/>
              <a:gd name="connsiteX45" fmla="*/ 651510 w 765810"/>
              <a:gd name="connsiteY45" fmla="*/ 27758 h 347799"/>
              <a:gd name="connsiteX46" fmla="*/ 752747 w 765810"/>
              <a:gd name="connsiteY46" fmla="*/ 89807 h 347799"/>
              <a:gd name="connsiteX47" fmla="*/ 765810 w 765810"/>
              <a:gd name="connsiteY47" fmla="*/ 68580 h 347799"/>
            </a:gdLst>
            <a:ahLst/>
            <a:cxnLst/>
            <a:rect l="l" t="t" r="r" b="b"/>
            <a:pathLst>
              <a:path w="765810" h="347799">
                <a:moveTo>
                  <a:pt x="651510" y="253093"/>
                </a:moveTo>
                <a:lnTo>
                  <a:pt x="543741" y="318407"/>
                </a:lnTo>
                <a:lnTo>
                  <a:pt x="435973" y="253093"/>
                </a:lnTo>
                <a:lnTo>
                  <a:pt x="329837" y="318407"/>
                </a:lnTo>
                <a:lnTo>
                  <a:pt x="222069" y="253093"/>
                </a:lnTo>
                <a:lnTo>
                  <a:pt x="114300" y="318407"/>
                </a:lnTo>
                <a:lnTo>
                  <a:pt x="13063" y="256358"/>
                </a:lnTo>
                <a:lnTo>
                  <a:pt x="0" y="277586"/>
                </a:lnTo>
                <a:lnTo>
                  <a:pt x="114300" y="347799"/>
                </a:lnTo>
                <a:lnTo>
                  <a:pt x="222069" y="282484"/>
                </a:lnTo>
                <a:lnTo>
                  <a:pt x="329837" y="347799"/>
                </a:lnTo>
                <a:lnTo>
                  <a:pt x="435973" y="282484"/>
                </a:lnTo>
                <a:lnTo>
                  <a:pt x="543741" y="347799"/>
                </a:lnTo>
                <a:lnTo>
                  <a:pt x="651510" y="282484"/>
                </a:lnTo>
                <a:lnTo>
                  <a:pt x="752747" y="342900"/>
                </a:lnTo>
                <a:lnTo>
                  <a:pt x="765810" y="321673"/>
                </a:lnTo>
                <a:close/>
                <a:moveTo>
                  <a:pt x="651510" y="125730"/>
                </a:moveTo>
                <a:lnTo>
                  <a:pt x="543741" y="191044"/>
                </a:lnTo>
                <a:lnTo>
                  <a:pt x="435973" y="125730"/>
                </a:lnTo>
                <a:lnTo>
                  <a:pt x="329837" y="191044"/>
                </a:lnTo>
                <a:lnTo>
                  <a:pt x="222069" y="125730"/>
                </a:lnTo>
                <a:lnTo>
                  <a:pt x="114300" y="191044"/>
                </a:lnTo>
                <a:lnTo>
                  <a:pt x="13063" y="130629"/>
                </a:lnTo>
                <a:lnTo>
                  <a:pt x="0" y="151856"/>
                </a:lnTo>
                <a:lnTo>
                  <a:pt x="114300" y="220436"/>
                </a:lnTo>
                <a:lnTo>
                  <a:pt x="222069" y="155122"/>
                </a:lnTo>
                <a:lnTo>
                  <a:pt x="329837" y="220436"/>
                </a:lnTo>
                <a:lnTo>
                  <a:pt x="435973" y="155122"/>
                </a:lnTo>
                <a:lnTo>
                  <a:pt x="543741" y="220436"/>
                </a:lnTo>
                <a:lnTo>
                  <a:pt x="651510" y="155122"/>
                </a:lnTo>
                <a:lnTo>
                  <a:pt x="752747" y="217170"/>
                </a:lnTo>
                <a:lnTo>
                  <a:pt x="765810" y="195943"/>
                </a:lnTo>
                <a:close/>
                <a:moveTo>
                  <a:pt x="651510" y="0"/>
                </a:moveTo>
                <a:lnTo>
                  <a:pt x="543741" y="65314"/>
                </a:lnTo>
                <a:lnTo>
                  <a:pt x="435973" y="0"/>
                </a:lnTo>
                <a:lnTo>
                  <a:pt x="329837" y="65314"/>
                </a:lnTo>
                <a:lnTo>
                  <a:pt x="222069" y="0"/>
                </a:lnTo>
                <a:lnTo>
                  <a:pt x="114300" y="65314"/>
                </a:lnTo>
                <a:lnTo>
                  <a:pt x="13063" y="3265"/>
                </a:lnTo>
                <a:lnTo>
                  <a:pt x="0" y="24493"/>
                </a:lnTo>
                <a:lnTo>
                  <a:pt x="114300" y="93073"/>
                </a:lnTo>
                <a:lnTo>
                  <a:pt x="222069" y="27758"/>
                </a:lnTo>
                <a:lnTo>
                  <a:pt x="329837" y="93073"/>
                </a:lnTo>
                <a:lnTo>
                  <a:pt x="435973" y="27758"/>
                </a:lnTo>
                <a:lnTo>
                  <a:pt x="543741" y="93073"/>
                </a:lnTo>
                <a:lnTo>
                  <a:pt x="651510" y="27758"/>
                </a:lnTo>
                <a:lnTo>
                  <a:pt x="752747" y="89807"/>
                </a:lnTo>
                <a:lnTo>
                  <a:pt x="765810" y="68580"/>
                </a:lnTo>
                <a:close/>
              </a:path>
            </a:pathLst>
          </a:custGeom>
          <a:solidFill>
            <a:schemeClr val="accent1">
              <a:lumMod val="60000"/>
              <a:lumOff val="40000"/>
            </a:schemeClr>
          </a:solidFill>
          <a:ln w="16329" cap="flat">
            <a:noFill/>
            <a:miter/>
          </a:ln>
        </p:spPr>
        <p:txBody>
          <a:bodyPr vert="horz" wrap="square" lIns="91440" tIns="45720" rIns="91440" bIns="45720" rtlCol="0" anchor="ctr"/>
          <a:lstStyle/>
          <a:p>
            <a:pPr algn="l"/>
            <a:endParaRPr kumimoji="1" lang="zh-CN" altLang="en-US"/>
          </a:p>
        </p:txBody>
      </p:sp>
      <p:sp>
        <p:nvSpPr>
          <p:cNvPr id="21" name="标题 1"/>
          <p:cNvSpPr txBox="1"/>
          <p:nvPr/>
        </p:nvSpPr>
        <p:spPr>
          <a:xfrm>
            <a:off x="1201552" y="346492"/>
            <a:ext cx="8209148" cy="596278"/>
          </a:xfrm>
          <a:prstGeom prst="rect">
            <a:avLst/>
          </a:prstGeom>
          <a:noFill/>
          <a:ln>
            <a:noFill/>
          </a:ln>
        </p:spPr>
        <p:txBody>
          <a:bodyPr vert="horz" wrap="square" lIns="0" tIns="0" rIns="0" bIns="0" rtlCol="0" anchor="ctr"/>
          <a:lstStyle/>
          <a:p>
            <a:pPr algn="l"/>
            <a:r>
              <a:rPr kumimoji="1" lang="en-US" altLang="zh-CN" sz="2800">
                <a:ln w="12700">
                  <a:noFill/>
                </a:ln>
                <a:solidFill>
                  <a:srgbClr val="000000">
                    <a:alpha val="100000"/>
                  </a:srgbClr>
                </a:solidFill>
                <a:latin typeface="poppins-bold"/>
                <a:ea typeface="poppins-bold"/>
                <a:cs typeface="poppins-bold"/>
              </a:rPr>
              <a:t>Definición de Objetivos y Metas (SMART)</a:t>
            </a:r>
            <a:endParaRPr kumimoji="1" lang="zh-CN" altLang="en-US"/>
          </a:p>
        </p:txBody>
      </p:sp>
      <p:sp>
        <p:nvSpPr>
          <p:cNvPr id="22" name="标题 1"/>
          <p:cNvSpPr txBox="1"/>
          <p:nvPr/>
        </p:nvSpPr>
        <p:spPr>
          <a:xfrm flipH="1">
            <a:off x="11148696" y="782502"/>
            <a:ext cx="765810" cy="347799"/>
          </a:xfrm>
          <a:custGeom>
            <a:avLst/>
            <a:gdLst>
              <a:gd name="connsiteX0" fmla="*/ 651510 w 765810"/>
              <a:gd name="connsiteY0" fmla="*/ 253093 h 347799"/>
              <a:gd name="connsiteX1" fmla="*/ 543741 w 765810"/>
              <a:gd name="connsiteY1" fmla="*/ 318407 h 347799"/>
              <a:gd name="connsiteX2" fmla="*/ 435973 w 765810"/>
              <a:gd name="connsiteY2" fmla="*/ 253093 h 347799"/>
              <a:gd name="connsiteX3" fmla="*/ 329837 w 765810"/>
              <a:gd name="connsiteY3" fmla="*/ 318407 h 347799"/>
              <a:gd name="connsiteX4" fmla="*/ 222069 w 765810"/>
              <a:gd name="connsiteY4" fmla="*/ 253093 h 347799"/>
              <a:gd name="connsiteX5" fmla="*/ 114300 w 765810"/>
              <a:gd name="connsiteY5" fmla="*/ 318407 h 347799"/>
              <a:gd name="connsiteX6" fmla="*/ 13063 w 765810"/>
              <a:gd name="connsiteY6" fmla="*/ 256358 h 347799"/>
              <a:gd name="connsiteX7" fmla="*/ 0 w 765810"/>
              <a:gd name="connsiteY7" fmla="*/ 277586 h 347799"/>
              <a:gd name="connsiteX8" fmla="*/ 114300 w 765810"/>
              <a:gd name="connsiteY8" fmla="*/ 347799 h 347799"/>
              <a:gd name="connsiteX9" fmla="*/ 222069 w 765810"/>
              <a:gd name="connsiteY9" fmla="*/ 282484 h 347799"/>
              <a:gd name="connsiteX10" fmla="*/ 329837 w 765810"/>
              <a:gd name="connsiteY10" fmla="*/ 347799 h 347799"/>
              <a:gd name="connsiteX11" fmla="*/ 435973 w 765810"/>
              <a:gd name="connsiteY11" fmla="*/ 282484 h 347799"/>
              <a:gd name="connsiteX12" fmla="*/ 543741 w 765810"/>
              <a:gd name="connsiteY12" fmla="*/ 347799 h 347799"/>
              <a:gd name="connsiteX13" fmla="*/ 651510 w 765810"/>
              <a:gd name="connsiteY13" fmla="*/ 282484 h 347799"/>
              <a:gd name="connsiteX14" fmla="*/ 752747 w 765810"/>
              <a:gd name="connsiteY14" fmla="*/ 342900 h 347799"/>
              <a:gd name="connsiteX15" fmla="*/ 765810 w 765810"/>
              <a:gd name="connsiteY15" fmla="*/ 321673 h 347799"/>
              <a:gd name="connsiteX16" fmla="*/ 651510 w 765810"/>
              <a:gd name="connsiteY16" fmla="*/ 125730 h 347799"/>
              <a:gd name="connsiteX17" fmla="*/ 543741 w 765810"/>
              <a:gd name="connsiteY17" fmla="*/ 191044 h 347799"/>
              <a:gd name="connsiteX18" fmla="*/ 435973 w 765810"/>
              <a:gd name="connsiteY18" fmla="*/ 125730 h 347799"/>
              <a:gd name="connsiteX19" fmla="*/ 329837 w 765810"/>
              <a:gd name="connsiteY19" fmla="*/ 191044 h 347799"/>
              <a:gd name="connsiteX20" fmla="*/ 222069 w 765810"/>
              <a:gd name="connsiteY20" fmla="*/ 125730 h 347799"/>
              <a:gd name="connsiteX21" fmla="*/ 114300 w 765810"/>
              <a:gd name="connsiteY21" fmla="*/ 191044 h 347799"/>
              <a:gd name="connsiteX22" fmla="*/ 13063 w 765810"/>
              <a:gd name="connsiteY22" fmla="*/ 130629 h 347799"/>
              <a:gd name="connsiteX23" fmla="*/ 0 w 765810"/>
              <a:gd name="connsiteY23" fmla="*/ 151856 h 347799"/>
              <a:gd name="connsiteX24" fmla="*/ 114300 w 765810"/>
              <a:gd name="connsiteY24" fmla="*/ 220436 h 347799"/>
              <a:gd name="connsiteX25" fmla="*/ 222069 w 765810"/>
              <a:gd name="connsiteY25" fmla="*/ 155122 h 347799"/>
              <a:gd name="connsiteX26" fmla="*/ 329837 w 765810"/>
              <a:gd name="connsiteY26" fmla="*/ 220436 h 347799"/>
              <a:gd name="connsiteX27" fmla="*/ 435973 w 765810"/>
              <a:gd name="connsiteY27" fmla="*/ 155122 h 347799"/>
              <a:gd name="connsiteX28" fmla="*/ 543741 w 765810"/>
              <a:gd name="connsiteY28" fmla="*/ 220436 h 347799"/>
              <a:gd name="connsiteX29" fmla="*/ 651510 w 765810"/>
              <a:gd name="connsiteY29" fmla="*/ 155122 h 347799"/>
              <a:gd name="connsiteX30" fmla="*/ 752747 w 765810"/>
              <a:gd name="connsiteY30" fmla="*/ 217170 h 347799"/>
              <a:gd name="connsiteX31" fmla="*/ 765810 w 765810"/>
              <a:gd name="connsiteY31" fmla="*/ 195943 h 347799"/>
              <a:gd name="connsiteX32" fmla="*/ 651510 w 765810"/>
              <a:gd name="connsiteY32" fmla="*/ 0 h 347799"/>
              <a:gd name="connsiteX33" fmla="*/ 543741 w 765810"/>
              <a:gd name="connsiteY33" fmla="*/ 65314 h 347799"/>
              <a:gd name="connsiteX34" fmla="*/ 435973 w 765810"/>
              <a:gd name="connsiteY34" fmla="*/ 0 h 347799"/>
              <a:gd name="connsiteX35" fmla="*/ 329837 w 765810"/>
              <a:gd name="connsiteY35" fmla="*/ 65314 h 347799"/>
              <a:gd name="connsiteX36" fmla="*/ 222069 w 765810"/>
              <a:gd name="connsiteY36" fmla="*/ 0 h 347799"/>
              <a:gd name="connsiteX37" fmla="*/ 114300 w 765810"/>
              <a:gd name="connsiteY37" fmla="*/ 65314 h 347799"/>
              <a:gd name="connsiteX38" fmla="*/ 13063 w 765810"/>
              <a:gd name="connsiteY38" fmla="*/ 3265 h 347799"/>
              <a:gd name="connsiteX39" fmla="*/ 0 w 765810"/>
              <a:gd name="connsiteY39" fmla="*/ 24493 h 347799"/>
              <a:gd name="connsiteX40" fmla="*/ 114300 w 765810"/>
              <a:gd name="connsiteY40" fmla="*/ 93073 h 347799"/>
              <a:gd name="connsiteX41" fmla="*/ 222069 w 765810"/>
              <a:gd name="connsiteY41" fmla="*/ 27758 h 347799"/>
              <a:gd name="connsiteX42" fmla="*/ 329837 w 765810"/>
              <a:gd name="connsiteY42" fmla="*/ 93073 h 347799"/>
              <a:gd name="connsiteX43" fmla="*/ 435973 w 765810"/>
              <a:gd name="connsiteY43" fmla="*/ 27758 h 347799"/>
              <a:gd name="connsiteX44" fmla="*/ 543741 w 765810"/>
              <a:gd name="connsiteY44" fmla="*/ 93073 h 347799"/>
              <a:gd name="connsiteX45" fmla="*/ 651510 w 765810"/>
              <a:gd name="connsiteY45" fmla="*/ 27758 h 347799"/>
              <a:gd name="connsiteX46" fmla="*/ 752747 w 765810"/>
              <a:gd name="connsiteY46" fmla="*/ 89807 h 347799"/>
              <a:gd name="connsiteX47" fmla="*/ 765810 w 765810"/>
              <a:gd name="connsiteY47" fmla="*/ 68580 h 347799"/>
            </a:gdLst>
            <a:ahLst/>
            <a:cxnLst/>
            <a:rect l="l" t="t" r="r" b="b"/>
            <a:pathLst>
              <a:path w="765810" h="347799">
                <a:moveTo>
                  <a:pt x="651510" y="253093"/>
                </a:moveTo>
                <a:lnTo>
                  <a:pt x="543741" y="318407"/>
                </a:lnTo>
                <a:lnTo>
                  <a:pt x="435973" y="253093"/>
                </a:lnTo>
                <a:lnTo>
                  <a:pt x="329837" y="318407"/>
                </a:lnTo>
                <a:lnTo>
                  <a:pt x="222069" y="253093"/>
                </a:lnTo>
                <a:lnTo>
                  <a:pt x="114300" y="318407"/>
                </a:lnTo>
                <a:lnTo>
                  <a:pt x="13063" y="256358"/>
                </a:lnTo>
                <a:lnTo>
                  <a:pt x="0" y="277586"/>
                </a:lnTo>
                <a:lnTo>
                  <a:pt x="114300" y="347799"/>
                </a:lnTo>
                <a:lnTo>
                  <a:pt x="222069" y="282484"/>
                </a:lnTo>
                <a:lnTo>
                  <a:pt x="329837" y="347799"/>
                </a:lnTo>
                <a:lnTo>
                  <a:pt x="435973" y="282484"/>
                </a:lnTo>
                <a:lnTo>
                  <a:pt x="543741" y="347799"/>
                </a:lnTo>
                <a:lnTo>
                  <a:pt x="651510" y="282484"/>
                </a:lnTo>
                <a:lnTo>
                  <a:pt x="752747" y="342900"/>
                </a:lnTo>
                <a:lnTo>
                  <a:pt x="765810" y="321673"/>
                </a:lnTo>
                <a:close/>
                <a:moveTo>
                  <a:pt x="651510" y="125730"/>
                </a:moveTo>
                <a:lnTo>
                  <a:pt x="543741" y="191044"/>
                </a:lnTo>
                <a:lnTo>
                  <a:pt x="435973" y="125730"/>
                </a:lnTo>
                <a:lnTo>
                  <a:pt x="329837" y="191044"/>
                </a:lnTo>
                <a:lnTo>
                  <a:pt x="222069" y="125730"/>
                </a:lnTo>
                <a:lnTo>
                  <a:pt x="114300" y="191044"/>
                </a:lnTo>
                <a:lnTo>
                  <a:pt x="13063" y="130629"/>
                </a:lnTo>
                <a:lnTo>
                  <a:pt x="0" y="151856"/>
                </a:lnTo>
                <a:lnTo>
                  <a:pt x="114300" y="220436"/>
                </a:lnTo>
                <a:lnTo>
                  <a:pt x="222069" y="155122"/>
                </a:lnTo>
                <a:lnTo>
                  <a:pt x="329837" y="220436"/>
                </a:lnTo>
                <a:lnTo>
                  <a:pt x="435973" y="155122"/>
                </a:lnTo>
                <a:lnTo>
                  <a:pt x="543741" y="220436"/>
                </a:lnTo>
                <a:lnTo>
                  <a:pt x="651510" y="155122"/>
                </a:lnTo>
                <a:lnTo>
                  <a:pt x="752747" y="217170"/>
                </a:lnTo>
                <a:lnTo>
                  <a:pt x="765810" y="195943"/>
                </a:lnTo>
                <a:close/>
                <a:moveTo>
                  <a:pt x="651510" y="0"/>
                </a:moveTo>
                <a:lnTo>
                  <a:pt x="543741" y="65314"/>
                </a:lnTo>
                <a:lnTo>
                  <a:pt x="435973" y="0"/>
                </a:lnTo>
                <a:lnTo>
                  <a:pt x="329837" y="65314"/>
                </a:lnTo>
                <a:lnTo>
                  <a:pt x="222069" y="0"/>
                </a:lnTo>
                <a:lnTo>
                  <a:pt x="114300" y="65314"/>
                </a:lnTo>
                <a:lnTo>
                  <a:pt x="13063" y="3265"/>
                </a:lnTo>
                <a:lnTo>
                  <a:pt x="0" y="24493"/>
                </a:lnTo>
                <a:lnTo>
                  <a:pt x="114300" y="93073"/>
                </a:lnTo>
                <a:lnTo>
                  <a:pt x="222069" y="27758"/>
                </a:lnTo>
                <a:lnTo>
                  <a:pt x="329837" y="93073"/>
                </a:lnTo>
                <a:lnTo>
                  <a:pt x="435973" y="27758"/>
                </a:lnTo>
                <a:lnTo>
                  <a:pt x="543741" y="93073"/>
                </a:lnTo>
                <a:lnTo>
                  <a:pt x="651510" y="27758"/>
                </a:lnTo>
                <a:lnTo>
                  <a:pt x="752747" y="89807"/>
                </a:lnTo>
                <a:lnTo>
                  <a:pt x="765810" y="68580"/>
                </a:lnTo>
                <a:close/>
              </a:path>
            </a:pathLst>
          </a:custGeom>
          <a:solidFill>
            <a:schemeClr val="accent1">
              <a:lumMod val="60000"/>
              <a:lumOff val="40000"/>
            </a:schemeClr>
          </a:solidFill>
          <a:ln w="16329" cap="flat">
            <a:noFill/>
            <a:miter/>
          </a:ln>
        </p:spPr>
        <p:txBody>
          <a:bodyPr vert="horz" wrap="square" lIns="91440" tIns="45720" rIns="91440" bIns="45720" rtlCol="0" anchor="ctr"/>
          <a:lstStyle/>
          <a:p>
            <a:pPr algn="l"/>
            <a:endParaRPr kumimoji="1" lang="zh-CN" altLang="en-US"/>
          </a:p>
        </p:txBody>
      </p:sp>
      <p:pic>
        <p:nvPicPr>
          <p:cNvPr id="23" name="Imagen 22">
            <a:extLst>
              <a:ext uri="{FF2B5EF4-FFF2-40B4-BE49-F238E27FC236}">
                <a16:creationId xmlns:a16="http://schemas.microsoft.com/office/drawing/2014/main" id="{A6DD3E1B-9A5E-7E83-4D07-F16523A1055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731149" y="2895521"/>
            <a:ext cx="2589153" cy="3043164"/>
          </a:xfrm>
          <a:custGeom>
            <a:avLst/>
            <a:gdLst>
              <a:gd name="connsiteX0" fmla="*/ 0 w 2589153"/>
              <a:gd name="connsiteY0" fmla="*/ 0 h 3043164"/>
              <a:gd name="connsiteX1" fmla="*/ 330114 w 2589153"/>
              <a:gd name="connsiteY1" fmla="*/ 330114 h 3043164"/>
              <a:gd name="connsiteX2" fmla="*/ 2589153 w 2589153"/>
              <a:gd name="connsiteY2" fmla="*/ 330114 h 3043164"/>
              <a:gd name="connsiteX3" fmla="*/ 2589153 w 2589153"/>
              <a:gd name="connsiteY3" fmla="*/ 3043164 h 3043164"/>
              <a:gd name="connsiteX4" fmla="*/ 0 w 2589153"/>
              <a:gd name="connsiteY4" fmla="*/ 3043164 h 3043164"/>
              <a:gd name="connsiteX5" fmla="*/ 0 w 2589153"/>
              <a:gd name="connsiteY5" fmla="*/ 330114 h 3043164"/>
            </a:gdLst>
            <a:ahLst/>
            <a:cxnLst/>
            <a:rect l="l" t="t" r="r" b="b"/>
            <a:pathLst>
              <a:path w="2589153" h="3043164">
                <a:moveTo>
                  <a:pt x="0" y="0"/>
                </a:moveTo>
                <a:lnTo>
                  <a:pt x="330114" y="330114"/>
                </a:lnTo>
                <a:lnTo>
                  <a:pt x="2589153" y="330114"/>
                </a:lnTo>
                <a:lnTo>
                  <a:pt x="2589153" y="3043164"/>
                </a:lnTo>
                <a:lnTo>
                  <a:pt x="0" y="3043164"/>
                </a:lnTo>
                <a:lnTo>
                  <a:pt x="0" y="330114"/>
                </a:lnTo>
                <a:close/>
              </a:path>
            </a:pathLst>
          </a:custGeom>
          <a:solidFill>
            <a:schemeClr val="bg1">
              <a:lumMod val="95000"/>
            </a:schemeClr>
          </a:solidFill>
          <a:ln w="12700" cap="sq">
            <a:noFill/>
            <a:miter/>
          </a:ln>
          <a:effectLst>
            <a:outerShdw blurRad="38100" dist="12700" dir="5400000" algn="ctr" rotWithShape="0">
              <a:srgbClr val="000000">
                <a:alpha val="15000"/>
              </a:srgbClr>
            </a:outerShdw>
          </a:effectLst>
        </p:spPr>
        <p:txBody>
          <a:bodyPr vert="horz" wrap="square" lIns="274320" tIns="0" rIns="91440" bIns="365760" rtlCol="0" anchor="b"/>
          <a:lstStyle/>
          <a:p>
            <a:pPr algn="l"/>
            <a:r>
              <a:rPr kumimoji="1" lang="en-US" altLang="zh-CN" sz="1400" dirty="0" err="1">
                <a:ln w="12700">
                  <a:noFill/>
                </a:ln>
                <a:solidFill>
                  <a:srgbClr val="404040">
                    <a:alpha val="100000"/>
                  </a:srgbClr>
                </a:solidFill>
                <a:latin typeface="Poppins"/>
                <a:ea typeface="Poppins"/>
                <a:cs typeface="Poppins"/>
              </a:rPr>
              <a:t>Objetivo</a:t>
            </a:r>
            <a:r>
              <a:rPr kumimoji="1" lang="en-US" altLang="zh-CN" sz="1400" dirty="0">
                <a:ln w="12700">
                  <a:noFill/>
                </a:ln>
                <a:solidFill>
                  <a:srgbClr val="404040">
                    <a:alpha val="100000"/>
                  </a:srgbClr>
                </a:solidFill>
                <a:latin typeface="Poppins"/>
                <a:ea typeface="Poppins"/>
                <a:cs typeface="Poppins"/>
              </a:rPr>
              <a:t> </a:t>
            </a:r>
            <a:r>
              <a:rPr kumimoji="1" lang="en-US" altLang="zh-CN" sz="1400" dirty="0" err="1">
                <a:ln w="12700">
                  <a:noFill/>
                </a:ln>
                <a:solidFill>
                  <a:srgbClr val="404040">
                    <a:alpha val="100000"/>
                  </a:srgbClr>
                </a:solidFill>
                <a:latin typeface="Poppins"/>
                <a:ea typeface="Poppins"/>
                <a:cs typeface="Poppins"/>
              </a:rPr>
              <a:t>Mejorar</a:t>
            </a:r>
            <a:r>
              <a:rPr kumimoji="1" lang="en-US" altLang="zh-CN" sz="1400" dirty="0">
                <a:ln w="12700">
                  <a:noFill/>
                </a:ln>
                <a:solidFill>
                  <a:srgbClr val="404040">
                    <a:alpha val="100000"/>
                  </a:srgbClr>
                </a:solidFill>
                <a:latin typeface="Poppins"/>
                <a:ea typeface="Poppins"/>
                <a:cs typeface="Poppins"/>
              </a:rPr>
              <a:t> la </a:t>
            </a:r>
            <a:r>
              <a:rPr kumimoji="1" lang="en-US" altLang="zh-CN" sz="1400" dirty="0" err="1">
                <a:ln w="12700">
                  <a:noFill/>
                </a:ln>
                <a:solidFill>
                  <a:srgbClr val="404040">
                    <a:alpha val="100000"/>
                  </a:srgbClr>
                </a:solidFill>
                <a:latin typeface="Poppins"/>
                <a:ea typeface="Poppins"/>
                <a:cs typeface="Poppins"/>
              </a:rPr>
              <a:t>seguridad</a:t>
            </a:r>
            <a:r>
              <a:rPr kumimoji="1" lang="en-US" altLang="zh-CN" sz="1400" dirty="0">
                <a:ln w="12700">
                  <a:noFill/>
                </a:ln>
                <a:solidFill>
                  <a:srgbClr val="404040">
                    <a:alpha val="100000"/>
                  </a:srgbClr>
                </a:solidFill>
                <a:latin typeface="Poppins"/>
                <a:ea typeface="Poppins"/>
                <a:cs typeface="Poppins"/>
              </a:rPr>
              <a:t> de </a:t>
            </a:r>
            <a:r>
              <a:rPr kumimoji="1" lang="en-US" altLang="zh-CN" sz="1400" dirty="0" err="1">
                <a:ln w="12700">
                  <a:noFill/>
                </a:ln>
                <a:solidFill>
                  <a:srgbClr val="404040">
                    <a:alpha val="100000"/>
                  </a:srgbClr>
                </a:solidFill>
                <a:latin typeface="Poppins"/>
                <a:ea typeface="Poppins"/>
                <a:cs typeface="Poppins"/>
              </a:rPr>
              <a:t>datos</a:t>
            </a:r>
            <a:r>
              <a:rPr kumimoji="1" lang="en-US" altLang="zh-CN" sz="1400" dirty="0">
                <a:ln w="12700">
                  <a:noFill/>
                </a:ln>
                <a:solidFill>
                  <a:srgbClr val="404040">
                    <a:alpha val="100000"/>
                  </a:srgbClr>
                </a:solidFill>
                <a:latin typeface="Poppins"/>
                <a:ea typeface="Poppins"/>
                <a:cs typeface="Poppins"/>
              </a:rPr>
              <a:t>.</a:t>
            </a:r>
            <a:endParaRPr kumimoji="1" lang="zh-CN" altLang="en-US" dirty="0"/>
          </a:p>
        </p:txBody>
      </p:sp>
      <p:sp>
        <p:nvSpPr>
          <p:cNvPr id="3" name="标题 1"/>
          <p:cNvSpPr txBox="1"/>
          <p:nvPr/>
        </p:nvSpPr>
        <p:spPr>
          <a:xfrm>
            <a:off x="6405768" y="2895521"/>
            <a:ext cx="2589153" cy="3043164"/>
          </a:xfrm>
          <a:custGeom>
            <a:avLst/>
            <a:gdLst>
              <a:gd name="connsiteX0" fmla="*/ 0 w 2589153"/>
              <a:gd name="connsiteY0" fmla="*/ 0 h 3043164"/>
              <a:gd name="connsiteX1" fmla="*/ 330114 w 2589153"/>
              <a:gd name="connsiteY1" fmla="*/ 330114 h 3043164"/>
              <a:gd name="connsiteX2" fmla="*/ 2589153 w 2589153"/>
              <a:gd name="connsiteY2" fmla="*/ 330114 h 3043164"/>
              <a:gd name="connsiteX3" fmla="*/ 2589153 w 2589153"/>
              <a:gd name="connsiteY3" fmla="*/ 3043164 h 3043164"/>
              <a:gd name="connsiteX4" fmla="*/ 0 w 2589153"/>
              <a:gd name="connsiteY4" fmla="*/ 3043164 h 3043164"/>
              <a:gd name="connsiteX5" fmla="*/ 0 w 2589153"/>
              <a:gd name="connsiteY5" fmla="*/ 330114 h 3043164"/>
            </a:gdLst>
            <a:ahLst/>
            <a:cxnLst/>
            <a:rect l="l" t="t" r="r" b="b"/>
            <a:pathLst>
              <a:path w="2589153" h="3043164">
                <a:moveTo>
                  <a:pt x="0" y="0"/>
                </a:moveTo>
                <a:lnTo>
                  <a:pt x="330114" y="330114"/>
                </a:lnTo>
                <a:lnTo>
                  <a:pt x="2589153" y="330114"/>
                </a:lnTo>
                <a:lnTo>
                  <a:pt x="2589153" y="3043164"/>
                </a:lnTo>
                <a:lnTo>
                  <a:pt x="0" y="3043164"/>
                </a:lnTo>
                <a:lnTo>
                  <a:pt x="0" y="330114"/>
                </a:lnTo>
                <a:close/>
              </a:path>
            </a:pathLst>
          </a:custGeom>
          <a:solidFill>
            <a:schemeClr val="bg1">
              <a:lumMod val="95000"/>
            </a:schemeClr>
          </a:solidFill>
          <a:ln w="12700" cap="sq">
            <a:noFill/>
            <a:miter/>
          </a:ln>
          <a:effectLst>
            <a:outerShdw blurRad="38100" dist="12700" dir="5400000" algn="ctr" rotWithShape="0">
              <a:srgbClr val="000000">
                <a:alpha val="15000"/>
              </a:srgbClr>
            </a:outerShdw>
          </a:effectLst>
        </p:spPr>
        <p:txBody>
          <a:bodyPr vert="horz" wrap="square" lIns="274320" tIns="0" rIns="91440" bIns="365760" rtlCol="0" anchor="b"/>
          <a:lstStyle/>
          <a:p>
            <a:pPr algn="l"/>
            <a:r>
              <a:rPr kumimoji="1" lang="en-US" altLang="zh-CN" sz="1400" dirty="0" err="1">
                <a:ln w="12700">
                  <a:noFill/>
                </a:ln>
                <a:solidFill>
                  <a:srgbClr val="404040">
                    <a:alpha val="100000"/>
                  </a:srgbClr>
                </a:solidFill>
                <a:latin typeface="Poppins"/>
                <a:ea typeface="Poppins"/>
                <a:cs typeface="Poppins"/>
              </a:rPr>
              <a:t>Iniciativa</a:t>
            </a:r>
            <a:r>
              <a:rPr kumimoji="1" lang="en-US" altLang="zh-CN" sz="1400" dirty="0">
                <a:ln w="12700">
                  <a:noFill/>
                </a:ln>
                <a:solidFill>
                  <a:srgbClr val="404040">
                    <a:alpha val="100000"/>
                  </a:srgbClr>
                </a:solidFill>
                <a:latin typeface="Poppins"/>
                <a:ea typeface="Poppins"/>
                <a:cs typeface="Poppins"/>
              </a:rPr>
              <a:t> </a:t>
            </a:r>
            <a:r>
              <a:rPr kumimoji="1" lang="en-US" altLang="zh-CN" sz="1400" dirty="0" err="1">
                <a:ln w="12700">
                  <a:noFill/>
                </a:ln>
                <a:solidFill>
                  <a:srgbClr val="404040">
                    <a:alpha val="100000"/>
                  </a:srgbClr>
                </a:solidFill>
                <a:latin typeface="Poppins"/>
                <a:ea typeface="Poppins"/>
                <a:cs typeface="Poppins"/>
              </a:rPr>
              <a:t>Campaña</a:t>
            </a:r>
            <a:r>
              <a:rPr kumimoji="1" lang="en-US" altLang="zh-CN" sz="1400" dirty="0">
                <a:ln w="12700">
                  <a:noFill/>
                </a:ln>
                <a:solidFill>
                  <a:srgbClr val="404040">
                    <a:alpha val="100000"/>
                  </a:srgbClr>
                </a:solidFill>
                <a:latin typeface="Poppins"/>
                <a:ea typeface="Poppins"/>
                <a:cs typeface="Poppins"/>
              </a:rPr>
              <a:t> trimestral de </a:t>
            </a:r>
            <a:r>
              <a:rPr kumimoji="1" lang="en-US" altLang="zh-CN" sz="1400" dirty="0" err="1">
                <a:ln w="12700">
                  <a:noFill/>
                </a:ln>
                <a:solidFill>
                  <a:srgbClr val="404040">
                    <a:alpha val="100000"/>
                  </a:srgbClr>
                </a:solidFill>
                <a:latin typeface="Poppins"/>
                <a:ea typeface="Poppins"/>
                <a:cs typeface="Poppins"/>
              </a:rPr>
              <a:t>concienciación</a:t>
            </a:r>
            <a:r>
              <a:rPr kumimoji="1" lang="en-US" altLang="zh-CN" sz="1400" dirty="0">
                <a:ln w="12700">
                  <a:noFill/>
                </a:ln>
                <a:solidFill>
                  <a:srgbClr val="404040">
                    <a:alpha val="100000"/>
                  </a:srgbClr>
                </a:solidFill>
                <a:latin typeface="Poppins"/>
                <a:ea typeface="Poppins"/>
                <a:cs typeface="Poppins"/>
              </a:rPr>
              <a:t> </a:t>
            </a:r>
            <a:r>
              <a:rPr kumimoji="1" lang="en-US" altLang="zh-CN" sz="1400" dirty="0" err="1">
                <a:ln w="12700">
                  <a:noFill/>
                </a:ln>
                <a:solidFill>
                  <a:srgbClr val="404040">
                    <a:alpha val="100000"/>
                  </a:srgbClr>
                </a:solidFill>
                <a:latin typeface="Poppins"/>
                <a:ea typeface="Poppins"/>
                <a:cs typeface="Poppins"/>
              </a:rPr>
              <a:t>en</a:t>
            </a:r>
            <a:r>
              <a:rPr kumimoji="1" lang="en-US" altLang="zh-CN" sz="1400" dirty="0">
                <a:ln w="12700">
                  <a:noFill/>
                </a:ln>
                <a:solidFill>
                  <a:srgbClr val="404040">
                    <a:alpha val="100000"/>
                  </a:srgbClr>
                </a:solidFill>
                <a:latin typeface="Poppins"/>
                <a:ea typeface="Poppins"/>
                <a:cs typeface="Poppins"/>
              </a:rPr>
              <a:t> </a:t>
            </a:r>
            <a:r>
              <a:rPr kumimoji="1" lang="en-US" altLang="zh-CN" sz="1400" dirty="0" err="1">
                <a:ln w="12700">
                  <a:noFill/>
                </a:ln>
                <a:solidFill>
                  <a:srgbClr val="404040">
                    <a:alpha val="100000"/>
                  </a:srgbClr>
                </a:solidFill>
                <a:latin typeface="Poppins"/>
                <a:ea typeface="Poppins"/>
                <a:cs typeface="Poppins"/>
              </a:rPr>
              <a:t>ciberseguridad</a:t>
            </a:r>
            <a:r>
              <a:rPr kumimoji="1" lang="en-US" altLang="zh-CN" sz="1400" dirty="0">
                <a:ln w="12700">
                  <a:noFill/>
                </a:ln>
                <a:solidFill>
                  <a:srgbClr val="404040">
                    <a:alpha val="100000"/>
                  </a:srgbClr>
                </a:solidFill>
                <a:latin typeface="Poppins"/>
                <a:ea typeface="Poppins"/>
                <a:cs typeface="Poppins"/>
              </a:rPr>
              <a:t>.</a:t>
            </a:r>
            <a:endParaRPr kumimoji="1" lang="zh-CN" altLang="en-US" dirty="0"/>
          </a:p>
        </p:txBody>
      </p:sp>
      <p:sp>
        <p:nvSpPr>
          <p:cNvPr id="4" name="标题 1"/>
          <p:cNvSpPr txBox="1"/>
          <p:nvPr/>
        </p:nvSpPr>
        <p:spPr>
          <a:xfrm>
            <a:off x="985480" y="3576579"/>
            <a:ext cx="495653" cy="536912"/>
          </a:xfrm>
          <a:custGeom>
            <a:avLst/>
            <a:gdLst>
              <a:gd name="connsiteX0" fmla="*/ 712625 w 1425436"/>
              <a:gd name="connsiteY0" fmla="*/ 111621 h 1544091"/>
              <a:gd name="connsiteX1" fmla="*/ 902567 w 1425436"/>
              <a:gd name="connsiteY1" fmla="*/ 190314 h 1544091"/>
              <a:gd name="connsiteX2" fmla="*/ 981260 w 1425436"/>
              <a:gd name="connsiteY2" fmla="*/ 380256 h 1544091"/>
              <a:gd name="connsiteX3" fmla="*/ 902567 w 1425436"/>
              <a:gd name="connsiteY3" fmla="*/ 570198 h 1544091"/>
              <a:gd name="connsiteX4" fmla="*/ 712625 w 1425436"/>
              <a:gd name="connsiteY4" fmla="*/ 648891 h 1544091"/>
              <a:gd name="connsiteX5" fmla="*/ 522684 w 1425436"/>
              <a:gd name="connsiteY5" fmla="*/ 570198 h 1544091"/>
              <a:gd name="connsiteX6" fmla="*/ 444177 w 1425436"/>
              <a:gd name="connsiteY6" fmla="*/ 380070 h 1544091"/>
              <a:gd name="connsiteX7" fmla="*/ 522870 w 1425436"/>
              <a:gd name="connsiteY7" fmla="*/ 190128 h 1544091"/>
              <a:gd name="connsiteX8" fmla="*/ 712625 w 1425436"/>
              <a:gd name="connsiteY8" fmla="*/ 111621 h 1544091"/>
              <a:gd name="connsiteX9" fmla="*/ 712625 w 1425436"/>
              <a:gd name="connsiteY9" fmla="*/ 0 h 1544091"/>
              <a:gd name="connsiteX10" fmla="*/ 332556 w 1425436"/>
              <a:gd name="connsiteY10" fmla="*/ 380070 h 1544091"/>
              <a:gd name="connsiteX11" fmla="*/ 712625 w 1425436"/>
              <a:gd name="connsiteY11" fmla="*/ 760140 h 1544091"/>
              <a:gd name="connsiteX12" fmla="*/ 1092695 w 1425436"/>
              <a:gd name="connsiteY12" fmla="*/ 380070 h 1544091"/>
              <a:gd name="connsiteX13" fmla="*/ 712625 w 1425436"/>
              <a:gd name="connsiteY13" fmla="*/ 0 h 1544091"/>
              <a:gd name="connsiteX14" fmla="*/ 712625 w 1425436"/>
              <a:gd name="connsiteY14" fmla="*/ 943012 h 1544091"/>
              <a:gd name="connsiteX15" fmla="*/ 978842 w 1425436"/>
              <a:gd name="connsiteY15" fmla="*/ 976685 h 1544091"/>
              <a:gd name="connsiteX16" fmla="*/ 1146087 w 1425436"/>
              <a:gd name="connsiteY16" fmla="*/ 1059470 h 1544091"/>
              <a:gd name="connsiteX17" fmla="*/ 1248593 w 1425436"/>
              <a:gd name="connsiteY17" fmla="*/ 1174440 h 1544091"/>
              <a:gd name="connsiteX18" fmla="*/ 1310356 w 1425436"/>
              <a:gd name="connsiteY18" fmla="*/ 1316385 h 1544091"/>
              <a:gd name="connsiteX19" fmla="*/ 1296590 w 1425436"/>
              <a:gd name="connsiteY19" fmla="*/ 1390241 h 1544091"/>
              <a:gd name="connsiteX20" fmla="*/ 1208595 w 1425436"/>
              <a:gd name="connsiteY20" fmla="*/ 1432285 h 1544091"/>
              <a:gd name="connsiteX21" fmla="*/ 216842 w 1425436"/>
              <a:gd name="connsiteY21" fmla="*/ 1432285 h 1544091"/>
              <a:gd name="connsiteX22" fmla="*/ 128847 w 1425436"/>
              <a:gd name="connsiteY22" fmla="*/ 1390241 h 1544091"/>
              <a:gd name="connsiteX23" fmla="*/ 115081 w 1425436"/>
              <a:gd name="connsiteY23" fmla="*/ 1316385 h 1544091"/>
              <a:gd name="connsiteX24" fmla="*/ 176844 w 1425436"/>
              <a:gd name="connsiteY24" fmla="*/ 1174440 h 1544091"/>
              <a:gd name="connsiteX25" fmla="*/ 279350 w 1425436"/>
              <a:gd name="connsiteY25" fmla="*/ 1059470 h 1544091"/>
              <a:gd name="connsiteX26" fmla="*/ 446595 w 1425436"/>
              <a:gd name="connsiteY26" fmla="*/ 976685 h 1544091"/>
              <a:gd name="connsiteX27" fmla="*/ 712625 w 1425436"/>
              <a:gd name="connsiteY27" fmla="*/ 943012 h 1544091"/>
              <a:gd name="connsiteX28" fmla="*/ 712625 w 1425436"/>
              <a:gd name="connsiteY28" fmla="*/ 831391 h 1544091"/>
              <a:gd name="connsiteX29" fmla="*/ 8296 w 1425436"/>
              <a:gd name="connsiteY29" fmla="*/ 1284387 h 1544091"/>
              <a:gd name="connsiteX30" fmla="*/ 216842 w 1425436"/>
              <a:gd name="connsiteY30" fmla="*/ 1544092 h 1544091"/>
              <a:gd name="connsiteX31" fmla="*/ 1208595 w 1425436"/>
              <a:gd name="connsiteY31" fmla="*/ 1544092 h 1544091"/>
              <a:gd name="connsiteX32" fmla="*/ 1417141 w 1425436"/>
              <a:gd name="connsiteY32" fmla="*/ 1284387 h 1544091"/>
              <a:gd name="connsiteX33" fmla="*/ 712625 w 1425436"/>
              <a:gd name="connsiteY33" fmla="*/ 831391 h 1544091"/>
            </a:gdLst>
            <a:ahLst/>
            <a:cxnLst/>
            <a:rect l="l" t="t" r="r" b="b"/>
            <a:pathLst>
              <a:path w="1425436" h="1544091">
                <a:moveTo>
                  <a:pt x="712625" y="111621"/>
                </a:moveTo>
                <a:cubicBezTo>
                  <a:pt x="784435" y="111621"/>
                  <a:pt x="851780" y="139526"/>
                  <a:pt x="902567" y="190314"/>
                </a:cubicBezTo>
                <a:cubicBezTo>
                  <a:pt x="953355" y="241102"/>
                  <a:pt x="981260" y="308446"/>
                  <a:pt x="981260" y="380256"/>
                </a:cubicBezTo>
                <a:cubicBezTo>
                  <a:pt x="981260" y="452065"/>
                  <a:pt x="953355" y="519410"/>
                  <a:pt x="902567" y="570198"/>
                </a:cubicBezTo>
                <a:cubicBezTo>
                  <a:pt x="851780" y="620985"/>
                  <a:pt x="784435" y="648891"/>
                  <a:pt x="712625" y="648891"/>
                </a:cubicBezTo>
                <a:cubicBezTo>
                  <a:pt x="640816" y="648891"/>
                  <a:pt x="573471" y="620985"/>
                  <a:pt x="522684" y="570198"/>
                </a:cubicBezTo>
                <a:cubicBezTo>
                  <a:pt x="472082" y="519224"/>
                  <a:pt x="444177" y="451693"/>
                  <a:pt x="444177" y="380070"/>
                </a:cubicBezTo>
                <a:cubicBezTo>
                  <a:pt x="444177" y="308446"/>
                  <a:pt x="472082" y="240916"/>
                  <a:pt x="522870" y="190128"/>
                </a:cubicBezTo>
                <a:cubicBezTo>
                  <a:pt x="573471" y="139526"/>
                  <a:pt x="641002" y="111621"/>
                  <a:pt x="712625" y="111621"/>
                </a:cubicBezTo>
                <a:moveTo>
                  <a:pt x="712625" y="0"/>
                </a:moveTo>
                <a:cubicBezTo>
                  <a:pt x="502778" y="0"/>
                  <a:pt x="332556" y="170036"/>
                  <a:pt x="332556" y="380070"/>
                </a:cubicBezTo>
                <a:cubicBezTo>
                  <a:pt x="332556" y="589917"/>
                  <a:pt x="502778" y="760140"/>
                  <a:pt x="712625" y="760140"/>
                </a:cubicBezTo>
                <a:cubicBezTo>
                  <a:pt x="922473" y="760140"/>
                  <a:pt x="1092695" y="589917"/>
                  <a:pt x="1092695" y="380070"/>
                </a:cubicBezTo>
                <a:cubicBezTo>
                  <a:pt x="1092881" y="170036"/>
                  <a:pt x="922659" y="0"/>
                  <a:pt x="712625" y="0"/>
                </a:cubicBezTo>
                <a:close/>
                <a:moveTo>
                  <a:pt x="712625" y="943012"/>
                </a:moveTo>
                <a:cubicBezTo>
                  <a:pt x="813643" y="943012"/>
                  <a:pt x="903126" y="954360"/>
                  <a:pt x="978842" y="976685"/>
                </a:cubicBezTo>
                <a:cubicBezTo>
                  <a:pt x="1043582" y="995846"/>
                  <a:pt x="1099951" y="1023752"/>
                  <a:pt x="1146087" y="1059470"/>
                </a:cubicBezTo>
                <a:cubicBezTo>
                  <a:pt x="1186829" y="1091096"/>
                  <a:pt x="1220315" y="1128675"/>
                  <a:pt x="1248593" y="1174440"/>
                </a:cubicBezTo>
                <a:cubicBezTo>
                  <a:pt x="1273708" y="1215368"/>
                  <a:pt x="1293985" y="1261877"/>
                  <a:pt x="1310356" y="1316385"/>
                </a:cubicBezTo>
                <a:cubicBezTo>
                  <a:pt x="1320774" y="1350801"/>
                  <a:pt x="1306264" y="1377404"/>
                  <a:pt x="1296590" y="1390241"/>
                </a:cubicBezTo>
                <a:cubicBezTo>
                  <a:pt x="1276684" y="1417030"/>
                  <a:pt x="1244686" y="1432285"/>
                  <a:pt x="1208595" y="1432285"/>
                </a:cubicBezTo>
                <a:lnTo>
                  <a:pt x="216842" y="1432285"/>
                </a:lnTo>
                <a:cubicBezTo>
                  <a:pt x="180937" y="1432285"/>
                  <a:pt x="148753" y="1417030"/>
                  <a:pt x="128847" y="1390241"/>
                </a:cubicBezTo>
                <a:cubicBezTo>
                  <a:pt x="119359" y="1377404"/>
                  <a:pt x="104849" y="1350801"/>
                  <a:pt x="115081" y="1316385"/>
                </a:cubicBezTo>
                <a:cubicBezTo>
                  <a:pt x="131452" y="1261877"/>
                  <a:pt x="151543" y="1215368"/>
                  <a:pt x="176844" y="1174440"/>
                </a:cubicBezTo>
                <a:cubicBezTo>
                  <a:pt x="204936" y="1128675"/>
                  <a:pt x="238422" y="1090910"/>
                  <a:pt x="279350" y="1059470"/>
                </a:cubicBezTo>
                <a:cubicBezTo>
                  <a:pt x="325486" y="1023752"/>
                  <a:pt x="381855" y="995846"/>
                  <a:pt x="446595" y="976685"/>
                </a:cubicBezTo>
                <a:cubicBezTo>
                  <a:pt x="522125" y="954360"/>
                  <a:pt x="611794" y="943012"/>
                  <a:pt x="712625" y="943012"/>
                </a:cubicBezTo>
                <a:moveTo>
                  <a:pt x="712625" y="831391"/>
                </a:moveTo>
                <a:cubicBezTo>
                  <a:pt x="244561" y="831391"/>
                  <a:pt x="77501" y="1053331"/>
                  <a:pt x="8296" y="1284387"/>
                </a:cubicBezTo>
                <a:cubicBezTo>
                  <a:pt x="-30771" y="1414611"/>
                  <a:pt x="73037" y="1544092"/>
                  <a:pt x="216842" y="1544092"/>
                </a:cubicBezTo>
                <a:lnTo>
                  <a:pt x="1208595" y="1544092"/>
                </a:lnTo>
                <a:cubicBezTo>
                  <a:pt x="1352400" y="1544092"/>
                  <a:pt x="1456208" y="1414611"/>
                  <a:pt x="1417141" y="1284387"/>
                </a:cubicBezTo>
                <a:cubicBezTo>
                  <a:pt x="1347750" y="1053331"/>
                  <a:pt x="1180690" y="831391"/>
                  <a:pt x="712625" y="831391"/>
                </a:cubicBezTo>
                <a:close/>
              </a:path>
            </a:pathLst>
          </a:custGeom>
          <a:solidFill>
            <a:schemeClr val="accent1"/>
          </a:solidFill>
          <a:ln w="12700" cap="sq">
            <a:noFill/>
            <a:miter/>
          </a:ln>
        </p:spPr>
        <p:txBody>
          <a:bodyPr vert="horz" wrap="square" lIns="38100" tIns="38100" rIns="38100" bIns="38100" rtlCol="0" anchor="ctr"/>
          <a:lstStyle/>
          <a:p>
            <a:pPr algn="l"/>
            <a:endParaRPr kumimoji="1" lang="zh-CN" altLang="en-US"/>
          </a:p>
        </p:txBody>
      </p:sp>
      <p:sp>
        <p:nvSpPr>
          <p:cNvPr id="5" name="标题 1"/>
          <p:cNvSpPr txBox="1"/>
          <p:nvPr/>
        </p:nvSpPr>
        <p:spPr>
          <a:xfrm>
            <a:off x="6699255" y="3575566"/>
            <a:ext cx="597442" cy="578167"/>
          </a:xfrm>
          <a:custGeom>
            <a:avLst/>
            <a:gdLst>
              <a:gd name="connsiteX0" fmla="*/ 695958 w 1660735"/>
              <a:gd name="connsiteY0" fmla="*/ 752512 h 1607157"/>
              <a:gd name="connsiteX1" fmla="*/ 376349 w 1660735"/>
              <a:gd name="connsiteY1" fmla="*/ 752512 h 1607157"/>
              <a:gd name="connsiteX2" fmla="*/ 110505 w 1660735"/>
              <a:gd name="connsiteY2" fmla="*/ 642007 h 1607157"/>
              <a:gd name="connsiteX3" fmla="*/ 0 w 1660735"/>
              <a:gd name="connsiteY3" fmla="*/ 376349 h 1607157"/>
              <a:gd name="connsiteX4" fmla="*/ 110505 w 1660735"/>
              <a:gd name="connsiteY4" fmla="*/ 110505 h 1607157"/>
              <a:gd name="connsiteX5" fmla="*/ 376349 w 1660735"/>
              <a:gd name="connsiteY5" fmla="*/ 0 h 1607157"/>
              <a:gd name="connsiteX6" fmla="*/ 642193 w 1660735"/>
              <a:gd name="connsiteY6" fmla="*/ 110505 h 1607157"/>
              <a:gd name="connsiteX7" fmla="*/ 752698 w 1660735"/>
              <a:gd name="connsiteY7" fmla="*/ 376349 h 1607157"/>
              <a:gd name="connsiteX8" fmla="*/ 752698 w 1660735"/>
              <a:gd name="connsiteY8" fmla="*/ 695958 h 1607157"/>
              <a:gd name="connsiteX9" fmla="*/ 695958 w 1660735"/>
              <a:gd name="connsiteY9" fmla="*/ 752512 h 1607157"/>
              <a:gd name="connsiteX10" fmla="*/ 376349 w 1660735"/>
              <a:gd name="connsiteY10" fmla="*/ 111621 h 1607157"/>
              <a:gd name="connsiteX11" fmla="*/ 111621 w 1660735"/>
              <a:gd name="connsiteY11" fmla="*/ 376349 h 1607157"/>
              <a:gd name="connsiteX12" fmla="*/ 376349 w 1660735"/>
              <a:gd name="connsiteY12" fmla="*/ 641077 h 1607157"/>
              <a:gd name="connsiteX13" fmla="*/ 641077 w 1660735"/>
              <a:gd name="connsiteY13" fmla="*/ 641077 h 1607157"/>
              <a:gd name="connsiteX14" fmla="*/ 641077 w 1660735"/>
              <a:gd name="connsiteY14" fmla="*/ 376349 h 1607157"/>
              <a:gd name="connsiteX15" fmla="*/ 376349 w 1660735"/>
              <a:gd name="connsiteY15" fmla="*/ 111621 h 1607157"/>
              <a:gd name="connsiteX16" fmla="*/ 1284201 w 1660735"/>
              <a:gd name="connsiteY16" fmla="*/ 752512 h 1607157"/>
              <a:gd name="connsiteX17" fmla="*/ 964592 w 1660735"/>
              <a:gd name="connsiteY17" fmla="*/ 752512 h 1607157"/>
              <a:gd name="connsiteX18" fmla="*/ 908038 w 1660735"/>
              <a:gd name="connsiteY18" fmla="*/ 695958 h 1607157"/>
              <a:gd name="connsiteX19" fmla="*/ 908038 w 1660735"/>
              <a:gd name="connsiteY19" fmla="*/ 376349 h 1607157"/>
              <a:gd name="connsiteX20" fmla="*/ 1018543 w 1660735"/>
              <a:gd name="connsiteY20" fmla="*/ 110505 h 1607157"/>
              <a:gd name="connsiteX21" fmla="*/ 1284387 w 1660735"/>
              <a:gd name="connsiteY21" fmla="*/ 0 h 1607157"/>
              <a:gd name="connsiteX22" fmla="*/ 1550231 w 1660735"/>
              <a:gd name="connsiteY22" fmla="*/ 110505 h 1607157"/>
              <a:gd name="connsiteX23" fmla="*/ 1660736 w 1660735"/>
              <a:gd name="connsiteY23" fmla="*/ 376349 h 1607157"/>
              <a:gd name="connsiteX24" fmla="*/ 1550231 w 1660735"/>
              <a:gd name="connsiteY24" fmla="*/ 642193 h 1607157"/>
              <a:gd name="connsiteX25" fmla="*/ 1284201 w 1660735"/>
              <a:gd name="connsiteY25" fmla="*/ 752512 h 1607157"/>
              <a:gd name="connsiteX26" fmla="*/ 1019659 w 1660735"/>
              <a:gd name="connsiteY26" fmla="*/ 640891 h 1607157"/>
              <a:gd name="connsiteX27" fmla="*/ 1284387 w 1660735"/>
              <a:gd name="connsiteY27" fmla="*/ 640891 h 1607157"/>
              <a:gd name="connsiteX28" fmla="*/ 1549115 w 1660735"/>
              <a:gd name="connsiteY28" fmla="*/ 376163 h 1607157"/>
              <a:gd name="connsiteX29" fmla="*/ 1284387 w 1660735"/>
              <a:gd name="connsiteY29" fmla="*/ 111435 h 1607157"/>
              <a:gd name="connsiteX30" fmla="*/ 1019659 w 1660735"/>
              <a:gd name="connsiteY30" fmla="*/ 376163 h 1607157"/>
              <a:gd name="connsiteX31" fmla="*/ 1019659 w 1660735"/>
              <a:gd name="connsiteY31" fmla="*/ 640891 h 1607157"/>
              <a:gd name="connsiteX32" fmla="*/ 376349 w 1660735"/>
              <a:gd name="connsiteY32" fmla="*/ 1607158 h 1607157"/>
              <a:gd name="connsiteX33" fmla="*/ 110505 w 1660735"/>
              <a:gd name="connsiteY33" fmla="*/ 1496653 h 1607157"/>
              <a:gd name="connsiteX34" fmla="*/ 0 w 1660735"/>
              <a:gd name="connsiteY34" fmla="*/ 1230809 h 1607157"/>
              <a:gd name="connsiteX35" fmla="*/ 110505 w 1660735"/>
              <a:gd name="connsiteY35" fmla="*/ 964964 h 1607157"/>
              <a:gd name="connsiteX36" fmla="*/ 376349 w 1660735"/>
              <a:gd name="connsiteY36" fmla="*/ 854459 h 1607157"/>
              <a:gd name="connsiteX37" fmla="*/ 695958 w 1660735"/>
              <a:gd name="connsiteY37" fmla="*/ 854459 h 1607157"/>
              <a:gd name="connsiteX38" fmla="*/ 752512 w 1660735"/>
              <a:gd name="connsiteY38" fmla="*/ 911014 h 1607157"/>
              <a:gd name="connsiteX39" fmla="*/ 752512 w 1660735"/>
              <a:gd name="connsiteY39" fmla="*/ 1230623 h 1607157"/>
              <a:gd name="connsiteX40" fmla="*/ 642007 w 1660735"/>
              <a:gd name="connsiteY40" fmla="*/ 1496467 h 1607157"/>
              <a:gd name="connsiteX41" fmla="*/ 376349 w 1660735"/>
              <a:gd name="connsiteY41" fmla="*/ 1607158 h 1607157"/>
              <a:gd name="connsiteX42" fmla="*/ 376349 w 1660735"/>
              <a:gd name="connsiteY42" fmla="*/ 966267 h 1607157"/>
              <a:gd name="connsiteX43" fmla="*/ 111621 w 1660735"/>
              <a:gd name="connsiteY43" fmla="*/ 1230809 h 1607157"/>
              <a:gd name="connsiteX44" fmla="*/ 376349 w 1660735"/>
              <a:gd name="connsiteY44" fmla="*/ 1495537 h 1607157"/>
              <a:gd name="connsiteX45" fmla="*/ 641077 w 1660735"/>
              <a:gd name="connsiteY45" fmla="*/ 1230809 h 1607157"/>
              <a:gd name="connsiteX46" fmla="*/ 641077 w 1660735"/>
              <a:gd name="connsiteY46" fmla="*/ 966267 h 1607157"/>
              <a:gd name="connsiteX47" fmla="*/ 376349 w 1660735"/>
              <a:gd name="connsiteY47" fmla="*/ 966267 h 1607157"/>
              <a:gd name="connsiteX48" fmla="*/ 1284201 w 1660735"/>
              <a:gd name="connsiteY48" fmla="*/ 1607158 h 1607157"/>
              <a:gd name="connsiteX49" fmla="*/ 1018357 w 1660735"/>
              <a:gd name="connsiteY49" fmla="*/ 1496653 h 1607157"/>
              <a:gd name="connsiteX50" fmla="*/ 907852 w 1660735"/>
              <a:gd name="connsiteY50" fmla="*/ 1230809 h 1607157"/>
              <a:gd name="connsiteX51" fmla="*/ 907852 w 1660735"/>
              <a:gd name="connsiteY51" fmla="*/ 911200 h 1607157"/>
              <a:gd name="connsiteX52" fmla="*/ 964406 w 1660735"/>
              <a:gd name="connsiteY52" fmla="*/ 854646 h 1607157"/>
              <a:gd name="connsiteX53" fmla="*/ 1284015 w 1660735"/>
              <a:gd name="connsiteY53" fmla="*/ 854646 h 1607157"/>
              <a:gd name="connsiteX54" fmla="*/ 1549859 w 1660735"/>
              <a:gd name="connsiteY54" fmla="*/ 965150 h 1607157"/>
              <a:gd name="connsiteX55" fmla="*/ 1660364 w 1660735"/>
              <a:gd name="connsiteY55" fmla="*/ 1230995 h 1607157"/>
              <a:gd name="connsiteX56" fmla="*/ 1550045 w 1660735"/>
              <a:gd name="connsiteY56" fmla="*/ 1496653 h 1607157"/>
              <a:gd name="connsiteX57" fmla="*/ 1284201 w 1660735"/>
              <a:gd name="connsiteY57" fmla="*/ 1607158 h 1607157"/>
              <a:gd name="connsiteX58" fmla="*/ 1019659 w 1660735"/>
              <a:gd name="connsiteY58" fmla="*/ 966267 h 1607157"/>
              <a:gd name="connsiteX59" fmla="*/ 1019659 w 1660735"/>
              <a:gd name="connsiteY59" fmla="*/ 1230995 h 1607157"/>
              <a:gd name="connsiteX60" fmla="*/ 1284387 w 1660735"/>
              <a:gd name="connsiteY60" fmla="*/ 1495723 h 1607157"/>
              <a:gd name="connsiteX61" fmla="*/ 1549115 w 1660735"/>
              <a:gd name="connsiteY61" fmla="*/ 1230995 h 1607157"/>
              <a:gd name="connsiteX62" fmla="*/ 1284387 w 1660735"/>
              <a:gd name="connsiteY62" fmla="*/ 966267 h 1607157"/>
              <a:gd name="connsiteX63" fmla="*/ 1019659 w 1660735"/>
              <a:gd name="connsiteY63" fmla="*/ 966267 h 1607157"/>
            </a:gdLst>
            <a:ahLst/>
            <a:cxnLst/>
            <a:rect l="l" t="t" r="r" b="b"/>
            <a:pathLst>
              <a:path w="1660735" h="1607157">
                <a:moveTo>
                  <a:pt x="695958" y="752512"/>
                </a:moveTo>
                <a:lnTo>
                  <a:pt x="376349" y="752512"/>
                </a:lnTo>
                <a:cubicBezTo>
                  <a:pt x="276262" y="752512"/>
                  <a:pt x="181756" y="713259"/>
                  <a:pt x="110505" y="642007"/>
                </a:cubicBezTo>
                <a:cubicBezTo>
                  <a:pt x="39253" y="570756"/>
                  <a:pt x="0" y="476436"/>
                  <a:pt x="0" y="376349"/>
                </a:cubicBezTo>
                <a:cubicBezTo>
                  <a:pt x="0" y="276262"/>
                  <a:pt x="39253" y="181756"/>
                  <a:pt x="110505" y="110505"/>
                </a:cubicBezTo>
                <a:cubicBezTo>
                  <a:pt x="181756" y="39253"/>
                  <a:pt x="276076" y="0"/>
                  <a:pt x="376349" y="0"/>
                </a:cubicBezTo>
                <a:cubicBezTo>
                  <a:pt x="476436" y="0"/>
                  <a:pt x="570942" y="39253"/>
                  <a:pt x="642193" y="110505"/>
                </a:cubicBezTo>
                <a:cubicBezTo>
                  <a:pt x="713445" y="181756"/>
                  <a:pt x="752698" y="276076"/>
                  <a:pt x="752698" y="376349"/>
                </a:cubicBezTo>
                <a:lnTo>
                  <a:pt x="752698" y="695958"/>
                </a:lnTo>
                <a:cubicBezTo>
                  <a:pt x="752512" y="727211"/>
                  <a:pt x="727211" y="752512"/>
                  <a:pt x="695958" y="752512"/>
                </a:cubicBezTo>
                <a:close/>
                <a:moveTo>
                  <a:pt x="376349" y="111621"/>
                </a:moveTo>
                <a:cubicBezTo>
                  <a:pt x="230498" y="111621"/>
                  <a:pt x="111621" y="230312"/>
                  <a:pt x="111621" y="376349"/>
                </a:cubicBezTo>
                <a:cubicBezTo>
                  <a:pt x="111621" y="522201"/>
                  <a:pt x="230312" y="641077"/>
                  <a:pt x="376349" y="641077"/>
                </a:cubicBezTo>
                <a:lnTo>
                  <a:pt x="641077" y="641077"/>
                </a:lnTo>
                <a:lnTo>
                  <a:pt x="641077" y="376349"/>
                </a:lnTo>
                <a:cubicBezTo>
                  <a:pt x="640891" y="230312"/>
                  <a:pt x="522201" y="111621"/>
                  <a:pt x="376349" y="111621"/>
                </a:cubicBezTo>
                <a:close/>
                <a:moveTo>
                  <a:pt x="1284201" y="752512"/>
                </a:moveTo>
                <a:lnTo>
                  <a:pt x="964592" y="752512"/>
                </a:lnTo>
                <a:cubicBezTo>
                  <a:pt x="933338" y="752512"/>
                  <a:pt x="908038" y="727025"/>
                  <a:pt x="908038" y="695958"/>
                </a:cubicBezTo>
                <a:lnTo>
                  <a:pt x="908038" y="376349"/>
                </a:lnTo>
                <a:cubicBezTo>
                  <a:pt x="908038" y="276262"/>
                  <a:pt x="947291" y="181756"/>
                  <a:pt x="1018543" y="110505"/>
                </a:cubicBezTo>
                <a:cubicBezTo>
                  <a:pt x="1089794" y="39253"/>
                  <a:pt x="1184114" y="0"/>
                  <a:pt x="1284387" y="0"/>
                </a:cubicBezTo>
                <a:cubicBezTo>
                  <a:pt x="1384660" y="0"/>
                  <a:pt x="1478980" y="39253"/>
                  <a:pt x="1550231" y="110505"/>
                </a:cubicBezTo>
                <a:cubicBezTo>
                  <a:pt x="1621482" y="181756"/>
                  <a:pt x="1660736" y="276076"/>
                  <a:pt x="1660736" y="376349"/>
                </a:cubicBezTo>
                <a:cubicBezTo>
                  <a:pt x="1660736" y="476622"/>
                  <a:pt x="1621482" y="570942"/>
                  <a:pt x="1550231" y="642193"/>
                </a:cubicBezTo>
                <a:cubicBezTo>
                  <a:pt x="1478794" y="713259"/>
                  <a:pt x="1384288" y="752512"/>
                  <a:pt x="1284201" y="752512"/>
                </a:cubicBezTo>
                <a:close/>
                <a:moveTo>
                  <a:pt x="1019659" y="640891"/>
                </a:moveTo>
                <a:lnTo>
                  <a:pt x="1284387" y="640891"/>
                </a:lnTo>
                <a:cubicBezTo>
                  <a:pt x="1430238" y="640891"/>
                  <a:pt x="1549115" y="522201"/>
                  <a:pt x="1549115" y="376163"/>
                </a:cubicBezTo>
                <a:cubicBezTo>
                  <a:pt x="1549115" y="230312"/>
                  <a:pt x="1430424" y="111435"/>
                  <a:pt x="1284387" y="111435"/>
                </a:cubicBezTo>
                <a:cubicBezTo>
                  <a:pt x="1138349" y="111435"/>
                  <a:pt x="1019659" y="230125"/>
                  <a:pt x="1019659" y="376163"/>
                </a:cubicBezTo>
                <a:lnTo>
                  <a:pt x="1019659" y="640891"/>
                </a:lnTo>
                <a:close/>
                <a:moveTo>
                  <a:pt x="376349" y="1607158"/>
                </a:moveTo>
                <a:cubicBezTo>
                  <a:pt x="276262" y="1607158"/>
                  <a:pt x="181756" y="1567904"/>
                  <a:pt x="110505" y="1496653"/>
                </a:cubicBezTo>
                <a:cubicBezTo>
                  <a:pt x="39253" y="1425401"/>
                  <a:pt x="0" y="1330896"/>
                  <a:pt x="0" y="1230809"/>
                </a:cubicBezTo>
                <a:cubicBezTo>
                  <a:pt x="0" y="1130722"/>
                  <a:pt x="39253" y="1036216"/>
                  <a:pt x="110505" y="964964"/>
                </a:cubicBezTo>
                <a:cubicBezTo>
                  <a:pt x="181756" y="893713"/>
                  <a:pt x="276076" y="854459"/>
                  <a:pt x="376349" y="854459"/>
                </a:cubicBezTo>
                <a:lnTo>
                  <a:pt x="695958" y="854459"/>
                </a:lnTo>
                <a:cubicBezTo>
                  <a:pt x="727211" y="854459"/>
                  <a:pt x="752512" y="879760"/>
                  <a:pt x="752512" y="911014"/>
                </a:cubicBezTo>
                <a:lnTo>
                  <a:pt x="752512" y="1230623"/>
                </a:lnTo>
                <a:cubicBezTo>
                  <a:pt x="752512" y="1330709"/>
                  <a:pt x="713259" y="1425215"/>
                  <a:pt x="642007" y="1496467"/>
                </a:cubicBezTo>
                <a:cubicBezTo>
                  <a:pt x="570756" y="1567718"/>
                  <a:pt x="476436" y="1607158"/>
                  <a:pt x="376349" y="1607158"/>
                </a:cubicBezTo>
                <a:close/>
                <a:moveTo>
                  <a:pt x="376349" y="966267"/>
                </a:moveTo>
                <a:cubicBezTo>
                  <a:pt x="230312" y="966267"/>
                  <a:pt x="111621" y="1084957"/>
                  <a:pt x="111621" y="1230809"/>
                </a:cubicBezTo>
                <a:cubicBezTo>
                  <a:pt x="111621" y="1376660"/>
                  <a:pt x="230312" y="1495537"/>
                  <a:pt x="376349" y="1495537"/>
                </a:cubicBezTo>
                <a:cubicBezTo>
                  <a:pt x="522201" y="1495537"/>
                  <a:pt x="641077" y="1376846"/>
                  <a:pt x="641077" y="1230809"/>
                </a:cubicBezTo>
                <a:lnTo>
                  <a:pt x="641077" y="966267"/>
                </a:lnTo>
                <a:lnTo>
                  <a:pt x="376349" y="966267"/>
                </a:lnTo>
                <a:close/>
                <a:moveTo>
                  <a:pt x="1284201" y="1607158"/>
                </a:moveTo>
                <a:cubicBezTo>
                  <a:pt x="1184114" y="1607158"/>
                  <a:pt x="1089608" y="1567904"/>
                  <a:pt x="1018357" y="1496653"/>
                </a:cubicBezTo>
                <a:cubicBezTo>
                  <a:pt x="947105" y="1425401"/>
                  <a:pt x="907852" y="1331082"/>
                  <a:pt x="907852" y="1230809"/>
                </a:cubicBezTo>
                <a:lnTo>
                  <a:pt x="907852" y="911200"/>
                </a:lnTo>
                <a:cubicBezTo>
                  <a:pt x="907852" y="879946"/>
                  <a:pt x="933152" y="854646"/>
                  <a:pt x="964406" y="854646"/>
                </a:cubicBezTo>
                <a:lnTo>
                  <a:pt x="1284015" y="854646"/>
                </a:lnTo>
                <a:cubicBezTo>
                  <a:pt x="1384102" y="854646"/>
                  <a:pt x="1478607" y="893899"/>
                  <a:pt x="1549859" y="965150"/>
                </a:cubicBezTo>
                <a:cubicBezTo>
                  <a:pt x="1621110" y="1036402"/>
                  <a:pt x="1660364" y="1130722"/>
                  <a:pt x="1660364" y="1230995"/>
                </a:cubicBezTo>
                <a:cubicBezTo>
                  <a:pt x="1660364" y="1331268"/>
                  <a:pt x="1621296" y="1425401"/>
                  <a:pt x="1550045" y="1496653"/>
                </a:cubicBezTo>
                <a:cubicBezTo>
                  <a:pt x="1478794" y="1567904"/>
                  <a:pt x="1384288" y="1607158"/>
                  <a:pt x="1284201" y="1607158"/>
                </a:cubicBezTo>
                <a:close/>
                <a:moveTo>
                  <a:pt x="1019659" y="966267"/>
                </a:moveTo>
                <a:lnTo>
                  <a:pt x="1019659" y="1230995"/>
                </a:lnTo>
                <a:cubicBezTo>
                  <a:pt x="1019659" y="1376846"/>
                  <a:pt x="1138349" y="1495723"/>
                  <a:pt x="1284387" y="1495723"/>
                </a:cubicBezTo>
                <a:cubicBezTo>
                  <a:pt x="1430424" y="1495723"/>
                  <a:pt x="1549115" y="1377032"/>
                  <a:pt x="1549115" y="1230995"/>
                </a:cubicBezTo>
                <a:cubicBezTo>
                  <a:pt x="1549115" y="1084957"/>
                  <a:pt x="1430424" y="966267"/>
                  <a:pt x="1284387" y="966267"/>
                </a:cubicBezTo>
                <a:lnTo>
                  <a:pt x="1019659" y="966267"/>
                </a:lnTo>
                <a:close/>
              </a:path>
            </a:pathLst>
          </a:custGeom>
          <a:solidFill>
            <a:schemeClr val="accent1"/>
          </a:solidFill>
          <a:ln w="12700" cap="sq">
            <a:noFill/>
            <a:miter/>
          </a:ln>
        </p:spPr>
        <p:txBody>
          <a:bodyPr vert="horz" wrap="square" lIns="38100" tIns="38100" rIns="38100" bIns="38100" rtlCol="0" anchor="ctr"/>
          <a:lstStyle/>
          <a:p>
            <a:pPr algn="l"/>
            <a:endParaRPr kumimoji="1" lang="zh-CN" altLang="en-US"/>
          </a:p>
        </p:txBody>
      </p:sp>
      <p:cxnSp>
        <p:nvCxnSpPr>
          <p:cNvPr id="6" name="标题 1"/>
          <p:cNvCxnSpPr/>
          <p:nvPr/>
        </p:nvCxnSpPr>
        <p:spPr>
          <a:xfrm>
            <a:off x="779670" y="2633991"/>
            <a:ext cx="5577576" cy="0"/>
          </a:xfrm>
          <a:prstGeom prst="line">
            <a:avLst/>
          </a:prstGeom>
          <a:noFill/>
          <a:ln w="10477" cap="sq">
            <a:solidFill>
              <a:schemeClr val="tx2">
                <a:lumMod val="60000"/>
                <a:lumOff val="40000"/>
              </a:schemeClr>
            </a:solidFill>
            <a:miter/>
          </a:ln>
        </p:spPr>
      </p:cxnSp>
      <p:sp>
        <p:nvSpPr>
          <p:cNvPr id="7" name="标题 1"/>
          <p:cNvSpPr txBox="1"/>
          <p:nvPr/>
        </p:nvSpPr>
        <p:spPr>
          <a:xfrm>
            <a:off x="682627" y="2585469"/>
            <a:ext cx="97043" cy="97043"/>
          </a:xfrm>
          <a:prstGeom prst="ellipse">
            <a:avLst/>
          </a:prstGeom>
          <a:solidFill>
            <a:schemeClr val="bg1"/>
          </a:solidFill>
          <a:ln w="12700" cap="sq">
            <a:solidFill>
              <a:schemeClr val="accent1"/>
            </a:solidFill>
            <a:miter/>
          </a:ln>
          <a:effectLst>
            <a:outerShdw blurRad="88900" dist="38100" dir="5400000" algn="t" rotWithShape="0">
              <a:srgbClr val="000000">
                <a:alpha val="11000"/>
              </a:srgbClr>
            </a:outerShdw>
          </a:effectLst>
        </p:spPr>
        <p:txBody>
          <a:bodyPr vert="horz" wrap="square" lIns="91440" tIns="45720" rIns="91440" bIns="45720" rtlCol="0" anchor="ctr"/>
          <a:lstStyle/>
          <a:p>
            <a:pPr algn="ctr"/>
            <a:endParaRPr kumimoji="1" lang="zh-CN" altLang="en-US"/>
          </a:p>
        </p:txBody>
      </p:sp>
      <p:sp>
        <p:nvSpPr>
          <p:cNvPr id="8" name="标题 1"/>
          <p:cNvSpPr txBox="1"/>
          <p:nvPr/>
        </p:nvSpPr>
        <p:spPr>
          <a:xfrm>
            <a:off x="3519936" y="2585469"/>
            <a:ext cx="97043" cy="97043"/>
          </a:xfrm>
          <a:prstGeom prst="ellipse">
            <a:avLst/>
          </a:prstGeom>
          <a:solidFill>
            <a:schemeClr val="bg1"/>
          </a:solidFill>
          <a:ln w="12700" cap="sq">
            <a:solidFill>
              <a:schemeClr val="accent1"/>
            </a:solidFill>
            <a:miter/>
          </a:ln>
          <a:effectLst>
            <a:outerShdw blurRad="88900" dist="38100" dir="5400000" algn="t" rotWithShape="0">
              <a:srgbClr val="000000">
                <a:alpha val="11000"/>
              </a:srgbClr>
            </a:outerShdw>
          </a:effectLst>
        </p:spPr>
        <p:txBody>
          <a:bodyPr vert="horz" wrap="square" lIns="91440" tIns="45720" rIns="91440" bIns="45720" rtlCol="0" anchor="ctr"/>
          <a:lstStyle/>
          <a:p>
            <a:pPr algn="ctr"/>
            <a:endParaRPr kumimoji="1" lang="zh-CN" altLang="en-US"/>
          </a:p>
        </p:txBody>
      </p:sp>
      <p:sp>
        <p:nvSpPr>
          <p:cNvPr id="9" name="标题 1"/>
          <p:cNvSpPr txBox="1"/>
          <p:nvPr/>
        </p:nvSpPr>
        <p:spPr>
          <a:xfrm>
            <a:off x="6357246" y="2585469"/>
            <a:ext cx="97043" cy="97043"/>
          </a:xfrm>
          <a:prstGeom prst="ellipse">
            <a:avLst/>
          </a:prstGeom>
          <a:solidFill>
            <a:schemeClr val="bg1"/>
          </a:solidFill>
          <a:ln w="12700" cap="sq">
            <a:solidFill>
              <a:schemeClr val="accent1"/>
            </a:solidFill>
            <a:miter/>
          </a:ln>
          <a:effectLst>
            <a:outerShdw blurRad="88900" dist="38100" dir="5400000" algn="t" rotWithShape="0">
              <a:srgbClr val="000000">
                <a:alpha val="11000"/>
              </a:srgbClr>
            </a:outerShdw>
          </a:effectLst>
        </p:spPr>
        <p:txBody>
          <a:bodyPr vert="horz" wrap="square" lIns="91440" tIns="45720" rIns="91440" bIns="45720" rtlCol="0" anchor="ctr"/>
          <a:lstStyle/>
          <a:p>
            <a:pPr algn="ctr"/>
            <a:endParaRPr kumimoji="1" lang="zh-CN" altLang="en-US"/>
          </a:p>
        </p:txBody>
      </p:sp>
      <p:sp>
        <p:nvSpPr>
          <p:cNvPr id="10" name="标题 1"/>
          <p:cNvSpPr txBox="1"/>
          <p:nvPr/>
        </p:nvSpPr>
        <p:spPr>
          <a:xfrm>
            <a:off x="3568458" y="2895521"/>
            <a:ext cx="2589153" cy="3043164"/>
          </a:xfrm>
          <a:custGeom>
            <a:avLst/>
            <a:gdLst>
              <a:gd name="connsiteX0" fmla="*/ 0 w 2589153"/>
              <a:gd name="connsiteY0" fmla="*/ 0 h 3043164"/>
              <a:gd name="connsiteX1" fmla="*/ 330114 w 2589153"/>
              <a:gd name="connsiteY1" fmla="*/ 330114 h 3043164"/>
              <a:gd name="connsiteX2" fmla="*/ 2589153 w 2589153"/>
              <a:gd name="connsiteY2" fmla="*/ 330114 h 3043164"/>
              <a:gd name="connsiteX3" fmla="*/ 2589153 w 2589153"/>
              <a:gd name="connsiteY3" fmla="*/ 3043164 h 3043164"/>
              <a:gd name="connsiteX4" fmla="*/ 0 w 2589153"/>
              <a:gd name="connsiteY4" fmla="*/ 3043164 h 3043164"/>
              <a:gd name="connsiteX5" fmla="*/ 0 w 2589153"/>
              <a:gd name="connsiteY5" fmla="*/ 330114 h 3043164"/>
            </a:gdLst>
            <a:ahLst/>
            <a:cxnLst/>
            <a:rect l="l" t="t" r="r" b="b"/>
            <a:pathLst>
              <a:path w="2589153" h="3043164">
                <a:moveTo>
                  <a:pt x="0" y="0"/>
                </a:moveTo>
                <a:lnTo>
                  <a:pt x="330114" y="330114"/>
                </a:lnTo>
                <a:lnTo>
                  <a:pt x="2589153" y="330114"/>
                </a:lnTo>
                <a:lnTo>
                  <a:pt x="2589153" y="3043164"/>
                </a:lnTo>
                <a:lnTo>
                  <a:pt x="0" y="3043164"/>
                </a:lnTo>
                <a:lnTo>
                  <a:pt x="0" y="330114"/>
                </a:lnTo>
                <a:close/>
              </a:path>
            </a:pathLst>
          </a:custGeom>
          <a:solidFill>
            <a:schemeClr val="accent1"/>
          </a:solidFill>
          <a:ln w="12700" cap="sq">
            <a:noFill/>
            <a:miter/>
          </a:ln>
          <a:effectLst>
            <a:outerShdw blurRad="762000" dist="254000" dir="5400000" algn="t" rotWithShape="0">
              <a:srgbClr val="000000">
                <a:alpha val="30000"/>
              </a:srgbClr>
            </a:outerShdw>
          </a:effectLst>
        </p:spPr>
        <p:txBody>
          <a:bodyPr vert="horz" wrap="square" lIns="274320" tIns="0" rIns="91440" bIns="365760" rtlCol="0" anchor="b"/>
          <a:lstStyle/>
          <a:p>
            <a:pPr algn="l"/>
            <a:r>
              <a:rPr kumimoji="1" lang="en-US" altLang="zh-CN" sz="1400" dirty="0">
                <a:ln w="12700">
                  <a:noFill/>
                </a:ln>
                <a:solidFill>
                  <a:srgbClr val="FFFFFF">
                    <a:alpha val="100000"/>
                  </a:srgbClr>
                </a:solidFill>
                <a:latin typeface="Poppins"/>
                <a:ea typeface="Poppins"/>
                <a:cs typeface="Poppins"/>
              </a:rPr>
              <a:t>Proyecto </a:t>
            </a:r>
            <a:r>
              <a:rPr kumimoji="1" lang="en-US" altLang="zh-CN" sz="1400" dirty="0" err="1">
                <a:ln w="12700">
                  <a:noFill/>
                </a:ln>
                <a:solidFill>
                  <a:srgbClr val="FFFFFF">
                    <a:alpha val="100000"/>
                  </a:srgbClr>
                </a:solidFill>
                <a:latin typeface="Poppins"/>
                <a:ea typeface="Poppins"/>
                <a:cs typeface="Poppins"/>
              </a:rPr>
              <a:t>Implementación</a:t>
            </a:r>
            <a:r>
              <a:rPr kumimoji="1" lang="en-US" altLang="zh-CN" sz="1400" dirty="0">
                <a:ln w="12700">
                  <a:noFill/>
                </a:ln>
                <a:solidFill>
                  <a:srgbClr val="FFFFFF">
                    <a:alpha val="100000"/>
                  </a:srgbClr>
                </a:solidFill>
                <a:latin typeface="Poppins"/>
                <a:ea typeface="Poppins"/>
                <a:cs typeface="Poppins"/>
              </a:rPr>
              <a:t> de </a:t>
            </a:r>
            <a:r>
              <a:rPr kumimoji="1" lang="en-US" altLang="zh-CN" sz="1400" dirty="0" err="1">
                <a:ln w="12700">
                  <a:noFill/>
                </a:ln>
                <a:solidFill>
                  <a:srgbClr val="FFFFFF">
                    <a:alpha val="100000"/>
                  </a:srgbClr>
                </a:solidFill>
                <a:latin typeface="Poppins"/>
                <a:ea typeface="Poppins"/>
                <a:cs typeface="Poppins"/>
              </a:rPr>
              <a:t>autenticación</a:t>
            </a:r>
            <a:r>
              <a:rPr kumimoji="1" lang="en-US" altLang="zh-CN" sz="1400" dirty="0">
                <a:ln w="12700">
                  <a:noFill/>
                </a:ln>
                <a:solidFill>
                  <a:srgbClr val="FFFFFF">
                    <a:alpha val="100000"/>
                  </a:srgbClr>
                </a:solidFill>
                <a:latin typeface="Poppins"/>
                <a:ea typeface="Poppins"/>
                <a:cs typeface="Poppins"/>
              </a:rPr>
              <a:t> multifactor (MFA).</a:t>
            </a:r>
            <a:endParaRPr kumimoji="1" lang="zh-CN" altLang="en-US" dirty="0"/>
          </a:p>
        </p:txBody>
      </p:sp>
      <p:sp>
        <p:nvSpPr>
          <p:cNvPr id="11" name="标题 1"/>
          <p:cNvSpPr txBox="1"/>
          <p:nvPr/>
        </p:nvSpPr>
        <p:spPr>
          <a:xfrm>
            <a:off x="3849882" y="3572413"/>
            <a:ext cx="468445" cy="534980"/>
          </a:xfrm>
          <a:custGeom>
            <a:avLst/>
            <a:gdLst>
              <a:gd name="connsiteX0" fmla="*/ 1449958 w 1449958"/>
              <a:gd name="connsiteY0" fmla="*/ 669913 h 1655898"/>
              <a:gd name="connsiteX1" fmla="*/ 1449586 w 1449958"/>
              <a:gd name="connsiteY1" fmla="*/ 666192 h 1655898"/>
              <a:gd name="connsiteX2" fmla="*/ 1449586 w 1449958"/>
              <a:gd name="connsiteY2" fmla="*/ 665634 h 1655898"/>
              <a:gd name="connsiteX3" fmla="*/ 1448098 w 1449958"/>
              <a:gd name="connsiteY3" fmla="*/ 658006 h 1655898"/>
              <a:gd name="connsiteX4" fmla="*/ 1445307 w 1449958"/>
              <a:gd name="connsiteY4" fmla="*/ 650379 h 1655898"/>
              <a:gd name="connsiteX5" fmla="*/ 1443633 w 1449958"/>
              <a:gd name="connsiteY5" fmla="*/ 646844 h 1655898"/>
              <a:gd name="connsiteX6" fmla="*/ 1441772 w 1449958"/>
              <a:gd name="connsiteY6" fmla="*/ 643496 h 1655898"/>
              <a:gd name="connsiteX7" fmla="*/ 1441400 w 1449958"/>
              <a:gd name="connsiteY7" fmla="*/ 643124 h 1655898"/>
              <a:gd name="connsiteX8" fmla="*/ 1439354 w 1449958"/>
              <a:gd name="connsiteY8" fmla="*/ 640147 h 1655898"/>
              <a:gd name="connsiteX9" fmla="*/ 1439168 w 1449958"/>
              <a:gd name="connsiteY9" fmla="*/ 639775 h 1655898"/>
              <a:gd name="connsiteX10" fmla="*/ 1436936 w 1449958"/>
              <a:gd name="connsiteY10" fmla="*/ 636798 h 1655898"/>
              <a:gd name="connsiteX11" fmla="*/ 1436378 w 1449958"/>
              <a:gd name="connsiteY11" fmla="*/ 636240 h 1655898"/>
              <a:gd name="connsiteX12" fmla="*/ 1433773 w 1449958"/>
              <a:gd name="connsiteY12" fmla="*/ 633450 h 1655898"/>
              <a:gd name="connsiteX13" fmla="*/ 816136 w 1449958"/>
              <a:gd name="connsiteY13" fmla="*/ 15813 h 1655898"/>
              <a:gd name="connsiteX14" fmla="*/ 813346 w 1449958"/>
              <a:gd name="connsiteY14" fmla="*/ 13208 h 1655898"/>
              <a:gd name="connsiteX15" fmla="*/ 812788 w 1449958"/>
              <a:gd name="connsiteY15" fmla="*/ 12650 h 1655898"/>
              <a:gd name="connsiteX16" fmla="*/ 809997 w 1449958"/>
              <a:gd name="connsiteY16" fmla="*/ 10418 h 1655898"/>
              <a:gd name="connsiteX17" fmla="*/ 809625 w 1449958"/>
              <a:gd name="connsiteY17" fmla="*/ 10232 h 1655898"/>
              <a:gd name="connsiteX18" fmla="*/ 806834 w 1449958"/>
              <a:gd name="connsiteY18" fmla="*/ 8372 h 1655898"/>
              <a:gd name="connsiteX19" fmla="*/ 806276 w 1449958"/>
              <a:gd name="connsiteY19" fmla="*/ 8000 h 1655898"/>
              <a:gd name="connsiteX20" fmla="*/ 802928 w 1449958"/>
              <a:gd name="connsiteY20" fmla="*/ 6139 h 1655898"/>
              <a:gd name="connsiteX21" fmla="*/ 802742 w 1449958"/>
              <a:gd name="connsiteY21" fmla="*/ 6139 h 1655898"/>
              <a:gd name="connsiteX22" fmla="*/ 799207 w 1449958"/>
              <a:gd name="connsiteY22" fmla="*/ 4465 h 1655898"/>
              <a:gd name="connsiteX23" fmla="*/ 799021 w 1449958"/>
              <a:gd name="connsiteY23" fmla="*/ 4465 h 1655898"/>
              <a:gd name="connsiteX24" fmla="*/ 791580 w 1449958"/>
              <a:gd name="connsiteY24" fmla="*/ 1860 h 1655898"/>
              <a:gd name="connsiteX25" fmla="*/ 791394 w 1449958"/>
              <a:gd name="connsiteY25" fmla="*/ 1860 h 1655898"/>
              <a:gd name="connsiteX26" fmla="*/ 783766 w 1449958"/>
              <a:gd name="connsiteY26" fmla="*/ 372 h 1655898"/>
              <a:gd name="connsiteX27" fmla="*/ 783022 w 1449958"/>
              <a:gd name="connsiteY27" fmla="*/ 372 h 1655898"/>
              <a:gd name="connsiteX28" fmla="*/ 779301 w 1449958"/>
              <a:gd name="connsiteY28" fmla="*/ 0 h 1655898"/>
              <a:gd name="connsiteX29" fmla="*/ 261751 w 1449958"/>
              <a:gd name="connsiteY29" fmla="*/ 0 h 1655898"/>
              <a:gd name="connsiteX30" fmla="*/ 0 w 1449958"/>
              <a:gd name="connsiteY30" fmla="*/ 261751 h 1655898"/>
              <a:gd name="connsiteX31" fmla="*/ 0 w 1449958"/>
              <a:gd name="connsiteY31" fmla="*/ 1394148 h 1655898"/>
              <a:gd name="connsiteX32" fmla="*/ 261751 w 1449958"/>
              <a:gd name="connsiteY32" fmla="*/ 1655899 h 1655898"/>
              <a:gd name="connsiteX33" fmla="*/ 1188207 w 1449958"/>
              <a:gd name="connsiteY33" fmla="*/ 1655899 h 1655898"/>
              <a:gd name="connsiteX34" fmla="*/ 1449958 w 1449958"/>
              <a:gd name="connsiteY34" fmla="*/ 1394148 h 1655898"/>
              <a:gd name="connsiteX35" fmla="*/ 1449958 w 1449958"/>
              <a:gd name="connsiteY35" fmla="*/ 672889 h 1655898"/>
              <a:gd name="connsiteX36" fmla="*/ 1449958 w 1449958"/>
              <a:gd name="connsiteY36" fmla="*/ 669913 h 1655898"/>
              <a:gd name="connsiteX37" fmla="*/ 832321 w 1449958"/>
              <a:gd name="connsiteY37" fmla="*/ 466948 h 1655898"/>
              <a:gd name="connsiteX38" fmla="*/ 832321 w 1449958"/>
              <a:gd name="connsiteY38" fmla="*/ 189942 h 1655898"/>
              <a:gd name="connsiteX39" fmla="*/ 1259458 w 1449958"/>
              <a:gd name="connsiteY39" fmla="*/ 617079 h 1655898"/>
              <a:gd name="connsiteX40" fmla="*/ 982452 w 1449958"/>
              <a:gd name="connsiteY40" fmla="*/ 617079 h 1655898"/>
              <a:gd name="connsiteX41" fmla="*/ 832321 w 1449958"/>
              <a:gd name="connsiteY41" fmla="*/ 466948 h 1655898"/>
              <a:gd name="connsiteX42" fmla="*/ 1338337 w 1449958"/>
              <a:gd name="connsiteY42" fmla="*/ 1393403 h 1655898"/>
              <a:gd name="connsiteX43" fmla="*/ 1188207 w 1449958"/>
              <a:gd name="connsiteY43" fmla="*/ 1543534 h 1655898"/>
              <a:gd name="connsiteX44" fmla="*/ 261751 w 1449958"/>
              <a:gd name="connsiteY44" fmla="*/ 1543534 h 1655898"/>
              <a:gd name="connsiteX45" fmla="*/ 111621 w 1449958"/>
              <a:gd name="connsiteY45" fmla="*/ 1393403 h 1655898"/>
              <a:gd name="connsiteX46" fmla="*/ 111621 w 1449958"/>
              <a:gd name="connsiteY46" fmla="*/ 261007 h 1655898"/>
              <a:gd name="connsiteX47" fmla="*/ 261751 w 1449958"/>
              <a:gd name="connsiteY47" fmla="*/ 110877 h 1655898"/>
              <a:gd name="connsiteX48" fmla="*/ 720700 w 1449958"/>
              <a:gd name="connsiteY48" fmla="*/ 110877 h 1655898"/>
              <a:gd name="connsiteX49" fmla="*/ 720700 w 1449958"/>
              <a:gd name="connsiteY49" fmla="*/ 466948 h 1655898"/>
              <a:gd name="connsiteX50" fmla="*/ 982452 w 1449958"/>
              <a:gd name="connsiteY50" fmla="*/ 728700 h 1655898"/>
              <a:gd name="connsiteX51" fmla="*/ 1338523 w 1449958"/>
              <a:gd name="connsiteY51" fmla="*/ 728700 h 1655898"/>
              <a:gd name="connsiteX52" fmla="*/ 1338523 w 1449958"/>
              <a:gd name="connsiteY52" fmla="*/ 1393403 h 1655898"/>
            </a:gdLst>
            <a:ahLst/>
            <a:cxnLst/>
            <a:rect l="l" t="t" r="r" b="b"/>
            <a:pathLst>
              <a:path w="1449958" h="1655898">
                <a:moveTo>
                  <a:pt x="1449958" y="669913"/>
                </a:moveTo>
                <a:cubicBezTo>
                  <a:pt x="1449958" y="668610"/>
                  <a:pt x="1449772" y="667308"/>
                  <a:pt x="1449586" y="666192"/>
                </a:cubicBezTo>
                <a:lnTo>
                  <a:pt x="1449586" y="665634"/>
                </a:lnTo>
                <a:cubicBezTo>
                  <a:pt x="1449214" y="663029"/>
                  <a:pt x="1448656" y="660425"/>
                  <a:pt x="1448098" y="658006"/>
                </a:cubicBezTo>
                <a:cubicBezTo>
                  <a:pt x="1447354" y="655402"/>
                  <a:pt x="1446423" y="652797"/>
                  <a:pt x="1445307" y="650379"/>
                </a:cubicBezTo>
                <a:cubicBezTo>
                  <a:pt x="1444749" y="649077"/>
                  <a:pt x="1444191" y="647960"/>
                  <a:pt x="1443633" y="646844"/>
                </a:cubicBezTo>
                <a:cubicBezTo>
                  <a:pt x="1443075" y="645728"/>
                  <a:pt x="1442331" y="644612"/>
                  <a:pt x="1441772" y="643496"/>
                </a:cubicBezTo>
                <a:cubicBezTo>
                  <a:pt x="1441587" y="643310"/>
                  <a:pt x="1441587" y="643124"/>
                  <a:pt x="1441400" y="643124"/>
                </a:cubicBezTo>
                <a:cubicBezTo>
                  <a:pt x="1440842" y="642193"/>
                  <a:pt x="1440098" y="641077"/>
                  <a:pt x="1439354" y="640147"/>
                </a:cubicBezTo>
                <a:cubicBezTo>
                  <a:pt x="1439354" y="640147"/>
                  <a:pt x="1439168" y="639961"/>
                  <a:pt x="1439168" y="639775"/>
                </a:cubicBezTo>
                <a:cubicBezTo>
                  <a:pt x="1438424" y="638845"/>
                  <a:pt x="1437680" y="637729"/>
                  <a:pt x="1436936" y="636798"/>
                </a:cubicBezTo>
                <a:lnTo>
                  <a:pt x="1436378" y="636240"/>
                </a:lnTo>
                <a:cubicBezTo>
                  <a:pt x="1435633" y="635310"/>
                  <a:pt x="1434703" y="634380"/>
                  <a:pt x="1433773" y="633450"/>
                </a:cubicBezTo>
                <a:lnTo>
                  <a:pt x="816136" y="15813"/>
                </a:lnTo>
                <a:cubicBezTo>
                  <a:pt x="815206" y="14883"/>
                  <a:pt x="814276" y="14139"/>
                  <a:pt x="813346" y="13208"/>
                </a:cubicBezTo>
                <a:lnTo>
                  <a:pt x="812788" y="12650"/>
                </a:lnTo>
                <a:lnTo>
                  <a:pt x="809997" y="10418"/>
                </a:lnTo>
                <a:cubicBezTo>
                  <a:pt x="809811" y="10418"/>
                  <a:pt x="809811" y="10232"/>
                  <a:pt x="809625" y="10232"/>
                </a:cubicBezTo>
                <a:cubicBezTo>
                  <a:pt x="808695" y="9488"/>
                  <a:pt x="807765" y="8930"/>
                  <a:pt x="806834" y="8372"/>
                </a:cubicBezTo>
                <a:cubicBezTo>
                  <a:pt x="806649" y="8186"/>
                  <a:pt x="806462" y="8186"/>
                  <a:pt x="806276" y="8000"/>
                </a:cubicBezTo>
                <a:cubicBezTo>
                  <a:pt x="805160" y="7255"/>
                  <a:pt x="804044" y="6697"/>
                  <a:pt x="802928" y="6139"/>
                </a:cubicBezTo>
                <a:lnTo>
                  <a:pt x="802742" y="6139"/>
                </a:lnTo>
                <a:cubicBezTo>
                  <a:pt x="801626" y="5581"/>
                  <a:pt x="800509" y="5023"/>
                  <a:pt x="799207" y="4465"/>
                </a:cubicBezTo>
                <a:lnTo>
                  <a:pt x="799021" y="4465"/>
                </a:lnTo>
                <a:cubicBezTo>
                  <a:pt x="796603" y="3349"/>
                  <a:pt x="793998" y="2418"/>
                  <a:pt x="791580" y="1860"/>
                </a:cubicBezTo>
                <a:lnTo>
                  <a:pt x="791394" y="1860"/>
                </a:lnTo>
                <a:cubicBezTo>
                  <a:pt x="788975" y="1116"/>
                  <a:pt x="786371" y="744"/>
                  <a:pt x="783766" y="372"/>
                </a:cubicBezTo>
                <a:lnTo>
                  <a:pt x="783022" y="372"/>
                </a:lnTo>
                <a:cubicBezTo>
                  <a:pt x="781720" y="186"/>
                  <a:pt x="780604" y="186"/>
                  <a:pt x="779301" y="0"/>
                </a:cubicBezTo>
                <a:lnTo>
                  <a:pt x="261751" y="0"/>
                </a:lnTo>
                <a:cubicBezTo>
                  <a:pt x="117388" y="0"/>
                  <a:pt x="0" y="117388"/>
                  <a:pt x="0" y="261751"/>
                </a:cubicBezTo>
                <a:lnTo>
                  <a:pt x="0" y="1394148"/>
                </a:lnTo>
                <a:cubicBezTo>
                  <a:pt x="0" y="1538511"/>
                  <a:pt x="117388" y="1655899"/>
                  <a:pt x="261751" y="1655899"/>
                </a:cubicBezTo>
                <a:lnTo>
                  <a:pt x="1188207" y="1655899"/>
                </a:lnTo>
                <a:cubicBezTo>
                  <a:pt x="1332570" y="1655899"/>
                  <a:pt x="1449958" y="1538511"/>
                  <a:pt x="1449958" y="1394148"/>
                </a:cubicBezTo>
                <a:lnTo>
                  <a:pt x="1449958" y="672889"/>
                </a:lnTo>
                <a:lnTo>
                  <a:pt x="1449958" y="669913"/>
                </a:lnTo>
                <a:close/>
                <a:moveTo>
                  <a:pt x="832321" y="466948"/>
                </a:moveTo>
                <a:lnTo>
                  <a:pt x="832321" y="189942"/>
                </a:lnTo>
                <a:lnTo>
                  <a:pt x="1259458" y="617079"/>
                </a:lnTo>
                <a:lnTo>
                  <a:pt x="982452" y="617079"/>
                </a:lnTo>
                <a:cubicBezTo>
                  <a:pt x="899666" y="617079"/>
                  <a:pt x="832321" y="549734"/>
                  <a:pt x="832321" y="466948"/>
                </a:cubicBezTo>
                <a:close/>
                <a:moveTo>
                  <a:pt x="1338337" y="1393403"/>
                </a:moveTo>
                <a:cubicBezTo>
                  <a:pt x="1338337" y="1476189"/>
                  <a:pt x="1270992" y="1543534"/>
                  <a:pt x="1188207" y="1543534"/>
                </a:cubicBezTo>
                <a:lnTo>
                  <a:pt x="261751" y="1543534"/>
                </a:lnTo>
                <a:cubicBezTo>
                  <a:pt x="178966" y="1543534"/>
                  <a:pt x="111621" y="1476189"/>
                  <a:pt x="111621" y="1393403"/>
                </a:cubicBezTo>
                <a:lnTo>
                  <a:pt x="111621" y="261007"/>
                </a:lnTo>
                <a:cubicBezTo>
                  <a:pt x="111621" y="178222"/>
                  <a:pt x="178966" y="110877"/>
                  <a:pt x="261751" y="110877"/>
                </a:cubicBezTo>
                <a:lnTo>
                  <a:pt x="720700" y="110877"/>
                </a:lnTo>
                <a:lnTo>
                  <a:pt x="720700" y="466948"/>
                </a:lnTo>
                <a:cubicBezTo>
                  <a:pt x="720700" y="611312"/>
                  <a:pt x="838088" y="728700"/>
                  <a:pt x="982452" y="728700"/>
                </a:cubicBezTo>
                <a:lnTo>
                  <a:pt x="1338523" y="728700"/>
                </a:lnTo>
                <a:lnTo>
                  <a:pt x="1338523" y="1393403"/>
                </a:lnTo>
                <a:close/>
              </a:path>
            </a:pathLst>
          </a:custGeom>
          <a:solidFill>
            <a:schemeClr val="bg1"/>
          </a:solidFill>
          <a:ln w="12700" cap="sq">
            <a:noFill/>
            <a:miter/>
          </a:ln>
        </p:spPr>
        <p:txBody>
          <a:bodyPr vert="horz" wrap="square" lIns="38100" tIns="38100" rIns="38100" bIns="38100" rtlCol="0" anchor="ctr"/>
          <a:lstStyle/>
          <a:p>
            <a:pPr algn="l"/>
            <a:endParaRPr kumimoji="1" lang="zh-CN" altLang="en-US"/>
          </a:p>
        </p:txBody>
      </p:sp>
      <p:sp>
        <p:nvSpPr>
          <p:cNvPr id="12" name="标题 1"/>
          <p:cNvSpPr txBox="1"/>
          <p:nvPr/>
        </p:nvSpPr>
        <p:spPr>
          <a:xfrm>
            <a:off x="731149" y="1325715"/>
            <a:ext cx="9089414" cy="864000"/>
          </a:xfrm>
          <a:prstGeom prst="rect">
            <a:avLst/>
          </a:prstGeom>
          <a:noFill/>
          <a:ln>
            <a:noFill/>
          </a:ln>
        </p:spPr>
        <p:txBody>
          <a:bodyPr vert="horz" wrap="square" lIns="0" tIns="0" rIns="0" bIns="0" rtlCol="0" anchor="b"/>
          <a:lstStyle/>
          <a:p>
            <a:pPr algn="l"/>
            <a:r>
              <a:rPr kumimoji="1" lang="en-US" altLang="zh-CN" sz="1600">
                <a:ln w="12700">
                  <a:noFill/>
                </a:ln>
                <a:solidFill>
                  <a:srgbClr val="262626">
                    <a:alpha val="100000"/>
                  </a:srgbClr>
                </a:solidFill>
                <a:latin typeface="poppins-bold"/>
                <a:ea typeface="poppins-bold"/>
                <a:cs typeface="poppins-bold"/>
              </a:rPr>
              <a:t>Listar los proyectos específicos y las iniciativas de servicio necesarios</a:t>
            </a:r>
            <a:endParaRPr kumimoji="1" lang="zh-CN" altLang="en-US"/>
          </a:p>
        </p:txBody>
      </p:sp>
      <p:sp>
        <p:nvSpPr>
          <p:cNvPr id="13" name="标题 1"/>
          <p:cNvSpPr txBox="1"/>
          <p:nvPr/>
        </p:nvSpPr>
        <p:spPr>
          <a:xfrm>
            <a:off x="9387412" y="3191891"/>
            <a:ext cx="2006215" cy="2746794"/>
          </a:xfrm>
          <a:prstGeom prst="rect">
            <a:avLst/>
          </a:prstGeom>
          <a:gradFill>
            <a:gsLst>
              <a:gs pos="4000">
                <a:schemeClr val="accent1">
                  <a:lumMod val="88000"/>
                  <a:lumOff val="12000"/>
                </a:schemeClr>
              </a:gs>
              <a:gs pos="95000">
                <a:schemeClr val="accent1">
                  <a:lumMod val="86000"/>
                </a:schemeClr>
              </a:gs>
            </a:gsLst>
            <a:lin ang="4200000" scaled="0"/>
          </a:gradFill>
          <a:ln w="12700" cap="flat">
            <a:noFill/>
            <a:miter/>
          </a:ln>
          <a:effectLst/>
        </p:spPr>
        <p:txBody>
          <a:bodyPr vert="horz" wrap="square" lIns="91440" tIns="45720" rIns="91440" bIns="45720" rtlCol="0" anchor="ctr"/>
          <a:lstStyle/>
          <a:p>
            <a:pPr algn="ctr"/>
            <a:endParaRPr kumimoji="1" lang="zh-CN" altLang="en-US"/>
          </a:p>
        </p:txBody>
      </p:sp>
      <p:pic>
        <p:nvPicPr>
          <p:cNvPr id="14" name="Imagen 13"/>
          <p:cNvPicPr>
            <a:picLocks noChangeAspect="1"/>
          </p:cNvPicPr>
          <p:nvPr/>
        </p:nvPicPr>
        <p:blipFill>
          <a:blip r:embed="rId2">
            <a:alphaModFix/>
          </a:blip>
          <a:srcRect/>
          <a:stretch>
            <a:fillRect/>
          </a:stretch>
        </p:blipFill>
        <p:spPr>
          <a:xfrm>
            <a:off x="9450095" y="3058959"/>
            <a:ext cx="2068805" cy="2879726"/>
          </a:xfrm>
          <a:prstGeom prst="rect">
            <a:avLst/>
          </a:prstGeom>
          <a:noFill/>
          <a:ln>
            <a:noFill/>
          </a:ln>
        </p:spPr>
      </p:pic>
      <p:sp>
        <p:nvSpPr>
          <p:cNvPr id="15" name="标题 1"/>
          <p:cNvSpPr txBox="1"/>
          <p:nvPr/>
        </p:nvSpPr>
        <p:spPr>
          <a:xfrm rot="10800000">
            <a:off x="660399" y="158962"/>
            <a:ext cx="10858499" cy="971338"/>
          </a:xfrm>
          <a:prstGeom prst="roundRect">
            <a:avLst/>
          </a:prstGeom>
          <a:gradFill>
            <a:gsLst>
              <a:gs pos="0">
                <a:schemeClr val="bg1">
                  <a:alpha val="0"/>
                </a:schemeClr>
              </a:gs>
              <a:gs pos="60000">
                <a:schemeClr val="accent1">
                  <a:lumMod val="20000"/>
                  <a:lumOff val="80000"/>
                </a:schemeClr>
              </a:gs>
              <a:gs pos="100000">
                <a:schemeClr val="bg1"/>
              </a:gs>
            </a:gsLst>
            <a:lin ang="16200000" scaled="0"/>
          </a:gradFill>
          <a:ln w="12700" cap="sq">
            <a:noFill/>
            <a:miter/>
          </a:ln>
        </p:spPr>
        <p:txBody>
          <a:bodyPr vert="horz" wrap="square" lIns="91440" tIns="45720" rIns="91440" bIns="45720" rtlCol="0" anchor="ctr"/>
          <a:lstStyle/>
          <a:p>
            <a:pPr algn="ctr"/>
            <a:endParaRPr kumimoji="1" lang="zh-CN" altLang="en-US"/>
          </a:p>
        </p:txBody>
      </p:sp>
      <p:sp>
        <p:nvSpPr>
          <p:cNvPr id="16" name="标题 1"/>
          <p:cNvSpPr txBox="1"/>
          <p:nvPr/>
        </p:nvSpPr>
        <p:spPr>
          <a:xfrm flipH="1">
            <a:off x="139042" y="296832"/>
            <a:ext cx="765810" cy="347799"/>
          </a:xfrm>
          <a:custGeom>
            <a:avLst/>
            <a:gdLst>
              <a:gd name="connsiteX0" fmla="*/ 651510 w 765810"/>
              <a:gd name="connsiteY0" fmla="*/ 253093 h 347799"/>
              <a:gd name="connsiteX1" fmla="*/ 543741 w 765810"/>
              <a:gd name="connsiteY1" fmla="*/ 318407 h 347799"/>
              <a:gd name="connsiteX2" fmla="*/ 435973 w 765810"/>
              <a:gd name="connsiteY2" fmla="*/ 253093 h 347799"/>
              <a:gd name="connsiteX3" fmla="*/ 329837 w 765810"/>
              <a:gd name="connsiteY3" fmla="*/ 318407 h 347799"/>
              <a:gd name="connsiteX4" fmla="*/ 222069 w 765810"/>
              <a:gd name="connsiteY4" fmla="*/ 253093 h 347799"/>
              <a:gd name="connsiteX5" fmla="*/ 114300 w 765810"/>
              <a:gd name="connsiteY5" fmla="*/ 318407 h 347799"/>
              <a:gd name="connsiteX6" fmla="*/ 13063 w 765810"/>
              <a:gd name="connsiteY6" fmla="*/ 256358 h 347799"/>
              <a:gd name="connsiteX7" fmla="*/ 0 w 765810"/>
              <a:gd name="connsiteY7" fmla="*/ 277586 h 347799"/>
              <a:gd name="connsiteX8" fmla="*/ 114300 w 765810"/>
              <a:gd name="connsiteY8" fmla="*/ 347799 h 347799"/>
              <a:gd name="connsiteX9" fmla="*/ 222069 w 765810"/>
              <a:gd name="connsiteY9" fmla="*/ 282484 h 347799"/>
              <a:gd name="connsiteX10" fmla="*/ 329837 w 765810"/>
              <a:gd name="connsiteY10" fmla="*/ 347799 h 347799"/>
              <a:gd name="connsiteX11" fmla="*/ 435973 w 765810"/>
              <a:gd name="connsiteY11" fmla="*/ 282484 h 347799"/>
              <a:gd name="connsiteX12" fmla="*/ 543741 w 765810"/>
              <a:gd name="connsiteY12" fmla="*/ 347799 h 347799"/>
              <a:gd name="connsiteX13" fmla="*/ 651510 w 765810"/>
              <a:gd name="connsiteY13" fmla="*/ 282484 h 347799"/>
              <a:gd name="connsiteX14" fmla="*/ 752747 w 765810"/>
              <a:gd name="connsiteY14" fmla="*/ 342900 h 347799"/>
              <a:gd name="connsiteX15" fmla="*/ 765810 w 765810"/>
              <a:gd name="connsiteY15" fmla="*/ 321673 h 347799"/>
              <a:gd name="connsiteX16" fmla="*/ 651510 w 765810"/>
              <a:gd name="connsiteY16" fmla="*/ 125730 h 347799"/>
              <a:gd name="connsiteX17" fmla="*/ 543741 w 765810"/>
              <a:gd name="connsiteY17" fmla="*/ 191044 h 347799"/>
              <a:gd name="connsiteX18" fmla="*/ 435973 w 765810"/>
              <a:gd name="connsiteY18" fmla="*/ 125730 h 347799"/>
              <a:gd name="connsiteX19" fmla="*/ 329837 w 765810"/>
              <a:gd name="connsiteY19" fmla="*/ 191044 h 347799"/>
              <a:gd name="connsiteX20" fmla="*/ 222069 w 765810"/>
              <a:gd name="connsiteY20" fmla="*/ 125730 h 347799"/>
              <a:gd name="connsiteX21" fmla="*/ 114300 w 765810"/>
              <a:gd name="connsiteY21" fmla="*/ 191044 h 347799"/>
              <a:gd name="connsiteX22" fmla="*/ 13063 w 765810"/>
              <a:gd name="connsiteY22" fmla="*/ 130629 h 347799"/>
              <a:gd name="connsiteX23" fmla="*/ 0 w 765810"/>
              <a:gd name="connsiteY23" fmla="*/ 151856 h 347799"/>
              <a:gd name="connsiteX24" fmla="*/ 114300 w 765810"/>
              <a:gd name="connsiteY24" fmla="*/ 220436 h 347799"/>
              <a:gd name="connsiteX25" fmla="*/ 222069 w 765810"/>
              <a:gd name="connsiteY25" fmla="*/ 155122 h 347799"/>
              <a:gd name="connsiteX26" fmla="*/ 329837 w 765810"/>
              <a:gd name="connsiteY26" fmla="*/ 220436 h 347799"/>
              <a:gd name="connsiteX27" fmla="*/ 435973 w 765810"/>
              <a:gd name="connsiteY27" fmla="*/ 155122 h 347799"/>
              <a:gd name="connsiteX28" fmla="*/ 543741 w 765810"/>
              <a:gd name="connsiteY28" fmla="*/ 220436 h 347799"/>
              <a:gd name="connsiteX29" fmla="*/ 651510 w 765810"/>
              <a:gd name="connsiteY29" fmla="*/ 155122 h 347799"/>
              <a:gd name="connsiteX30" fmla="*/ 752747 w 765810"/>
              <a:gd name="connsiteY30" fmla="*/ 217170 h 347799"/>
              <a:gd name="connsiteX31" fmla="*/ 765810 w 765810"/>
              <a:gd name="connsiteY31" fmla="*/ 195943 h 347799"/>
              <a:gd name="connsiteX32" fmla="*/ 651510 w 765810"/>
              <a:gd name="connsiteY32" fmla="*/ 0 h 347799"/>
              <a:gd name="connsiteX33" fmla="*/ 543741 w 765810"/>
              <a:gd name="connsiteY33" fmla="*/ 65314 h 347799"/>
              <a:gd name="connsiteX34" fmla="*/ 435973 w 765810"/>
              <a:gd name="connsiteY34" fmla="*/ 0 h 347799"/>
              <a:gd name="connsiteX35" fmla="*/ 329837 w 765810"/>
              <a:gd name="connsiteY35" fmla="*/ 65314 h 347799"/>
              <a:gd name="connsiteX36" fmla="*/ 222069 w 765810"/>
              <a:gd name="connsiteY36" fmla="*/ 0 h 347799"/>
              <a:gd name="connsiteX37" fmla="*/ 114300 w 765810"/>
              <a:gd name="connsiteY37" fmla="*/ 65314 h 347799"/>
              <a:gd name="connsiteX38" fmla="*/ 13063 w 765810"/>
              <a:gd name="connsiteY38" fmla="*/ 3265 h 347799"/>
              <a:gd name="connsiteX39" fmla="*/ 0 w 765810"/>
              <a:gd name="connsiteY39" fmla="*/ 24493 h 347799"/>
              <a:gd name="connsiteX40" fmla="*/ 114300 w 765810"/>
              <a:gd name="connsiteY40" fmla="*/ 93073 h 347799"/>
              <a:gd name="connsiteX41" fmla="*/ 222069 w 765810"/>
              <a:gd name="connsiteY41" fmla="*/ 27758 h 347799"/>
              <a:gd name="connsiteX42" fmla="*/ 329837 w 765810"/>
              <a:gd name="connsiteY42" fmla="*/ 93073 h 347799"/>
              <a:gd name="connsiteX43" fmla="*/ 435973 w 765810"/>
              <a:gd name="connsiteY43" fmla="*/ 27758 h 347799"/>
              <a:gd name="connsiteX44" fmla="*/ 543741 w 765810"/>
              <a:gd name="connsiteY44" fmla="*/ 93073 h 347799"/>
              <a:gd name="connsiteX45" fmla="*/ 651510 w 765810"/>
              <a:gd name="connsiteY45" fmla="*/ 27758 h 347799"/>
              <a:gd name="connsiteX46" fmla="*/ 752747 w 765810"/>
              <a:gd name="connsiteY46" fmla="*/ 89807 h 347799"/>
              <a:gd name="connsiteX47" fmla="*/ 765810 w 765810"/>
              <a:gd name="connsiteY47" fmla="*/ 68580 h 347799"/>
            </a:gdLst>
            <a:ahLst/>
            <a:cxnLst/>
            <a:rect l="l" t="t" r="r" b="b"/>
            <a:pathLst>
              <a:path w="765810" h="347799">
                <a:moveTo>
                  <a:pt x="651510" y="253093"/>
                </a:moveTo>
                <a:lnTo>
                  <a:pt x="543741" y="318407"/>
                </a:lnTo>
                <a:lnTo>
                  <a:pt x="435973" y="253093"/>
                </a:lnTo>
                <a:lnTo>
                  <a:pt x="329837" y="318407"/>
                </a:lnTo>
                <a:lnTo>
                  <a:pt x="222069" y="253093"/>
                </a:lnTo>
                <a:lnTo>
                  <a:pt x="114300" y="318407"/>
                </a:lnTo>
                <a:lnTo>
                  <a:pt x="13063" y="256358"/>
                </a:lnTo>
                <a:lnTo>
                  <a:pt x="0" y="277586"/>
                </a:lnTo>
                <a:lnTo>
                  <a:pt x="114300" y="347799"/>
                </a:lnTo>
                <a:lnTo>
                  <a:pt x="222069" y="282484"/>
                </a:lnTo>
                <a:lnTo>
                  <a:pt x="329837" y="347799"/>
                </a:lnTo>
                <a:lnTo>
                  <a:pt x="435973" y="282484"/>
                </a:lnTo>
                <a:lnTo>
                  <a:pt x="543741" y="347799"/>
                </a:lnTo>
                <a:lnTo>
                  <a:pt x="651510" y="282484"/>
                </a:lnTo>
                <a:lnTo>
                  <a:pt x="752747" y="342900"/>
                </a:lnTo>
                <a:lnTo>
                  <a:pt x="765810" y="321673"/>
                </a:lnTo>
                <a:close/>
                <a:moveTo>
                  <a:pt x="651510" y="125730"/>
                </a:moveTo>
                <a:lnTo>
                  <a:pt x="543741" y="191044"/>
                </a:lnTo>
                <a:lnTo>
                  <a:pt x="435973" y="125730"/>
                </a:lnTo>
                <a:lnTo>
                  <a:pt x="329837" y="191044"/>
                </a:lnTo>
                <a:lnTo>
                  <a:pt x="222069" y="125730"/>
                </a:lnTo>
                <a:lnTo>
                  <a:pt x="114300" y="191044"/>
                </a:lnTo>
                <a:lnTo>
                  <a:pt x="13063" y="130629"/>
                </a:lnTo>
                <a:lnTo>
                  <a:pt x="0" y="151856"/>
                </a:lnTo>
                <a:lnTo>
                  <a:pt x="114300" y="220436"/>
                </a:lnTo>
                <a:lnTo>
                  <a:pt x="222069" y="155122"/>
                </a:lnTo>
                <a:lnTo>
                  <a:pt x="329837" y="220436"/>
                </a:lnTo>
                <a:lnTo>
                  <a:pt x="435973" y="155122"/>
                </a:lnTo>
                <a:lnTo>
                  <a:pt x="543741" y="220436"/>
                </a:lnTo>
                <a:lnTo>
                  <a:pt x="651510" y="155122"/>
                </a:lnTo>
                <a:lnTo>
                  <a:pt x="752747" y="217170"/>
                </a:lnTo>
                <a:lnTo>
                  <a:pt x="765810" y="195943"/>
                </a:lnTo>
                <a:close/>
                <a:moveTo>
                  <a:pt x="651510" y="0"/>
                </a:moveTo>
                <a:lnTo>
                  <a:pt x="543741" y="65314"/>
                </a:lnTo>
                <a:lnTo>
                  <a:pt x="435973" y="0"/>
                </a:lnTo>
                <a:lnTo>
                  <a:pt x="329837" y="65314"/>
                </a:lnTo>
                <a:lnTo>
                  <a:pt x="222069" y="0"/>
                </a:lnTo>
                <a:lnTo>
                  <a:pt x="114300" y="65314"/>
                </a:lnTo>
                <a:lnTo>
                  <a:pt x="13063" y="3265"/>
                </a:lnTo>
                <a:lnTo>
                  <a:pt x="0" y="24493"/>
                </a:lnTo>
                <a:lnTo>
                  <a:pt x="114300" y="93073"/>
                </a:lnTo>
                <a:lnTo>
                  <a:pt x="222069" y="27758"/>
                </a:lnTo>
                <a:lnTo>
                  <a:pt x="329837" y="93073"/>
                </a:lnTo>
                <a:lnTo>
                  <a:pt x="435973" y="27758"/>
                </a:lnTo>
                <a:lnTo>
                  <a:pt x="543741" y="93073"/>
                </a:lnTo>
                <a:lnTo>
                  <a:pt x="651510" y="27758"/>
                </a:lnTo>
                <a:lnTo>
                  <a:pt x="752747" y="89807"/>
                </a:lnTo>
                <a:lnTo>
                  <a:pt x="765810" y="68580"/>
                </a:lnTo>
                <a:close/>
              </a:path>
            </a:pathLst>
          </a:custGeom>
          <a:solidFill>
            <a:schemeClr val="accent1">
              <a:lumMod val="60000"/>
              <a:lumOff val="40000"/>
            </a:schemeClr>
          </a:solidFill>
          <a:ln w="16329" cap="flat">
            <a:noFill/>
            <a:miter/>
          </a:ln>
        </p:spPr>
        <p:txBody>
          <a:bodyPr vert="horz" wrap="square" lIns="91440" tIns="45720" rIns="91440" bIns="45720" rtlCol="0" anchor="ctr"/>
          <a:lstStyle/>
          <a:p>
            <a:pPr algn="l"/>
            <a:endParaRPr kumimoji="1" lang="zh-CN" altLang="en-US"/>
          </a:p>
        </p:txBody>
      </p:sp>
      <p:sp>
        <p:nvSpPr>
          <p:cNvPr id="17" name="标题 1"/>
          <p:cNvSpPr txBox="1"/>
          <p:nvPr/>
        </p:nvSpPr>
        <p:spPr>
          <a:xfrm>
            <a:off x="1201552" y="346492"/>
            <a:ext cx="8209148" cy="596278"/>
          </a:xfrm>
          <a:prstGeom prst="rect">
            <a:avLst/>
          </a:prstGeom>
          <a:noFill/>
          <a:ln>
            <a:noFill/>
          </a:ln>
        </p:spPr>
        <p:txBody>
          <a:bodyPr vert="horz" wrap="square" lIns="0" tIns="0" rIns="0" bIns="0" rtlCol="0" anchor="ctr"/>
          <a:lstStyle/>
          <a:p>
            <a:pPr algn="l"/>
            <a:r>
              <a:rPr kumimoji="1" lang="en-US" altLang="zh-CN" sz="2800">
                <a:ln w="12700">
                  <a:noFill/>
                </a:ln>
                <a:solidFill>
                  <a:srgbClr val="000000">
                    <a:alpha val="100000"/>
                  </a:srgbClr>
                </a:solidFill>
                <a:latin typeface="poppins-bold"/>
                <a:ea typeface="poppins-bold"/>
                <a:cs typeface="poppins-bold"/>
              </a:rPr>
              <a:t>Identificación de Proyectos e Iniciativas</a:t>
            </a:r>
            <a:endParaRPr kumimoji="1" lang="zh-CN" altLang="en-US"/>
          </a:p>
        </p:txBody>
      </p:sp>
      <p:sp>
        <p:nvSpPr>
          <p:cNvPr id="18" name="标题 1"/>
          <p:cNvSpPr txBox="1"/>
          <p:nvPr/>
        </p:nvSpPr>
        <p:spPr>
          <a:xfrm flipH="1">
            <a:off x="11148696" y="782502"/>
            <a:ext cx="765810" cy="347799"/>
          </a:xfrm>
          <a:custGeom>
            <a:avLst/>
            <a:gdLst>
              <a:gd name="connsiteX0" fmla="*/ 651510 w 765810"/>
              <a:gd name="connsiteY0" fmla="*/ 253093 h 347799"/>
              <a:gd name="connsiteX1" fmla="*/ 543741 w 765810"/>
              <a:gd name="connsiteY1" fmla="*/ 318407 h 347799"/>
              <a:gd name="connsiteX2" fmla="*/ 435973 w 765810"/>
              <a:gd name="connsiteY2" fmla="*/ 253093 h 347799"/>
              <a:gd name="connsiteX3" fmla="*/ 329837 w 765810"/>
              <a:gd name="connsiteY3" fmla="*/ 318407 h 347799"/>
              <a:gd name="connsiteX4" fmla="*/ 222069 w 765810"/>
              <a:gd name="connsiteY4" fmla="*/ 253093 h 347799"/>
              <a:gd name="connsiteX5" fmla="*/ 114300 w 765810"/>
              <a:gd name="connsiteY5" fmla="*/ 318407 h 347799"/>
              <a:gd name="connsiteX6" fmla="*/ 13063 w 765810"/>
              <a:gd name="connsiteY6" fmla="*/ 256358 h 347799"/>
              <a:gd name="connsiteX7" fmla="*/ 0 w 765810"/>
              <a:gd name="connsiteY7" fmla="*/ 277586 h 347799"/>
              <a:gd name="connsiteX8" fmla="*/ 114300 w 765810"/>
              <a:gd name="connsiteY8" fmla="*/ 347799 h 347799"/>
              <a:gd name="connsiteX9" fmla="*/ 222069 w 765810"/>
              <a:gd name="connsiteY9" fmla="*/ 282484 h 347799"/>
              <a:gd name="connsiteX10" fmla="*/ 329837 w 765810"/>
              <a:gd name="connsiteY10" fmla="*/ 347799 h 347799"/>
              <a:gd name="connsiteX11" fmla="*/ 435973 w 765810"/>
              <a:gd name="connsiteY11" fmla="*/ 282484 h 347799"/>
              <a:gd name="connsiteX12" fmla="*/ 543741 w 765810"/>
              <a:gd name="connsiteY12" fmla="*/ 347799 h 347799"/>
              <a:gd name="connsiteX13" fmla="*/ 651510 w 765810"/>
              <a:gd name="connsiteY13" fmla="*/ 282484 h 347799"/>
              <a:gd name="connsiteX14" fmla="*/ 752747 w 765810"/>
              <a:gd name="connsiteY14" fmla="*/ 342900 h 347799"/>
              <a:gd name="connsiteX15" fmla="*/ 765810 w 765810"/>
              <a:gd name="connsiteY15" fmla="*/ 321673 h 347799"/>
              <a:gd name="connsiteX16" fmla="*/ 651510 w 765810"/>
              <a:gd name="connsiteY16" fmla="*/ 125730 h 347799"/>
              <a:gd name="connsiteX17" fmla="*/ 543741 w 765810"/>
              <a:gd name="connsiteY17" fmla="*/ 191044 h 347799"/>
              <a:gd name="connsiteX18" fmla="*/ 435973 w 765810"/>
              <a:gd name="connsiteY18" fmla="*/ 125730 h 347799"/>
              <a:gd name="connsiteX19" fmla="*/ 329837 w 765810"/>
              <a:gd name="connsiteY19" fmla="*/ 191044 h 347799"/>
              <a:gd name="connsiteX20" fmla="*/ 222069 w 765810"/>
              <a:gd name="connsiteY20" fmla="*/ 125730 h 347799"/>
              <a:gd name="connsiteX21" fmla="*/ 114300 w 765810"/>
              <a:gd name="connsiteY21" fmla="*/ 191044 h 347799"/>
              <a:gd name="connsiteX22" fmla="*/ 13063 w 765810"/>
              <a:gd name="connsiteY22" fmla="*/ 130629 h 347799"/>
              <a:gd name="connsiteX23" fmla="*/ 0 w 765810"/>
              <a:gd name="connsiteY23" fmla="*/ 151856 h 347799"/>
              <a:gd name="connsiteX24" fmla="*/ 114300 w 765810"/>
              <a:gd name="connsiteY24" fmla="*/ 220436 h 347799"/>
              <a:gd name="connsiteX25" fmla="*/ 222069 w 765810"/>
              <a:gd name="connsiteY25" fmla="*/ 155122 h 347799"/>
              <a:gd name="connsiteX26" fmla="*/ 329837 w 765810"/>
              <a:gd name="connsiteY26" fmla="*/ 220436 h 347799"/>
              <a:gd name="connsiteX27" fmla="*/ 435973 w 765810"/>
              <a:gd name="connsiteY27" fmla="*/ 155122 h 347799"/>
              <a:gd name="connsiteX28" fmla="*/ 543741 w 765810"/>
              <a:gd name="connsiteY28" fmla="*/ 220436 h 347799"/>
              <a:gd name="connsiteX29" fmla="*/ 651510 w 765810"/>
              <a:gd name="connsiteY29" fmla="*/ 155122 h 347799"/>
              <a:gd name="connsiteX30" fmla="*/ 752747 w 765810"/>
              <a:gd name="connsiteY30" fmla="*/ 217170 h 347799"/>
              <a:gd name="connsiteX31" fmla="*/ 765810 w 765810"/>
              <a:gd name="connsiteY31" fmla="*/ 195943 h 347799"/>
              <a:gd name="connsiteX32" fmla="*/ 651510 w 765810"/>
              <a:gd name="connsiteY32" fmla="*/ 0 h 347799"/>
              <a:gd name="connsiteX33" fmla="*/ 543741 w 765810"/>
              <a:gd name="connsiteY33" fmla="*/ 65314 h 347799"/>
              <a:gd name="connsiteX34" fmla="*/ 435973 w 765810"/>
              <a:gd name="connsiteY34" fmla="*/ 0 h 347799"/>
              <a:gd name="connsiteX35" fmla="*/ 329837 w 765810"/>
              <a:gd name="connsiteY35" fmla="*/ 65314 h 347799"/>
              <a:gd name="connsiteX36" fmla="*/ 222069 w 765810"/>
              <a:gd name="connsiteY36" fmla="*/ 0 h 347799"/>
              <a:gd name="connsiteX37" fmla="*/ 114300 w 765810"/>
              <a:gd name="connsiteY37" fmla="*/ 65314 h 347799"/>
              <a:gd name="connsiteX38" fmla="*/ 13063 w 765810"/>
              <a:gd name="connsiteY38" fmla="*/ 3265 h 347799"/>
              <a:gd name="connsiteX39" fmla="*/ 0 w 765810"/>
              <a:gd name="connsiteY39" fmla="*/ 24493 h 347799"/>
              <a:gd name="connsiteX40" fmla="*/ 114300 w 765810"/>
              <a:gd name="connsiteY40" fmla="*/ 93073 h 347799"/>
              <a:gd name="connsiteX41" fmla="*/ 222069 w 765810"/>
              <a:gd name="connsiteY41" fmla="*/ 27758 h 347799"/>
              <a:gd name="connsiteX42" fmla="*/ 329837 w 765810"/>
              <a:gd name="connsiteY42" fmla="*/ 93073 h 347799"/>
              <a:gd name="connsiteX43" fmla="*/ 435973 w 765810"/>
              <a:gd name="connsiteY43" fmla="*/ 27758 h 347799"/>
              <a:gd name="connsiteX44" fmla="*/ 543741 w 765810"/>
              <a:gd name="connsiteY44" fmla="*/ 93073 h 347799"/>
              <a:gd name="connsiteX45" fmla="*/ 651510 w 765810"/>
              <a:gd name="connsiteY45" fmla="*/ 27758 h 347799"/>
              <a:gd name="connsiteX46" fmla="*/ 752747 w 765810"/>
              <a:gd name="connsiteY46" fmla="*/ 89807 h 347799"/>
              <a:gd name="connsiteX47" fmla="*/ 765810 w 765810"/>
              <a:gd name="connsiteY47" fmla="*/ 68580 h 347799"/>
            </a:gdLst>
            <a:ahLst/>
            <a:cxnLst/>
            <a:rect l="l" t="t" r="r" b="b"/>
            <a:pathLst>
              <a:path w="765810" h="347799">
                <a:moveTo>
                  <a:pt x="651510" y="253093"/>
                </a:moveTo>
                <a:lnTo>
                  <a:pt x="543741" y="318407"/>
                </a:lnTo>
                <a:lnTo>
                  <a:pt x="435973" y="253093"/>
                </a:lnTo>
                <a:lnTo>
                  <a:pt x="329837" y="318407"/>
                </a:lnTo>
                <a:lnTo>
                  <a:pt x="222069" y="253093"/>
                </a:lnTo>
                <a:lnTo>
                  <a:pt x="114300" y="318407"/>
                </a:lnTo>
                <a:lnTo>
                  <a:pt x="13063" y="256358"/>
                </a:lnTo>
                <a:lnTo>
                  <a:pt x="0" y="277586"/>
                </a:lnTo>
                <a:lnTo>
                  <a:pt x="114300" y="347799"/>
                </a:lnTo>
                <a:lnTo>
                  <a:pt x="222069" y="282484"/>
                </a:lnTo>
                <a:lnTo>
                  <a:pt x="329837" y="347799"/>
                </a:lnTo>
                <a:lnTo>
                  <a:pt x="435973" y="282484"/>
                </a:lnTo>
                <a:lnTo>
                  <a:pt x="543741" y="347799"/>
                </a:lnTo>
                <a:lnTo>
                  <a:pt x="651510" y="282484"/>
                </a:lnTo>
                <a:lnTo>
                  <a:pt x="752747" y="342900"/>
                </a:lnTo>
                <a:lnTo>
                  <a:pt x="765810" y="321673"/>
                </a:lnTo>
                <a:close/>
                <a:moveTo>
                  <a:pt x="651510" y="125730"/>
                </a:moveTo>
                <a:lnTo>
                  <a:pt x="543741" y="191044"/>
                </a:lnTo>
                <a:lnTo>
                  <a:pt x="435973" y="125730"/>
                </a:lnTo>
                <a:lnTo>
                  <a:pt x="329837" y="191044"/>
                </a:lnTo>
                <a:lnTo>
                  <a:pt x="222069" y="125730"/>
                </a:lnTo>
                <a:lnTo>
                  <a:pt x="114300" y="191044"/>
                </a:lnTo>
                <a:lnTo>
                  <a:pt x="13063" y="130629"/>
                </a:lnTo>
                <a:lnTo>
                  <a:pt x="0" y="151856"/>
                </a:lnTo>
                <a:lnTo>
                  <a:pt x="114300" y="220436"/>
                </a:lnTo>
                <a:lnTo>
                  <a:pt x="222069" y="155122"/>
                </a:lnTo>
                <a:lnTo>
                  <a:pt x="329837" y="220436"/>
                </a:lnTo>
                <a:lnTo>
                  <a:pt x="435973" y="155122"/>
                </a:lnTo>
                <a:lnTo>
                  <a:pt x="543741" y="220436"/>
                </a:lnTo>
                <a:lnTo>
                  <a:pt x="651510" y="155122"/>
                </a:lnTo>
                <a:lnTo>
                  <a:pt x="752747" y="217170"/>
                </a:lnTo>
                <a:lnTo>
                  <a:pt x="765810" y="195943"/>
                </a:lnTo>
                <a:close/>
                <a:moveTo>
                  <a:pt x="651510" y="0"/>
                </a:moveTo>
                <a:lnTo>
                  <a:pt x="543741" y="65314"/>
                </a:lnTo>
                <a:lnTo>
                  <a:pt x="435973" y="0"/>
                </a:lnTo>
                <a:lnTo>
                  <a:pt x="329837" y="65314"/>
                </a:lnTo>
                <a:lnTo>
                  <a:pt x="222069" y="0"/>
                </a:lnTo>
                <a:lnTo>
                  <a:pt x="114300" y="65314"/>
                </a:lnTo>
                <a:lnTo>
                  <a:pt x="13063" y="3265"/>
                </a:lnTo>
                <a:lnTo>
                  <a:pt x="0" y="24493"/>
                </a:lnTo>
                <a:lnTo>
                  <a:pt x="114300" y="93073"/>
                </a:lnTo>
                <a:lnTo>
                  <a:pt x="222069" y="27758"/>
                </a:lnTo>
                <a:lnTo>
                  <a:pt x="329837" y="93073"/>
                </a:lnTo>
                <a:lnTo>
                  <a:pt x="435973" y="27758"/>
                </a:lnTo>
                <a:lnTo>
                  <a:pt x="543741" y="93073"/>
                </a:lnTo>
                <a:lnTo>
                  <a:pt x="651510" y="27758"/>
                </a:lnTo>
                <a:lnTo>
                  <a:pt x="752747" y="89807"/>
                </a:lnTo>
                <a:lnTo>
                  <a:pt x="765810" y="68580"/>
                </a:lnTo>
                <a:close/>
              </a:path>
            </a:pathLst>
          </a:custGeom>
          <a:solidFill>
            <a:schemeClr val="accent1">
              <a:lumMod val="60000"/>
              <a:lumOff val="40000"/>
            </a:schemeClr>
          </a:solidFill>
          <a:ln w="16329" cap="flat">
            <a:noFill/>
            <a:miter/>
          </a:ln>
        </p:spPr>
        <p:txBody>
          <a:bodyPr vert="horz" wrap="square" lIns="91440" tIns="45720" rIns="91440" bIns="45720" rtlCol="0" anchor="ctr"/>
          <a:lstStyle/>
          <a:p>
            <a:pPr algn="l"/>
            <a:endParaRPr kumimoji="1" lang="zh-CN" altLang="en-US"/>
          </a:p>
        </p:txBody>
      </p:sp>
      <p:pic>
        <p:nvPicPr>
          <p:cNvPr id="19" name="Imagen 18">
            <a:extLst>
              <a:ext uri="{FF2B5EF4-FFF2-40B4-BE49-F238E27FC236}">
                <a16:creationId xmlns:a16="http://schemas.microsoft.com/office/drawing/2014/main" id="{7A7952BD-7A40-3126-FDF6-10029E3A89D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Imagen 1"/>
          <p:cNvPicPr>
            <a:picLocks noChangeAspect="1"/>
          </p:cNvPicPr>
          <p:nvPr/>
        </p:nvPicPr>
        <p:blipFill>
          <a:blip r:embed="rId2">
            <a:alphaModFix/>
          </a:blip>
          <a:srcRect l="10815" t="176" r="51620" b="43370"/>
          <a:stretch>
            <a:fillRect/>
          </a:stretch>
        </p:blipFill>
        <p:spPr>
          <a:xfrm>
            <a:off x="835293" y="1316395"/>
            <a:ext cx="2686804" cy="2686804"/>
          </a:xfrm>
          <a:custGeom>
            <a:avLst/>
            <a:gdLst/>
            <a:ahLst/>
            <a:cxnLst/>
            <a:rect l="l" t="t" r="r" b="b"/>
            <a:pathLst>
              <a:path w="2686804" h="2686804">
                <a:moveTo>
                  <a:pt x="1343402" y="0"/>
                </a:moveTo>
                <a:cubicBezTo>
                  <a:pt x="2085342" y="0"/>
                  <a:pt x="2686804" y="601462"/>
                  <a:pt x="2686804" y="1343402"/>
                </a:cubicBezTo>
                <a:lnTo>
                  <a:pt x="2686804" y="2686804"/>
                </a:lnTo>
                <a:lnTo>
                  <a:pt x="1343402" y="2686804"/>
                </a:lnTo>
                <a:cubicBezTo>
                  <a:pt x="601462" y="2686804"/>
                  <a:pt x="0" y="2085342"/>
                  <a:pt x="0" y="1343402"/>
                </a:cubicBezTo>
                <a:cubicBezTo>
                  <a:pt x="0" y="601462"/>
                  <a:pt x="601462" y="0"/>
                  <a:pt x="1343402" y="0"/>
                </a:cubicBezTo>
                <a:close/>
              </a:path>
            </a:pathLst>
          </a:custGeom>
          <a:noFill/>
          <a:ln>
            <a:noFill/>
          </a:ln>
        </p:spPr>
      </p:pic>
      <p:pic>
        <p:nvPicPr>
          <p:cNvPr id="3" name="Imagen 2"/>
          <p:cNvPicPr>
            <a:picLocks noChangeAspect="1"/>
          </p:cNvPicPr>
          <p:nvPr/>
        </p:nvPicPr>
        <p:blipFill>
          <a:blip r:embed="rId3">
            <a:alphaModFix/>
          </a:blip>
          <a:srcRect l="50150" t="24787" r="28662" b="43370"/>
          <a:stretch>
            <a:fillRect/>
          </a:stretch>
        </p:blipFill>
        <p:spPr>
          <a:xfrm>
            <a:off x="3566463" y="2487701"/>
            <a:ext cx="1515498" cy="1515498"/>
          </a:xfrm>
          <a:custGeom>
            <a:avLst/>
            <a:gdLst/>
            <a:ahLst/>
            <a:cxnLst/>
            <a:rect l="l" t="t" r="r" b="b"/>
            <a:pathLst>
              <a:path w="1515498" h="1515498">
                <a:moveTo>
                  <a:pt x="757749" y="0"/>
                </a:moveTo>
                <a:cubicBezTo>
                  <a:pt x="1176243" y="0"/>
                  <a:pt x="1515498" y="339255"/>
                  <a:pt x="1515498" y="757749"/>
                </a:cubicBezTo>
                <a:lnTo>
                  <a:pt x="1515497" y="757749"/>
                </a:lnTo>
                <a:cubicBezTo>
                  <a:pt x="1515497" y="1176243"/>
                  <a:pt x="1176242" y="1515498"/>
                  <a:pt x="757748" y="1515498"/>
                </a:cubicBezTo>
                <a:lnTo>
                  <a:pt x="0" y="1515498"/>
                </a:lnTo>
                <a:lnTo>
                  <a:pt x="0" y="757749"/>
                </a:lnTo>
                <a:cubicBezTo>
                  <a:pt x="0" y="339255"/>
                  <a:pt x="339255" y="0"/>
                  <a:pt x="757749" y="0"/>
                </a:cubicBezTo>
                <a:close/>
              </a:path>
            </a:pathLst>
          </a:custGeom>
          <a:noFill/>
          <a:ln>
            <a:noFill/>
          </a:ln>
        </p:spPr>
      </p:pic>
      <p:pic>
        <p:nvPicPr>
          <p:cNvPr id="4" name="Imagen 3"/>
          <p:cNvPicPr>
            <a:picLocks noChangeAspect="1"/>
          </p:cNvPicPr>
          <p:nvPr/>
        </p:nvPicPr>
        <p:blipFill>
          <a:blip r:embed="rId4">
            <a:alphaModFix/>
          </a:blip>
          <a:srcRect l="26911" t="59656" r="51620" b="8080"/>
          <a:stretch>
            <a:fillRect/>
          </a:stretch>
        </p:blipFill>
        <p:spPr>
          <a:xfrm>
            <a:off x="1986545" y="4063071"/>
            <a:ext cx="1535552" cy="1535552"/>
          </a:xfrm>
          <a:custGeom>
            <a:avLst/>
            <a:gdLst/>
            <a:ahLst/>
            <a:cxnLst/>
            <a:rect l="l" t="t" r="r" b="b"/>
            <a:pathLst>
              <a:path w="1535552" h="1535552">
                <a:moveTo>
                  <a:pt x="767777" y="0"/>
                </a:moveTo>
                <a:lnTo>
                  <a:pt x="1535552" y="0"/>
                </a:lnTo>
                <a:lnTo>
                  <a:pt x="1535552" y="767776"/>
                </a:lnTo>
                <a:cubicBezTo>
                  <a:pt x="1535552" y="1191807"/>
                  <a:pt x="1191807" y="1535552"/>
                  <a:pt x="767776" y="1535552"/>
                </a:cubicBezTo>
                <a:cubicBezTo>
                  <a:pt x="343745" y="1535552"/>
                  <a:pt x="0" y="1191807"/>
                  <a:pt x="0" y="767776"/>
                </a:cubicBezTo>
                <a:lnTo>
                  <a:pt x="1" y="767776"/>
                </a:lnTo>
                <a:cubicBezTo>
                  <a:pt x="1" y="343745"/>
                  <a:pt x="343746" y="0"/>
                  <a:pt x="767777" y="0"/>
                </a:cubicBezTo>
                <a:close/>
              </a:path>
            </a:pathLst>
          </a:custGeom>
          <a:noFill/>
          <a:ln>
            <a:noFill/>
          </a:ln>
        </p:spPr>
      </p:pic>
      <p:pic>
        <p:nvPicPr>
          <p:cNvPr id="5" name="Imagen 4"/>
          <p:cNvPicPr>
            <a:picLocks noChangeAspect="1"/>
          </p:cNvPicPr>
          <p:nvPr/>
        </p:nvPicPr>
        <p:blipFill>
          <a:blip r:embed="rId5">
            <a:alphaModFix/>
          </a:blip>
          <a:srcRect l="50150" t="59656" r="23239" b="352"/>
          <a:stretch>
            <a:fillRect/>
          </a:stretch>
        </p:blipFill>
        <p:spPr>
          <a:xfrm>
            <a:off x="3547038" y="4044651"/>
            <a:ext cx="1903354" cy="1903354"/>
          </a:xfrm>
          <a:custGeom>
            <a:avLst/>
            <a:gdLst/>
            <a:ahLst/>
            <a:cxnLst/>
            <a:rect l="l" t="t" r="r" b="b"/>
            <a:pathLst>
              <a:path w="1903354" h="1903354">
                <a:moveTo>
                  <a:pt x="0" y="0"/>
                </a:moveTo>
                <a:lnTo>
                  <a:pt x="951676" y="0"/>
                </a:lnTo>
                <a:cubicBezTo>
                  <a:pt x="1477272" y="0"/>
                  <a:pt x="1903353" y="426081"/>
                  <a:pt x="1903353" y="951677"/>
                </a:cubicBezTo>
                <a:lnTo>
                  <a:pt x="1903354" y="951677"/>
                </a:lnTo>
                <a:cubicBezTo>
                  <a:pt x="1903354" y="1477273"/>
                  <a:pt x="1477273" y="1903354"/>
                  <a:pt x="951677" y="1903354"/>
                </a:cubicBezTo>
                <a:cubicBezTo>
                  <a:pt x="426081" y="1903354"/>
                  <a:pt x="0" y="1477273"/>
                  <a:pt x="0" y="951677"/>
                </a:cubicBezTo>
                <a:lnTo>
                  <a:pt x="0" y="0"/>
                </a:lnTo>
                <a:close/>
              </a:path>
            </a:pathLst>
          </a:custGeom>
          <a:noFill/>
          <a:ln>
            <a:noFill/>
          </a:ln>
        </p:spPr>
      </p:pic>
      <p:sp>
        <p:nvSpPr>
          <p:cNvPr id="6" name="标题 1"/>
          <p:cNvSpPr txBox="1"/>
          <p:nvPr/>
        </p:nvSpPr>
        <p:spPr>
          <a:xfrm>
            <a:off x="5762684" y="3035918"/>
            <a:ext cx="576000" cy="576000"/>
          </a:xfrm>
          <a:prstGeom prst="ellipse">
            <a:avLst/>
          </a:prstGeom>
          <a:solidFill>
            <a:schemeClr val="accent2"/>
          </a:solidFill>
          <a:ln w="12700" cap="sq">
            <a:noFill/>
            <a:miter/>
          </a:ln>
        </p:spPr>
        <p:txBody>
          <a:bodyPr vert="horz" wrap="square" lIns="91440" tIns="45720" rIns="91440" bIns="45720" rtlCol="0" anchor="ctr"/>
          <a:lstStyle/>
          <a:p>
            <a:pPr algn="ctr"/>
            <a:endParaRPr kumimoji="1" lang="zh-CN" altLang="en-US"/>
          </a:p>
        </p:txBody>
      </p:sp>
      <p:sp>
        <p:nvSpPr>
          <p:cNvPr id="7" name="标题 1"/>
          <p:cNvSpPr txBox="1"/>
          <p:nvPr/>
        </p:nvSpPr>
        <p:spPr>
          <a:xfrm>
            <a:off x="5762684" y="4526384"/>
            <a:ext cx="576000" cy="576000"/>
          </a:xfrm>
          <a:prstGeom prst="ellips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8" name="标题 1"/>
          <p:cNvSpPr txBox="1"/>
          <p:nvPr/>
        </p:nvSpPr>
        <p:spPr>
          <a:xfrm>
            <a:off x="5762684" y="1545451"/>
            <a:ext cx="576000" cy="576000"/>
          </a:xfrm>
          <a:prstGeom prst="ellips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9" name="标题 1"/>
          <p:cNvSpPr txBox="1"/>
          <p:nvPr/>
        </p:nvSpPr>
        <p:spPr>
          <a:xfrm>
            <a:off x="6484007" y="1266051"/>
            <a:ext cx="4860000" cy="639400"/>
          </a:xfrm>
          <a:prstGeom prst="rect">
            <a:avLst/>
          </a:prstGeom>
          <a:noFill/>
          <a:ln>
            <a:noFill/>
          </a:ln>
        </p:spPr>
        <p:txBody>
          <a:bodyPr vert="horz" wrap="square" lIns="0" tIns="0" rIns="0" bIns="0" rtlCol="0" anchor="b"/>
          <a:lstStyle/>
          <a:p>
            <a:pPr algn="l"/>
            <a:r>
              <a:rPr kumimoji="1" lang="en-US" altLang="zh-CN" sz="1600">
                <a:ln w="12700">
                  <a:noFill/>
                </a:ln>
                <a:solidFill>
                  <a:srgbClr val="262626">
                    <a:alpha val="100000"/>
                  </a:srgbClr>
                </a:solidFill>
                <a:latin typeface="poppins-bold"/>
                <a:ea typeface="poppins-bold"/>
                <a:cs typeface="poppins-bold"/>
              </a:rPr>
              <a:t>Recursos Humanos</a:t>
            </a:r>
            <a:endParaRPr kumimoji="1" lang="zh-CN" altLang="en-US"/>
          </a:p>
        </p:txBody>
      </p:sp>
      <p:sp>
        <p:nvSpPr>
          <p:cNvPr id="10" name="标题 1"/>
          <p:cNvSpPr txBox="1"/>
          <p:nvPr/>
        </p:nvSpPr>
        <p:spPr>
          <a:xfrm>
            <a:off x="6484007" y="1937191"/>
            <a:ext cx="4860000" cy="792000"/>
          </a:xfrm>
          <a:prstGeom prst="rect">
            <a:avLst/>
          </a:prstGeom>
          <a:noFill/>
          <a:ln>
            <a:noFill/>
          </a:ln>
        </p:spPr>
        <p:txBody>
          <a:bodyPr vert="horz" wrap="square" lIns="0" tIns="0" rIns="0" bIns="0" rtlCol="0" anchor="t"/>
          <a:lstStyle/>
          <a:p>
            <a:pPr algn="l"/>
            <a:r>
              <a:rPr kumimoji="1" lang="en-US" altLang="zh-CN" sz="1035">
                <a:ln w="12700">
                  <a:noFill/>
                </a:ln>
                <a:solidFill>
                  <a:srgbClr val="262626">
                    <a:alpha val="100000"/>
                  </a:srgbClr>
                </a:solidFill>
                <a:latin typeface="Poppins"/>
                <a:ea typeface="Poppins"/>
                <a:cs typeface="Poppins"/>
              </a:rPr>
              <a:t>¿Qué equipos o personas serán responsables de cada proyecto?
¿Se necesita contratación o capacitación?</a:t>
            </a:r>
            <a:endParaRPr kumimoji="1" lang="zh-CN" altLang="en-US"/>
          </a:p>
        </p:txBody>
      </p:sp>
      <p:sp>
        <p:nvSpPr>
          <p:cNvPr id="11" name="标题 1"/>
          <p:cNvSpPr txBox="1"/>
          <p:nvPr/>
        </p:nvSpPr>
        <p:spPr>
          <a:xfrm>
            <a:off x="6484007" y="3432070"/>
            <a:ext cx="4860000" cy="792000"/>
          </a:xfrm>
          <a:prstGeom prst="rect">
            <a:avLst/>
          </a:prstGeom>
          <a:noFill/>
          <a:ln>
            <a:noFill/>
          </a:ln>
        </p:spPr>
        <p:txBody>
          <a:bodyPr vert="horz" wrap="square" lIns="0" tIns="0" rIns="0" bIns="0" rtlCol="0" anchor="t"/>
          <a:lstStyle/>
          <a:p>
            <a:pPr algn="l"/>
            <a:r>
              <a:rPr kumimoji="1" lang="en-US" altLang="zh-CN" sz="1400">
                <a:ln w="12700">
                  <a:noFill/>
                </a:ln>
                <a:solidFill>
                  <a:srgbClr val="262626">
                    <a:alpha val="100000"/>
                  </a:srgbClr>
                </a:solidFill>
                <a:latin typeface="Poppins"/>
                <a:ea typeface="Poppins"/>
                <a:cs typeface="Poppins"/>
              </a:rPr>
              <a:t>¿Qué software, hardware o servicios en la nube se requieren?</a:t>
            </a:r>
            <a:endParaRPr kumimoji="1" lang="zh-CN" altLang="en-US"/>
          </a:p>
        </p:txBody>
      </p:sp>
      <p:sp>
        <p:nvSpPr>
          <p:cNvPr id="12" name="标题 1"/>
          <p:cNvSpPr txBox="1"/>
          <p:nvPr/>
        </p:nvSpPr>
        <p:spPr>
          <a:xfrm>
            <a:off x="6484007" y="4926949"/>
            <a:ext cx="4860000" cy="792000"/>
          </a:xfrm>
          <a:prstGeom prst="rect">
            <a:avLst/>
          </a:prstGeom>
          <a:noFill/>
          <a:ln>
            <a:noFill/>
          </a:ln>
        </p:spPr>
        <p:txBody>
          <a:bodyPr vert="horz" wrap="square" lIns="0" tIns="0" rIns="0" bIns="0" rtlCol="0" anchor="t"/>
          <a:lstStyle/>
          <a:p>
            <a:pPr algn="l"/>
            <a:r>
              <a:rPr kumimoji="1" lang="en-US" altLang="zh-CN" sz="1400">
                <a:ln w="12700">
                  <a:noFill/>
                </a:ln>
                <a:solidFill>
                  <a:srgbClr val="262626">
                    <a:alpha val="100000"/>
                  </a:srgbClr>
                </a:solidFill>
                <a:latin typeface="Poppins"/>
                <a:ea typeface="Poppins"/>
                <a:cs typeface="Poppins"/>
              </a:rPr>
              <a:t>Establecer fechas de inicio, fin, hitos clave y dependencias entre tareas.</a:t>
            </a:r>
            <a:endParaRPr kumimoji="1" lang="zh-CN" altLang="en-US"/>
          </a:p>
        </p:txBody>
      </p:sp>
      <p:sp>
        <p:nvSpPr>
          <p:cNvPr id="13" name="标题 1"/>
          <p:cNvSpPr txBox="1"/>
          <p:nvPr/>
        </p:nvSpPr>
        <p:spPr>
          <a:xfrm>
            <a:off x="6484007" y="2760930"/>
            <a:ext cx="4860000" cy="639400"/>
          </a:xfrm>
          <a:prstGeom prst="rect">
            <a:avLst/>
          </a:prstGeom>
          <a:noFill/>
          <a:ln>
            <a:noFill/>
          </a:ln>
        </p:spPr>
        <p:txBody>
          <a:bodyPr vert="horz" wrap="square" lIns="0" tIns="0" rIns="0" bIns="0" rtlCol="0" anchor="b"/>
          <a:lstStyle/>
          <a:p>
            <a:pPr algn="l"/>
            <a:r>
              <a:rPr kumimoji="1" lang="en-US" altLang="zh-CN" sz="1600">
                <a:ln w="12700">
                  <a:noFill/>
                </a:ln>
                <a:solidFill>
                  <a:srgbClr val="262626">
                    <a:alpha val="100000"/>
                  </a:srgbClr>
                </a:solidFill>
                <a:latin typeface="poppins-bold"/>
                <a:ea typeface="poppins-bold"/>
                <a:cs typeface="poppins-bold"/>
              </a:rPr>
              <a:t>Tecnología</a:t>
            </a:r>
            <a:endParaRPr kumimoji="1" lang="zh-CN" altLang="en-US"/>
          </a:p>
        </p:txBody>
      </p:sp>
      <p:sp>
        <p:nvSpPr>
          <p:cNvPr id="14" name="标题 1"/>
          <p:cNvSpPr txBox="1"/>
          <p:nvPr/>
        </p:nvSpPr>
        <p:spPr>
          <a:xfrm>
            <a:off x="6484007" y="4255809"/>
            <a:ext cx="4860000" cy="639400"/>
          </a:xfrm>
          <a:prstGeom prst="rect">
            <a:avLst/>
          </a:prstGeom>
          <a:noFill/>
          <a:ln>
            <a:noFill/>
          </a:ln>
        </p:spPr>
        <p:txBody>
          <a:bodyPr vert="horz" wrap="square" lIns="0" tIns="0" rIns="0" bIns="0" rtlCol="0" anchor="b"/>
          <a:lstStyle/>
          <a:p>
            <a:pPr algn="l"/>
            <a:r>
              <a:rPr kumimoji="1" lang="en-US" altLang="zh-CN" sz="1600">
                <a:ln w="12700">
                  <a:noFill/>
                </a:ln>
                <a:solidFill>
                  <a:srgbClr val="262626">
                    <a:alpha val="100000"/>
                  </a:srgbClr>
                </a:solidFill>
                <a:latin typeface="poppins-bold"/>
                <a:ea typeface="poppins-bold"/>
                <a:cs typeface="poppins-bold"/>
              </a:rPr>
              <a:t>Cronograma (Gantt)</a:t>
            </a:r>
            <a:endParaRPr kumimoji="1" lang="zh-CN" altLang="en-US"/>
          </a:p>
        </p:txBody>
      </p:sp>
      <p:sp>
        <p:nvSpPr>
          <p:cNvPr id="15" name="标题 1"/>
          <p:cNvSpPr txBox="1"/>
          <p:nvPr/>
        </p:nvSpPr>
        <p:spPr>
          <a:xfrm>
            <a:off x="5834784" y="1706451"/>
            <a:ext cx="431800" cy="254000"/>
          </a:xfrm>
          <a:prstGeom prst="rect">
            <a:avLst/>
          </a:prstGeom>
          <a:noFill/>
          <a:ln cap="sq">
            <a:noFill/>
          </a:ln>
        </p:spPr>
        <p:txBody>
          <a:bodyPr vert="horz" wrap="square" lIns="0" tIns="0" rIns="0" bIns="0" rtlCol="0" anchor="ctr"/>
          <a:lstStyle/>
          <a:p>
            <a:pPr algn="ctr"/>
            <a:r>
              <a:rPr kumimoji="1" lang="en-US" altLang="zh-CN" sz="1600">
                <a:ln w="12700">
                  <a:noFill/>
                </a:ln>
                <a:solidFill>
                  <a:srgbClr val="FFFFFF">
                    <a:alpha val="100000"/>
                  </a:srgbClr>
                </a:solidFill>
                <a:latin typeface="poppins-bold"/>
                <a:ea typeface="poppins-bold"/>
                <a:cs typeface="poppins-bold"/>
              </a:rPr>
              <a:t>01</a:t>
            </a:r>
            <a:endParaRPr kumimoji="1" lang="zh-CN" altLang="en-US"/>
          </a:p>
        </p:txBody>
      </p:sp>
      <p:sp>
        <p:nvSpPr>
          <p:cNvPr id="16" name="标题 1"/>
          <p:cNvSpPr txBox="1"/>
          <p:nvPr/>
        </p:nvSpPr>
        <p:spPr>
          <a:xfrm>
            <a:off x="5834784" y="3196918"/>
            <a:ext cx="431800" cy="254000"/>
          </a:xfrm>
          <a:prstGeom prst="rect">
            <a:avLst/>
          </a:prstGeom>
          <a:noFill/>
          <a:ln cap="sq">
            <a:noFill/>
          </a:ln>
        </p:spPr>
        <p:txBody>
          <a:bodyPr vert="horz" wrap="square" lIns="0" tIns="0" rIns="0" bIns="0" rtlCol="0" anchor="ctr"/>
          <a:lstStyle/>
          <a:p>
            <a:pPr algn="ctr"/>
            <a:r>
              <a:rPr kumimoji="1" lang="en-US" altLang="zh-CN" sz="1600">
                <a:ln w="12700">
                  <a:noFill/>
                </a:ln>
                <a:solidFill>
                  <a:srgbClr val="FFFFFF">
                    <a:alpha val="100000"/>
                  </a:srgbClr>
                </a:solidFill>
                <a:latin typeface="poppins-bold"/>
                <a:ea typeface="poppins-bold"/>
                <a:cs typeface="poppins-bold"/>
              </a:rPr>
              <a:t>02</a:t>
            </a:r>
            <a:endParaRPr kumimoji="1" lang="zh-CN" altLang="en-US"/>
          </a:p>
        </p:txBody>
      </p:sp>
      <p:sp>
        <p:nvSpPr>
          <p:cNvPr id="17" name="标题 1"/>
          <p:cNvSpPr txBox="1"/>
          <p:nvPr/>
        </p:nvSpPr>
        <p:spPr>
          <a:xfrm>
            <a:off x="5834784" y="4687384"/>
            <a:ext cx="431800" cy="254000"/>
          </a:xfrm>
          <a:prstGeom prst="rect">
            <a:avLst/>
          </a:prstGeom>
          <a:noFill/>
          <a:ln cap="sq">
            <a:noFill/>
          </a:ln>
        </p:spPr>
        <p:txBody>
          <a:bodyPr vert="horz" wrap="square" lIns="0" tIns="0" rIns="0" bIns="0" rtlCol="0" anchor="ctr"/>
          <a:lstStyle/>
          <a:p>
            <a:pPr algn="ctr"/>
            <a:r>
              <a:rPr kumimoji="1" lang="en-US" altLang="zh-CN" sz="1600">
                <a:ln w="12700">
                  <a:noFill/>
                </a:ln>
                <a:solidFill>
                  <a:srgbClr val="FFFFFF">
                    <a:alpha val="100000"/>
                  </a:srgbClr>
                </a:solidFill>
                <a:latin typeface="poppins-bold"/>
                <a:ea typeface="poppins-bold"/>
                <a:cs typeface="poppins-bold"/>
              </a:rPr>
              <a:t>03</a:t>
            </a:r>
            <a:endParaRPr kumimoji="1" lang="zh-CN" altLang="en-US"/>
          </a:p>
        </p:txBody>
      </p:sp>
      <p:sp>
        <p:nvSpPr>
          <p:cNvPr id="18" name="标题 1"/>
          <p:cNvSpPr txBox="1"/>
          <p:nvPr/>
        </p:nvSpPr>
        <p:spPr>
          <a:xfrm rot="10800000">
            <a:off x="660399" y="158962"/>
            <a:ext cx="10858499" cy="971338"/>
          </a:xfrm>
          <a:prstGeom prst="roundRect">
            <a:avLst/>
          </a:prstGeom>
          <a:gradFill>
            <a:gsLst>
              <a:gs pos="0">
                <a:schemeClr val="bg1">
                  <a:alpha val="0"/>
                </a:schemeClr>
              </a:gs>
              <a:gs pos="60000">
                <a:schemeClr val="accent1">
                  <a:lumMod val="20000"/>
                  <a:lumOff val="80000"/>
                </a:schemeClr>
              </a:gs>
              <a:gs pos="100000">
                <a:schemeClr val="bg1"/>
              </a:gs>
            </a:gsLst>
            <a:lin ang="16200000" scaled="0"/>
          </a:gradFill>
          <a:ln w="12700" cap="sq">
            <a:noFill/>
            <a:miter/>
          </a:ln>
        </p:spPr>
        <p:txBody>
          <a:bodyPr vert="horz" wrap="square" lIns="91440" tIns="45720" rIns="91440" bIns="45720" rtlCol="0" anchor="ctr"/>
          <a:lstStyle/>
          <a:p>
            <a:pPr algn="ctr"/>
            <a:endParaRPr kumimoji="1" lang="zh-CN" altLang="en-US"/>
          </a:p>
        </p:txBody>
      </p:sp>
      <p:sp>
        <p:nvSpPr>
          <p:cNvPr id="19" name="标题 1"/>
          <p:cNvSpPr txBox="1"/>
          <p:nvPr/>
        </p:nvSpPr>
        <p:spPr>
          <a:xfrm flipH="1">
            <a:off x="139042" y="296832"/>
            <a:ext cx="765810" cy="347799"/>
          </a:xfrm>
          <a:custGeom>
            <a:avLst/>
            <a:gdLst>
              <a:gd name="connsiteX0" fmla="*/ 651510 w 765810"/>
              <a:gd name="connsiteY0" fmla="*/ 253093 h 347799"/>
              <a:gd name="connsiteX1" fmla="*/ 543741 w 765810"/>
              <a:gd name="connsiteY1" fmla="*/ 318407 h 347799"/>
              <a:gd name="connsiteX2" fmla="*/ 435973 w 765810"/>
              <a:gd name="connsiteY2" fmla="*/ 253093 h 347799"/>
              <a:gd name="connsiteX3" fmla="*/ 329837 w 765810"/>
              <a:gd name="connsiteY3" fmla="*/ 318407 h 347799"/>
              <a:gd name="connsiteX4" fmla="*/ 222069 w 765810"/>
              <a:gd name="connsiteY4" fmla="*/ 253093 h 347799"/>
              <a:gd name="connsiteX5" fmla="*/ 114300 w 765810"/>
              <a:gd name="connsiteY5" fmla="*/ 318407 h 347799"/>
              <a:gd name="connsiteX6" fmla="*/ 13063 w 765810"/>
              <a:gd name="connsiteY6" fmla="*/ 256358 h 347799"/>
              <a:gd name="connsiteX7" fmla="*/ 0 w 765810"/>
              <a:gd name="connsiteY7" fmla="*/ 277586 h 347799"/>
              <a:gd name="connsiteX8" fmla="*/ 114300 w 765810"/>
              <a:gd name="connsiteY8" fmla="*/ 347799 h 347799"/>
              <a:gd name="connsiteX9" fmla="*/ 222069 w 765810"/>
              <a:gd name="connsiteY9" fmla="*/ 282484 h 347799"/>
              <a:gd name="connsiteX10" fmla="*/ 329837 w 765810"/>
              <a:gd name="connsiteY10" fmla="*/ 347799 h 347799"/>
              <a:gd name="connsiteX11" fmla="*/ 435973 w 765810"/>
              <a:gd name="connsiteY11" fmla="*/ 282484 h 347799"/>
              <a:gd name="connsiteX12" fmla="*/ 543741 w 765810"/>
              <a:gd name="connsiteY12" fmla="*/ 347799 h 347799"/>
              <a:gd name="connsiteX13" fmla="*/ 651510 w 765810"/>
              <a:gd name="connsiteY13" fmla="*/ 282484 h 347799"/>
              <a:gd name="connsiteX14" fmla="*/ 752747 w 765810"/>
              <a:gd name="connsiteY14" fmla="*/ 342900 h 347799"/>
              <a:gd name="connsiteX15" fmla="*/ 765810 w 765810"/>
              <a:gd name="connsiteY15" fmla="*/ 321673 h 347799"/>
              <a:gd name="connsiteX16" fmla="*/ 651510 w 765810"/>
              <a:gd name="connsiteY16" fmla="*/ 125730 h 347799"/>
              <a:gd name="connsiteX17" fmla="*/ 543741 w 765810"/>
              <a:gd name="connsiteY17" fmla="*/ 191044 h 347799"/>
              <a:gd name="connsiteX18" fmla="*/ 435973 w 765810"/>
              <a:gd name="connsiteY18" fmla="*/ 125730 h 347799"/>
              <a:gd name="connsiteX19" fmla="*/ 329837 w 765810"/>
              <a:gd name="connsiteY19" fmla="*/ 191044 h 347799"/>
              <a:gd name="connsiteX20" fmla="*/ 222069 w 765810"/>
              <a:gd name="connsiteY20" fmla="*/ 125730 h 347799"/>
              <a:gd name="connsiteX21" fmla="*/ 114300 w 765810"/>
              <a:gd name="connsiteY21" fmla="*/ 191044 h 347799"/>
              <a:gd name="connsiteX22" fmla="*/ 13063 w 765810"/>
              <a:gd name="connsiteY22" fmla="*/ 130629 h 347799"/>
              <a:gd name="connsiteX23" fmla="*/ 0 w 765810"/>
              <a:gd name="connsiteY23" fmla="*/ 151856 h 347799"/>
              <a:gd name="connsiteX24" fmla="*/ 114300 w 765810"/>
              <a:gd name="connsiteY24" fmla="*/ 220436 h 347799"/>
              <a:gd name="connsiteX25" fmla="*/ 222069 w 765810"/>
              <a:gd name="connsiteY25" fmla="*/ 155122 h 347799"/>
              <a:gd name="connsiteX26" fmla="*/ 329837 w 765810"/>
              <a:gd name="connsiteY26" fmla="*/ 220436 h 347799"/>
              <a:gd name="connsiteX27" fmla="*/ 435973 w 765810"/>
              <a:gd name="connsiteY27" fmla="*/ 155122 h 347799"/>
              <a:gd name="connsiteX28" fmla="*/ 543741 w 765810"/>
              <a:gd name="connsiteY28" fmla="*/ 220436 h 347799"/>
              <a:gd name="connsiteX29" fmla="*/ 651510 w 765810"/>
              <a:gd name="connsiteY29" fmla="*/ 155122 h 347799"/>
              <a:gd name="connsiteX30" fmla="*/ 752747 w 765810"/>
              <a:gd name="connsiteY30" fmla="*/ 217170 h 347799"/>
              <a:gd name="connsiteX31" fmla="*/ 765810 w 765810"/>
              <a:gd name="connsiteY31" fmla="*/ 195943 h 347799"/>
              <a:gd name="connsiteX32" fmla="*/ 651510 w 765810"/>
              <a:gd name="connsiteY32" fmla="*/ 0 h 347799"/>
              <a:gd name="connsiteX33" fmla="*/ 543741 w 765810"/>
              <a:gd name="connsiteY33" fmla="*/ 65314 h 347799"/>
              <a:gd name="connsiteX34" fmla="*/ 435973 w 765810"/>
              <a:gd name="connsiteY34" fmla="*/ 0 h 347799"/>
              <a:gd name="connsiteX35" fmla="*/ 329837 w 765810"/>
              <a:gd name="connsiteY35" fmla="*/ 65314 h 347799"/>
              <a:gd name="connsiteX36" fmla="*/ 222069 w 765810"/>
              <a:gd name="connsiteY36" fmla="*/ 0 h 347799"/>
              <a:gd name="connsiteX37" fmla="*/ 114300 w 765810"/>
              <a:gd name="connsiteY37" fmla="*/ 65314 h 347799"/>
              <a:gd name="connsiteX38" fmla="*/ 13063 w 765810"/>
              <a:gd name="connsiteY38" fmla="*/ 3265 h 347799"/>
              <a:gd name="connsiteX39" fmla="*/ 0 w 765810"/>
              <a:gd name="connsiteY39" fmla="*/ 24493 h 347799"/>
              <a:gd name="connsiteX40" fmla="*/ 114300 w 765810"/>
              <a:gd name="connsiteY40" fmla="*/ 93073 h 347799"/>
              <a:gd name="connsiteX41" fmla="*/ 222069 w 765810"/>
              <a:gd name="connsiteY41" fmla="*/ 27758 h 347799"/>
              <a:gd name="connsiteX42" fmla="*/ 329837 w 765810"/>
              <a:gd name="connsiteY42" fmla="*/ 93073 h 347799"/>
              <a:gd name="connsiteX43" fmla="*/ 435973 w 765810"/>
              <a:gd name="connsiteY43" fmla="*/ 27758 h 347799"/>
              <a:gd name="connsiteX44" fmla="*/ 543741 w 765810"/>
              <a:gd name="connsiteY44" fmla="*/ 93073 h 347799"/>
              <a:gd name="connsiteX45" fmla="*/ 651510 w 765810"/>
              <a:gd name="connsiteY45" fmla="*/ 27758 h 347799"/>
              <a:gd name="connsiteX46" fmla="*/ 752747 w 765810"/>
              <a:gd name="connsiteY46" fmla="*/ 89807 h 347799"/>
              <a:gd name="connsiteX47" fmla="*/ 765810 w 765810"/>
              <a:gd name="connsiteY47" fmla="*/ 68580 h 347799"/>
            </a:gdLst>
            <a:ahLst/>
            <a:cxnLst/>
            <a:rect l="l" t="t" r="r" b="b"/>
            <a:pathLst>
              <a:path w="765810" h="347799">
                <a:moveTo>
                  <a:pt x="651510" y="253093"/>
                </a:moveTo>
                <a:lnTo>
                  <a:pt x="543741" y="318407"/>
                </a:lnTo>
                <a:lnTo>
                  <a:pt x="435973" y="253093"/>
                </a:lnTo>
                <a:lnTo>
                  <a:pt x="329837" y="318407"/>
                </a:lnTo>
                <a:lnTo>
                  <a:pt x="222069" y="253093"/>
                </a:lnTo>
                <a:lnTo>
                  <a:pt x="114300" y="318407"/>
                </a:lnTo>
                <a:lnTo>
                  <a:pt x="13063" y="256358"/>
                </a:lnTo>
                <a:lnTo>
                  <a:pt x="0" y="277586"/>
                </a:lnTo>
                <a:lnTo>
                  <a:pt x="114300" y="347799"/>
                </a:lnTo>
                <a:lnTo>
                  <a:pt x="222069" y="282484"/>
                </a:lnTo>
                <a:lnTo>
                  <a:pt x="329837" y="347799"/>
                </a:lnTo>
                <a:lnTo>
                  <a:pt x="435973" y="282484"/>
                </a:lnTo>
                <a:lnTo>
                  <a:pt x="543741" y="347799"/>
                </a:lnTo>
                <a:lnTo>
                  <a:pt x="651510" y="282484"/>
                </a:lnTo>
                <a:lnTo>
                  <a:pt x="752747" y="342900"/>
                </a:lnTo>
                <a:lnTo>
                  <a:pt x="765810" y="321673"/>
                </a:lnTo>
                <a:close/>
                <a:moveTo>
                  <a:pt x="651510" y="125730"/>
                </a:moveTo>
                <a:lnTo>
                  <a:pt x="543741" y="191044"/>
                </a:lnTo>
                <a:lnTo>
                  <a:pt x="435973" y="125730"/>
                </a:lnTo>
                <a:lnTo>
                  <a:pt x="329837" y="191044"/>
                </a:lnTo>
                <a:lnTo>
                  <a:pt x="222069" y="125730"/>
                </a:lnTo>
                <a:lnTo>
                  <a:pt x="114300" y="191044"/>
                </a:lnTo>
                <a:lnTo>
                  <a:pt x="13063" y="130629"/>
                </a:lnTo>
                <a:lnTo>
                  <a:pt x="0" y="151856"/>
                </a:lnTo>
                <a:lnTo>
                  <a:pt x="114300" y="220436"/>
                </a:lnTo>
                <a:lnTo>
                  <a:pt x="222069" y="155122"/>
                </a:lnTo>
                <a:lnTo>
                  <a:pt x="329837" y="220436"/>
                </a:lnTo>
                <a:lnTo>
                  <a:pt x="435973" y="155122"/>
                </a:lnTo>
                <a:lnTo>
                  <a:pt x="543741" y="220436"/>
                </a:lnTo>
                <a:lnTo>
                  <a:pt x="651510" y="155122"/>
                </a:lnTo>
                <a:lnTo>
                  <a:pt x="752747" y="217170"/>
                </a:lnTo>
                <a:lnTo>
                  <a:pt x="765810" y="195943"/>
                </a:lnTo>
                <a:close/>
                <a:moveTo>
                  <a:pt x="651510" y="0"/>
                </a:moveTo>
                <a:lnTo>
                  <a:pt x="543741" y="65314"/>
                </a:lnTo>
                <a:lnTo>
                  <a:pt x="435973" y="0"/>
                </a:lnTo>
                <a:lnTo>
                  <a:pt x="329837" y="65314"/>
                </a:lnTo>
                <a:lnTo>
                  <a:pt x="222069" y="0"/>
                </a:lnTo>
                <a:lnTo>
                  <a:pt x="114300" y="65314"/>
                </a:lnTo>
                <a:lnTo>
                  <a:pt x="13063" y="3265"/>
                </a:lnTo>
                <a:lnTo>
                  <a:pt x="0" y="24493"/>
                </a:lnTo>
                <a:lnTo>
                  <a:pt x="114300" y="93073"/>
                </a:lnTo>
                <a:lnTo>
                  <a:pt x="222069" y="27758"/>
                </a:lnTo>
                <a:lnTo>
                  <a:pt x="329837" y="93073"/>
                </a:lnTo>
                <a:lnTo>
                  <a:pt x="435973" y="27758"/>
                </a:lnTo>
                <a:lnTo>
                  <a:pt x="543741" y="93073"/>
                </a:lnTo>
                <a:lnTo>
                  <a:pt x="651510" y="27758"/>
                </a:lnTo>
                <a:lnTo>
                  <a:pt x="752747" y="89807"/>
                </a:lnTo>
                <a:lnTo>
                  <a:pt x="765810" y="68580"/>
                </a:lnTo>
                <a:close/>
              </a:path>
            </a:pathLst>
          </a:custGeom>
          <a:solidFill>
            <a:schemeClr val="accent1">
              <a:lumMod val="60000"/>
              <a:lumOff val="40000"/>
            </a:schemeClr>
          </a:solidFill>
          <a:ln w="16329" cap="flat">
            <a:noFill/>
            <a:miter/>
          </a:ln>
        </p:spPr>
        <p:txBody>
          <a:bodyPr vert="horz" wrap="square" lIns="91440" tIns="45720" rIns="91440" bIns="45720" rtlCol="0" anchor="ctr"/>
          <a:lstStyle/>
          <a:p>
            <a:pPr algn="l"/>
            <a:endParaRPr kumimoji="1" lang="zh-CN" altLang="en-US"/>
          </a:p>
        </p:txBody>
      </p:sp>
      <p:sp>
        <p:nvSpPr>
          <p:cNvPr id="20" name="标题 1"/>
          <p:cNvSpPr txBox="1"/>
          <p:nvPr/>
        </p:nvSpPr>
        <p:spPr>
          <a:xfrm>
            <a:off x="1201552" y="346492"/>
            <a:ext cx="8209148" cy="596278"/>
          </a:xfrm>
          <a:prstGeom prst="rect">
            <a:avLst/>
          </a:prstGeom>
          <a:noFill/>
          <a:ln>
            <a:noFill/>
          </a:ln>
        </p:spPr>
        <p:txBody>
          <a:bodyPr vert="horz" wrap="square" lIns="0" tIns="0" rIns="0" bIns="0" rtlCol="0" anchor="ctr"/>
          <a:lstStyle/>
          <a:p>
            <a:pPr algn="l"/>
            <a:r>
              <a:rPr kumimoji="1" lang="en-US" altLang="zh-CN" sz="2800">
                <a:ln w="12700">
                  <a:noFill/>
                </a:ln>
                <a:solidFill>
                  <a:srgbClr val="000000">
                    <a:alpha val="100000"/>
                  </a:srgbClr>
                </a:solidFill>
                <a:latin typeface="poppins-bold"/>
                <a:ea typeface="poppins-bold"/>
                <a:cs typeface="poppins-bold"/>
              </a:rPr>
              <a:t>Asignación de Recursos y Cronograma</a:t>
            </a:r>
            <a:endParaRPr kumimoji="1" lang="zh-CN" altLang="en-US"/>
          </a:p>
        </p:txBody>
      </p:sp>
      <p:sp>
        <p:nvSpPr>
          <p:cNvPr id="21" name="标题 1"/>
          <p:cNvSpPr txBox="1"/>
          <p:nvPr/>
        </p:nvSpPr>
        <p:spPr>
          <a:xfrm flipH="1">
            <a:off x="11148696" y="782502"/>
            <a:ext cx="765810" cy="347799"/>
          </a:xfrm>
          <a:custGeom>
            <a:avLst/>
            <a:gdLst>
              <a:gd name="connsiteX0" fmla="*/ 651510 w 765810"/>
              <a:gd name="connsiteY0" fmla="*/ 253093 h 347799"/>
              <a:gd name="connsiteX1" fmla="*/ 543741 w 765810"/>
              <a:gd name="connsiteY1" fmla="*/ 318407 h 347799"/>
              <a:gd name="connsiteX2" fmla="*/ 435973 w 765810"/>
              <a:gd name="connsiteY2" fmla="*/ 253093 h 347799"/>
              <a:gd name="connsiteX3" fmla="*/ 329837 w 765810"/>
              <a:gd name="connsiteY3" fmla="*/ 318407 h 347799"/>
              <a:gd name="connsiteX4" fmla="*/ 222069 w 765810"/>
              <a:gd name="connsiteY4" fmla="*/ 253093 h 347799"/>
              <a:gd name="connsiteX5" fmla="*/ 114300 w 765810"/>
              <a:gd name="connsiteY5" fmla="*/ 318407 h 347799"/>
              <a:gd name="connsiteX6" fmla="*/ 13063 w 765810"/>
              <a:gd name="connsiteY6" fmla="*/ 256358 h 347799"/>
              <a:gd name="connsiteX7" fmla="*/ 0 w 765810"/>
              <a:gd name="connsiteY7" fmla="*/ 277586 h 347799"/>
              <a:gd name="connsiteX8" fmla="*/ 114300 w 765810"/>
              <a:gd name="connsiteY8" fmla="*/ 347799 h 347799"/>
              <a:gd name="connsiteX9" fmla="*/ 222069 w 765810"/>
              <a:gd name="connsiteY9" fmla="*/ 282484 h 347799"/>
              <a:gd name="connsiteX10" fmla="*/ 329837 w 765810"/>
              <a:gd name="connsiteY10" fmla="*/ 347799 h 347799"/>
              <a:gd name="connsiteX11" fmla="*/ 435973 w 765810"/>
              <a:gd name="connsiteY11" fmla="*/ 282484 h 347799"/>
              <a:gd name="connsiteX12" fmla="*/ 543741 w 765810"/>
              <a:gd name="connsiteY12" fmla="*/ 347799 h 347799"/>
              <a:gd name="connsiteX13" fmla="*/ 651510 w 765810"/>
              <a:gd name="connsiteY13" fmla="*/ 282484 h 347799"/>
              <a:gd name="connsiteX14" fmla="*/ 752747 w 765810"/>
              <a:gd name="connsiteY14" fmla="*/ 342900 h 347799"/>
              <a:gd name="connsiteX15" fmla="*/ 765810 w 765810"/>
              <a:gd name="connsiteY15" fmla="*/ 321673 h 347799"/>
              <a:gd name="connsiteX16" fmla="*/ 651510 w 765810"/>
              <a:gd name="connsiteY16" fmla="*/ 125730 h 347799"/>
              <a:gd name="connsiteX17" fmla="*/ 543741 w 765810"/>
              <a:gd name="connsiteY17" fmla="*/ 191044 h 347799"/>
              <a:gd name="connsiteX18" fmla="*/ 435973 w 765810"/>
              <a:gd name="connsiteY18" fmla="*/ 125730 h 347799"/>
              <a:gd name="connsiteX19" fmla="*/ 329837 w 765810"/>
              <a:gd name="connsiteY19" fmla="*/ 191044 h 347799"/>
              <a:gd name="connsiteX20" fmla="*/ 222069 w 765810"/>
              <a:gd name="connsiteY20" fmla="*/ 125730 h 347799"/>
              <a:gd name="connsiteX21" fmla="*/ 114300 w 765810"/>
              <a:gd name="connsiteY21" fmla="*/ 191044 h 347799"/>
              <a:gd name="connsiteX22" fmla="*/ 13063 w 765810"/>
              <a:gd name="connsiteY22" fmla="*/ 130629 h 347799"/>
              <a:gd name="connsiteX23" fmla="*/ 0 w 765810"/>
              <a:gd name="connsiteY23" fmla="*/ 151856 h 347799"/>
              <a:gd name="connsiteX24" fmla="*/ 114300 w 765810"/>
              <a:gd name="connsiteY24" fmla="*/ 220436 h 347799"/>
              <a:gd name="connsiteX25" fmla="*/ 222069 w 765810"/>
              <a:gd name="connsiteY25" fmla="*/ 155122 h 347799"/>
              <a:gd name="connsiteX26" fmla="*/ 329837 w 765810"/>
              <a:gd name="connsiteY26" fmla="*/ 220436 h 347799"/>
              <a:gd name="connsiteX27" fmla="*/ 435973 w 765810"/>
              <a:gd name="connsiteY27" fmla="*/ 155122 h 347799"/>
              <a:gd name="connsiteX28" fmla="*/ 543741 w 765810"/>
              <a:gd name="connsiteY28" fmla="*/ 220436 h 347799"/>
              <a:gd name="connsiteX29" fmla="*/ 651510 w 765810"/>
              <a:gd name="connsiteY29" fmla="*/ 155122 h 347799"/>
              <a:gd name="connsiteX30" fmla="*/ 752747 w 765810"/>
              <a:gd name="connsiteY30" fmla="*/ 217170 h 347799"/>
              <a:gd name="connsiteX31" fmla="*/ 765810 w 765810"/>
              <a:gd name="connsiteY31" fmla="*/ 195943 h 347799"/>
              <a:gd name="connsiteX32" fmla="*/ 651510 w 765810"/>
              <a:gd name="connsiteY32" fmla="*/ 0 h 347799"/>
              <a:gd name="connsiteX33" fmla="*/ 543741 w 765810"/>
              <a:gd name="connsiteY33" fmla="*/ 65314 h 347799"/>
              <a:gd name="connsiteX34" fmla="*/ 435973 w 765810"/>
              <a:gd name="connsiteY34" fmla="*/ 0 h 347799"/>
              <a:gd name="connsiteX35" fmla="*/ 329837 w 765810"/>
              <a:gd name="connsiteY35" fmla="*/ 65314 h 347799"/>
              <a:gd name="connsiteX36" fmla="*/ 222069 w 765810"/>
              <a:gd name="connsiteY36" fmla="*/ 0 h 347799"/>
              <a:gd name="connsiteX37" fmla="*/ 114300 w 765810"/>
              <a:gd name="connsiteY37" fmla="*/ 65314 h 347799"/>
              <a:gd name="connsiteX38" fmla="*/ 13063 w 765810"/>
              <a:gd name="connsiteY38" fmla="*/ 3265 h 347799"/>
              <a:gd name="connsiteX39" fmla="*/ 0 w 765810"/>
              <a:gd name="connsiteY39" fmla="*/ 24493 h 347799"/>
              <a:gd name="connsiteX40" fmla="*/ 114300 w 765810"/>
              <a:gd name="connsiteY40" fmla="*/ 93073 h 347799"/>
              <a:gd name="connsiteX41" fmla="*/ 222069 w 765810"/>
              <a:gd name="connsiteY41" fmla="*/ 27758 h 347799"/>
              <a:gd name="connsiteX42" fmla="*/ 329837 w 765810"/>
              <a:gd name="connsiteY42" fmla="*/ 93073 h 347799"/>
              <a:gd name="connsiteX43" fmla="*/ 435973 w 765810"/>
              <a:gd name="connsiteY43" fmla="*/ 27758 h 347799"/>
              <a:gd name="connsiteX44" fmla="*/ 543741 w 765810"/>
              <a:gd name="connsiteY44" fmla="*/ 93073 h 347799"/>
              <a:gd name="connsiteX45" fmla="*/ 651510 w 765810"/>
              <a:gd name="connsiteY45" fmla="*/ 27758 h 347799"/>
              <a:gd name="connsiteX46" fmla="*/ 752747 w 765810"/>
              <a:gd name="connsiteY46" fmla="*/ 89807 h 347799"/>
              <a:gd name="connsiteX47" fmla="*/ 765810 w 765810"/>
              <a:gd name="connsiteY47" fmla="*/ 68580 h 347799"/>
            </a:gdLst>
            <a:ahLst/>
            <a:cxnLst/>
            <a:rect l="l" t="t" r="r" b="b"/>
            <a:pathLst>
              <a:path w="765810" h="347799">
                <a:moveTo>
                  <a:pt x="651510" y="253093"/>
                </a:moveTo>
                <a:lnTo>
                  <a:pt x="543741" y="318407"/>
                </a:lnTo>
                <a:lnTo>
                  <a:pt x="435973" y="253093"/>
                </a:lnTo>
                <a:lnTo>
                  <a:pt x="329837" y="318407"/>
                </a:lnTo>
                <a:lnTo>
                  <a:pt x="222069" y="253093"/>
                </a:lnTo>
                <a:lnTo>
                  <a:pt x="114300" y="318407"/>
                </a:lnTo>
                <a:lnTo>
                  <a:pt x="13063" y="256358"/>
                </a:lnTo>
                <a:lnTo>
                  <a:pt x="0" y="277586"/>
                </a:lnTo>
                <a:lnTo>
                  <a:pt x="114300" y="347799"/>
                </a:lnTo>
                <a:lnTo>
                  <a:pt x="222069" y="282484"/>
                </a:lnTo>
                <a:lnTo>
                  <a:pt x="329837" y="347799"/>
                </a:lnTo>
                <a:lnTo>
                  <a:pt x="435973" y="282484"/>
                </a:lnTo>
                <a:lnTo>
                  <a:pt x="543741" y="347799"/>
                </a:lnTo>
                <a:lnTo>
                  <a:pt x="651510" y="282484"/>
                </a:lnTo>
                <a:lnTo>
                  <a:pt x="752747" y="342900"/>
                </a:lnTo>
                <a:lnTo>
                  <a:pt x="765810" y="321673"/>
                </a:lnTo>
                <a:close/>
                <a:moveTo>
                  <a:pt x="651510" y="125730"/>
                </a:moveTo>
                <a:lnTo>
                  <a:pt x="543741" y="191044"/>
                </a:lnTo>
                <a:lnTo>
                  <a:pt x="435973" y="125730"/>
                </a:lnTo>
                <a:lnTo>
                  <a:pt x="329837" y="191044"/>
                </a:lnTo>
                <a:lnTo>
                  <a:pt x="222069" y="125730"/>
                </a:lnTo>
                <a:lnTo>
                  <a:pt x="114300" y="191044"/>
                </a:lnTo>
                <a:lnTo>
                  <a:pt x="13063" y="130629"/>
                </a:lnTo>
                <a:lnTo>
                  <a:pt x="0" y="151856"/>
                </a:lnTo>
                <a:lnTo>
                  <a:pt x="114300" y="220436"/>
                </a:lnTo>
                <a:lnTo>
                  <a:pt x="222069" y="155122"/>
                </a:lnTo>
                <a:lnTo>
                  <a:pt x="329837" y="220436"/>
                </a:lnTo>
                <a:lnTo>
                  <a:pt x="435973" y="155122"/>
                </a:lnTo>
                <a:lnTo>
                  <a:pt x="543741" y="220436"/>
                </a:lnTo>
                <a:lnTo>
                  <a:pt x="651510" y="155122"/>
                </a:lnTo>
                <a:lnTo>
                  <a:pt x="752747" y="217170"/>
                </a:lnTo>
                <a:lnTo>
                  <a:pt x="765810" y="195943"/>
                </a:lnTo>
                <a:close/>
                <a:moveTo>
                  <a:pt x="651510" y="0"/>
                </a:moveTo>
                <a:lnTo>
                  <a:pt x="543741" y="65314"/>
                </a:lnTo>
                <a:lnTo>
                  <a:pt x="435973" y="0"/>
                </a:lnTo>
                <a:lnTo>
                  <a:pt x="329837" y="65314"/>
                </a:lnTo>
                <a:lnTo>
                  <a:pt x="222069" y="0"/>
                </a:lnTo>
                <a:lnTo>
                  <a:pt x="114300" y="65314"/>
                </a:lnTo>
                <a:lnTo>
                  <a:pt x="13063" y="3265"/>
                </a:lnTo>
                <a:lnTo>
                  <a:pt x="0" y="24493"/>
                </a:lnTo>
                <a:lnTo>
                  <a:pt x="114300" y="93073"/>
                </a:lnTo>
                <a:lnTo>
                  <a:pt x="222069" y="27758"/>
                </a:lnTo>
                <a:lnTo>
                  <a:pt x="329837" y="93073"/>
                </a:lnTo>
                <a:lnTo>
                  <a:pt x="435973" y="27758"/>
                </a:lnTo>
                <a:lnTo>
                  <a:pt x="543741" y="93073"/>
                </a:lnTo>
                <a:lnTo>
                  <a:pt x="651510" y="27758"/>
                </a:lnTo>
                <a:lnTo>
                  <a:pt x="752747" y="89807"/>
                </a:lnTo>
                <a:lnTo>
                  <a:pt x="765810" y="68580"/>
                </a:lnTo>
                <a:close/>
              </a:path>
            </a:pathLst>
          </a:custGeom>
          <a:solidFill>
            <a:schemeClr val="accent1">
              <a:lumMod val="60000"/>
              <a:lumOff val="40000"/>
            </a:schemeClr>
          </a:solidFill>
          <a:ln w="16329" cap="flat">
            <a:noFill/>
            <a:miter/>
          </a:ln>
        </p:spPr>
        <p:txBody>
          <a:bodyPr vert="horz" wrap="square" lIns="91440" tIns="45720" rIns="91440" bIns="45720" rtlCol="0" anchor="ctr"/>
          <a:lstStyle/>
          <a:p>
            <a:pPr algn="l"/>
            <a:endParaRPr kumimoji="1"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10350523" y="4804349"/>
            <a:ext cx="711153" cy="711150"/>
          </a:xfrm>
          <a:prstGeom prst="ellipse">
            <a:avLst/>
          </a:prstGeom>
          <a:noFill/>
          <a:ln w="190500" cap="rnd">
            <a:solidFill>
              <a:schemeClr val="accent2"/>
            </a:solidFill>
            <a:round/>
            <a:headEnd/>
            <a:tailEnd/>
          </a:ln>
          <a:effectLst>
            <a:outerShdw blurRad="254000" dist="127000" algn="ctr" rotWithShape="0">
              <a:schemeClr val="accent2">
                <a:alpha val="32000"/>
              </a:schemeClr>
            </a:outerShdw>
          </a:effectLst>
        </p:spPr>
        <p:txBody>
          <a:bodyPr vert="horz" wrap="square" lIns="91440" tIns="45720" rIns="91440" bIns="45720" rtlCol="0" anchor="ctr"/>
          <a:lstStyle/>
          <a:p>
            <a:pPr algn="ctr"/>
            <a:endParaRPr kumimoji="1" lang="zh-CN" altLang="en-US"/>
          </a:p>
        </p:txBody>
      </p:sp>
      <p:sp>
        <p:nvSpPr>
          <p:cNvPr id="3" name="标题 1"/>
          <p:cNvSpPr txBox="1"/>
          <p:nvPr/>
        </p:nvSpPr>
        <p:spPr>
          <a:xfrm rot="5400000">
            <a:off x="3683856" y="-1720850"/>
            <a:ext cx="3338388" cy="10706100"/>
          </a:xfrm>
          <a:prstGeom prst="round2SameRect">
            <a:avLst>
              <a:gd name="adj1" fmla="val 6776"/>
              <a:gd name="adj2" fmla="val 0"/>
            </a:avLst>
          </a:prstGeom>
          <a:solidFill>
            <a:schemeClr val="bg1"/>
          </a:solidFill>
          <a:ln w="12700" cap="rnd">
            <a:noFill/>
            <a:round/>
            <a:headEnd/>
            <a:tailEnd/>
          </a:ln>
          <a:effectLst>
            <a:outerShdw blurRad="254000" dist="127000" algn="ctr" rotWithShape="0">
              <a:schemeClr val="bg1">
                <a:lumMod val="65000"/>
                <a:alpha val="20000"/>
              </a:schemeClr>
            </a:outerShdw>
          </a:effectLst>
        </p:spPr>
        <p:txBody>
          <a:bodyPr vert="horz" wrap="square" lIns="91440" tIns="45720" rIns="91440" bIns="45720" rtlCol="0" anchor="ctr"/>
          <a:lstStyle/>
          <a:p>
            <a:pPr algn="ctr"/>
            <a:endParaRPr kumimoji="1" lang="zh-CN" altLang="en-US"/>
          </a:p>
        </p:txBody>
      </p:sp>
      <p:sp>
        <p:nvSpPr>
          <p:cNvPr id="4" name="标题 1"/>
          <p:cNvSpPr txBox="1"/>
          <p:nvPr/>
        </p:nvSpPr>
        <p:spPr>
          <a:xfrm>
            <a:off x="2539297" y="2450411"/>
            <a:ext cx="719866" cy="720000"/>
          </a:xfrm>
          <a:prstGeom prst="ellipse">
            <a:avLst/>
          </a:prstGeom>
          <a:solidFill>
            <a:schemeClr val="accent1"/>
          </a:solidFill>
          <a:ln w="12700" cap="rnd">
            <a:noFill/>
            <a:round/>
            <a:headEnd/>
            <a:tailEnd/>
          </a:ln>
          <a:effectLst>
            <a:outerShdw blurRad="254000" dist="127000" algn="ctr" rotWithShape="0">
              <a:schemeClr val="accent1">
                <a:alpha val="32000"/>
              </a:schemeClr>
            </a:outerShdw>
          </a:effectLst>
        </p:spPr>
        <p:txBody>
          <a:bodyPr vert="horz" wrap="square" lIns="91440" tIns="45720" rIns="91440" bIns="45720" rtlCol="0" anchor="ctr"/>
          <a:lstStyle/>
          <a:p>
            <a:pPr algn="ctr"/>
            <a:endParaRPr kumimoji="1" lang="zh-CN" altLang="en-US"/>
          </a:p>
        </p:txBody>
      </p:sp>
      <p:sp>
        <p:nvSpPr>
          <p:cNvPr id="5" name="标题 1"/>
          <p:cNvSpPr txBox="1"/>
          <p:nvPr/>
        </p:nvSpPr>
        <p:spPr>
          <a:xfrm>
            <a:off x="2757405" y="2648411"/>
            <a:ext cx="283651" cy="324000"/>
          </a:xfrm>
          <a:custGeom>
            <a:avLst/>
            <a:gdLst>
              <a:gd name="connsiteX0" fmla="*/ 361901 w 630455"/>
              <a:gd name="connsiteY0" fmla="*/ 82589 h 720001"/>
              <a:gd name="connsiteX1" fmla="*/ 361901 w 630455"/>
              <a:gd name="connsiteY1" fmla="*/ 203034 h 720001"/>
              <a:gd name="connsiteX2" fmla="*/ 427179 w 630455"/>
              <a:gd name="connsiteY2" fmla="*/ 268312 h 720001"/>
              <a:gd name="connsiteX3" fmla="*/ 547624 w 630455"/>
              <a:gd name="connsiteY3" fmla="*/ 268312 h 720001"/>
              <a:gd name="connsiteX4" fmla="*/ 113812 w 630455"/>
              <a:gd name="connsiteY4" fmla="*/ 0 h 720001"/>
              <a:gd name="connsiteX5" fmla="*/ 338847 w 630455"/>
              <a:gd name="connsiteY5" fmla="*/ 0 h 720001"/>
              <a:gd name="connsiteX6" fmla="*/ 340465 w 630455"/>
              <a:gd name="connsiteY6" fmla="*/ 162 h 720001"/>
              <a:gd name="connsiteX7" fmla="*/ 340789 w 630455"/>
              <a:gd name="connsiteY7" fmla="*/ 162 h 720001"/>
              <a:gd name="connsiteX8" fmla="*/ 344106 w 630455"/>
              <a:gd name="connsiteY8" fmla="*/ 809 h 720001"/>
              <a:gd name="connsiteX9" fmla="*/ 344186 w 630455"/>
              <a:gd name="connsiteY9" fmla="*/ 809 h 720001"/>
              <a:gd name="connsiteX10" fmla="*/ 347422 w 630455"/>
              <a:gd name="connsiteY10" fmla="*/ 1942 h 720001"/>
              <a:gd name="connsiteX11" fmla="*/ 347503 w 630455"/>
              <a:gd name="connsiteY11" fmla="*/ 1942 h 720001"/>
              <a:gd name="connsiteX12" fmla="*/ 349040 w 630455"/>
              <a:gd name="connsiteY12" fmla="*/ 2670 h 720001"/>
              <a:gd name="connsiteX13" fmla="*/ 349121 w 630455"/>
              <a:gd name="connsiteY13" fmla="*/ 2670 h 720001"/>
              <a:gd name="connsiteX14" fmla="*/ 350576 w 630455"/>
              <a:gd name="connsiteY14" fmla="*/ 3479 h 720001"/>
              <a:gd name="connsiteX15" fmla="*/ 350819 w 630455"/>
              <a:gd name="connsiteY15" fmla="*/ 3640 h 720001"/>
              <a:gd name="connsiteX16" fmla="*/ 352033 w 630455"/>
              <a:gd name="connsiteY16" fmla="*/ 4449 h 720001"/>
              <a:gd name="connsiteX17" fmla="*/ 352194 w 630455"/>
              <a:gd name="connsiteY17" fmla="*/ 4530 h 720001"/>
              <a:gd name="connsiteX18" fmla="*/ 353408 w 630455"/>
              <a:gd name="connsiteY18" fmla="*/ 5501 h 720001"/>
              <a:gd name="connsiteX19" fmla="*/ 353651 w 630455"/>
              <a:gd name="connsiteY19" fmla="*/ 5743 h 720001"/>
              <a:gd name="connsiteX20" fmla="*/ 354864 w 630455"/>
              <a:gd name="connsiteY20" fmla="*/ 6876 h 720001"/>
              <a:gd name="connsiteX21" fmla="*/ 623418 w 630455"/>
              <a:gd name="connsiteY21" fmla="*/ 275430 h 720001"/>
              <a:gd name="connsiteX22" fmla="*/ 624551 w 630455"/>
              <a:gd name="connsiteY22" fmla="*/ 276643 h 720001"/>
              <a:gd name="connsiteX23" fmla="*/ 624793 w 630455"/>
              <a:gd name="connsiteY23" fmla="*/ 276886 h 720001"/>
              <a:gd name="connsiteX24" fmla="*/ 625764 w 630455"/>
              <a:gd name="connsiteY24" fmla="*/ 278180 h 720001"/>
              <a:gd name="connsiteX25" fmla="*/ 625845 w 630455"/>
              <a:gd name="connsiteY25" fmla="*/ 278342 h 720001"/>
              <a:gd name="connsiteX26" fmla="*/ 626734 w 630455"/>
              <a:gd name="connsiteY26" fmla="*/ 279637 h 720001"/>
              <a:gd name="connsiteX27" fmla="*/ 626896 w 630455"/>
              <a:gd name="connsiteY27" fmla="*/ 279798 h 720001"/>
              <a:gd name="connsiteX28" fmla="*/ 627705 w 630455"/>
              <a:gd name="connsiteY28" fmla="*/ 281254 h 720001"/>
              <a:gd name="connsiteX29" fmla="*/ 628433 w 630455"/>
              <a:gd name="connsiteY29" fmla="*/ 282791 h 720001"/>
              <a:gd name="connsiteX30" fmla="*/ 629646 w 630455"/>
              <a:gd name="connsiteY30" fmla="*/ 286107 h 720001"/>
              <a:gd name="connsiteX31" fmla="*/ 630293 w 630455"/>
              <a:gd name="connsiteY31" fmla="*/ 289424 h 720001"/>
              <a:gd name="connsiteX32" fmla="*/ 630293 w 630455"/>
              <a:gd name="connsiteY32" fmla="*/ 289667 h 720001"/>
              <a:gd name="connsiteX33" fmla="*/ 630455 w 630455"/>
              <a:gd name="connsiteY33" fmla="*/ 291285 h 720001"/>
              <a:gd name="connsiteX34" fmla="*/ 630455 w 630455"/>
              <a:gd name="connsiteY34" fmla="*/ 292579 h 720001"/>
              <a:gd name="connsiteX35" fmla="*/ 630455 w 630455"/>
              <a:gd name="connsiteY35" fmla="*/ 606189 h 720001"/>
              <a:gd name="connsiteX36" fmla="*/ 516644 w 630455"/>
              <a:gd name="connsiteY36" fmla="*/ 720001 h 720001"/>
              <a:gd name="connsiteX37" fmla="*/ 113812 w 630455"/>
              <a:gd name="connsiteY37" fmla="*/ 720001 h 720001"/>
              <a:gd name="connsiteX38" fmla="*/ 0 w 630455"/>
              <a:gd name="connsiteY38" fmla="*/ 606189 h 720001"/>
              <a:gd name="connsiteX39" fmla="*/ 0 w 630455"/>
              <a:gd name="connsiteY39" fmla="*/ 113812 h 720001"/>
              <a:gd name="connsiteX40" fmla="*/ 113812 w 630455"/>
              <a:gd name="connsiteY40" fmla="*/ 0 h 720001"/>
            </a:gdLst>
            <a:ahLst/>
            <a:cxnLst/>
            <a:rect l="l" t="t" r="r" b="b"/>
            <a:pathLst>
              <a:path w="630455" h="720001">
                <a:moveTo>
                  <a:pt x="361901" y="82589"/>
                </a:moveTo>
                <a:lnTo>
                  <a:pt x="361901" y="203034"/>
                </a:lnTo>
                <a:cubicBezTo>
                  <a:pt x="361901" y="239030"/>
                  <a:pt x="391183" y="268312"/>
                  <a:pt x="427179" y="268312"/>
                </a:cubicBezTo>
                <a:lnTo>
                  <a:pt x="547624" y="268312"/>
                </a:lnTo>
                <a:close/>
                <a:moveTo>
                  <a:pt x="113812" y="0"/>
                </a:moveTo>
                <a:lnTo>
                  <a:pt x="338847" y="0"/>
                </a:lnTo>
                <a:cubicBezTo>
                  <a:pt x="339414" y="81"/>
                  <a:pt x="339899" y="81"/>
                  <a:pt x="340465" y="162"/>
                </a:cubicBezTo>
                <a:lnTo>
                  <a:pt x="340789" y="162"/>
                </a:lnTo>
                <a:cubicBezTo>
                  <a:pt x="341922" y="324"/>
                  <a:pt x="343054" y="485"/>
                  <a:pt x="344106" y="809"/>
                </a:cubicBezTo>
                <a:lnTo>
                  <a:pt x="344186" y="809"/>
                </a:lnTo>
                <a:cubicBezTo>
                  <a:pt x="345238" y="1052"/>
                  <a:pt x="346371" y="1456"/>
                  <a:pt x="347422" y="1942"/>
                </a:cubicBezTo>
                <a:lnTo>
                  <a:pt x="347503" y="1942"/>
                </a:lnTo>
                <a:cubicBezTo>
                  <a:pt x="348069" y="2184"/>
                  <a:pt x="348555" y="2427"/>
                  <a:pt x="349040" y="2670"/>
                </a:cubicBezTo>
                <a:lnTo>
                  <a:pt x="349121" y="2670"/>
                </a:lnTo>
                <a:cubicBezTo>
                  <a:pt x="349606" y="2912"/>
                  <a:pt x="350091" y="3155"/>
                  <a:pt x="350576" y="3479"/>
                </a:cubicBezTo>
                <a:cubicBezTo>
                  <a:pt x="350657" y="3560"/>
                  <a:pt x="350739" y="3560"/>
                  <a:pt x="350819" y="3640"/>
                </a:cubicBezTo>
                <a:cubicBezTo>
                  <a:pt x="351224" y="3883"/>
                  <a:pt x="351628" y="4126"/>
                  <a:pt x="352033" y="4449"/>
                </a:cubicBezTo>
                <a:cubicBezTo>
                  <a:pt x="352113" y="4449"/>
                  <a:pt x="352113" y="4530"/>
                  <a:pt x="352194" y="4530"/>
                </a:cubicBezTo>
                <a:lnTo>
                  <a:pt x="353408" y="5501"/>
                </a:lnTo>
                <a:lnTo>
                  <a:pt x="353651" y="5743"/>
                </a:lnTo>
                <a:cubicBezTo>
                  <a:pt x="354055" y="6148"/>
                  <a:pt x="354459" y="6472"/>
                  <a:pt x="354864" y="6876"/>
                </a:cubicBezTo>
                <a:lnTo>
                  <a:pt x="623418" y="275430"/>
                </a:lnTo>
                <a:cubicBezTo>
                  <a:pt x="623822" y="275835"/>
                  <a:pt x="624227" y="276239"/>
                  <a:pt x="624551" y="276643"/>
                </a:cubicBezTo>
                <a:lnTo>
                  <a:pt x="624793" y="276886"/>
                </a:lnTo>
                <a:cubicBezTo>
                  <a:pt x="625117" y="277291"/>
                  <a:pt x="625440" y="277776"/>
                  <a:pt x="625764" y="278180"/>
                </a:cubicBezTo>
                <a:cubicBezTo>
                  <a:pt x="625764" y="278261"/>
                  <a:pt x="625845" y="278342"/>
                  <a:pt x="625845" y="278342"/>
                </a:cubicBezTo>
                <a:cubicBezTo>
                  <a:pt x="626168" y="278747"/>
                  <a:pt x="626491" y="279232"/>
                  <a:pt x="626734" y="279637"/>
                </a:cubicBezTo>
                <a:cubicBezTo>
                  <a:pt x="626815" y="279637"/>
                  <a:pt x="626815" y="279717"/>
                  <a:pt x="626896" y="279798"/>
                </a:cubicBezTo>
                <a:cubicBezTo>
                  <a:pt x="627139" y="280284"/>
                  <a:pt x="627462" y="280769"/>
                  <a:pt x="627705" y="281254"/>
                </a:cubicBezTo>
                <a:cubicBezTo>
                  <a:pt x="627948" y="281739"/>
                  <a:pt x="628190" y="282225"/>
                  <a:pt x="628433" y="282791"/>
                </a:cubicBezTo>
                <a:cubicBezTo>
                  <a:pt x="628918" y="283843"/>
                  <a:pt x="629323" y="284975"/>
                  <a:pt x="629646" y="286107"/>
                </a:cubicBezTo>
                <a:cubicBezTo>
                  <a:pt x="629889" y="287159"/>
                  <a:pt x="630132" y="288291"/>
                  <a:pt x="630293" y="289424"/>
                </a:cubicBezTo>
                <a:lnTo>
                  <a:pt x="630293" y="289667"/>
                </a:lnTo>
                <a:cubicBezTo>
                  <a:pt x="630374" y="290152"/>
                  <a:pt x="630455" y="290718"/>
                  <a:pt x="630455" y="291285"/>
                </a:cubicBezTo>
                <a:lnTo>
                  <a:pt x="630455" y="292579"/>
                </a:lnTo>
                <a:lnTo>
                  <a:pt x="630455" y="606189"/>
                </a:lnTo>
                <a:cubicBezTo>
                  <a:pt x="630455" y="668959"/>
                  <a:pt x="579414" y="720001"/>
                  <a:pt x="516644" y="720001"/>
                </a:cubicBezTo>
                <a:lnTo>
                  <a:pt x="113812" y="720001"/>
                </a:lnTo>
                <a:cubicBezTo>
                  <a:pt x="51042" y="720001"/>
                  <a:pt x="0" y="668959"/>
                  <a:pt x="0" y="606189"/>
                </a:cubicBezTo>
                <a:lnTo>
                  <a:pt x="0" y="113812"/>
                </a:lnTo>
                <a:cubicBezTo>
                  <a:pt x="0" y="51042"/>
                  <a:pt x="51042" y="0"/>
                  <a:pt x="113812" y="0"/>
                </a:cubicBezTo>
                <a:close/>
              </a:path>
            </a:pathLst>
          </a:custGeom>
          <a:solidFill>
            <a:schemeClr val="bg1"/>
          </a:solidFill>
          <a:ln cap="sq">
            <a:noFill/>
          </a:ln>
        </p:spPr>
        <p:txBody>
          <a:bodyPr vert="horz" wrap="square" lIns="91440" tIns="45720" rIns="91440" bIns="45720" rtlCol="0" anchor="t"/>
          <a:lstStyle/>
          <a:p>
            <a:pPr algn="l"/>
            <a:endParaRPr kumimoji="1" lang="zh-CN" altLang="en-US"/>
          </a:p>
        </p:txBody>
      </p:sp>
      <p:sp>
        <p:nvSpPr>
          <p:cNvPr id="6" name="标题 1"/>
          <p:cNvSpPr txBox="1"/>
          <p:nvPr/>
        </p:nvSpPr>
        <p:spPr>
          <a:xfrm>
            <a:off x="3477271" y="2447873"/>
            <a:ext cx="5972231" cy="720001"/>
          </a:xfrm>
          <a:prstGeom prst="rect">
            <a:avLst/>
          </a:prstGeom>
          <a:noFill/>
          <a:ln cap="sq">
            <a:noFill/>
          </a:ln>
          <a:effectLst/>
        </p:spPr>
        <p:txBody>
          <a:bodyPr vert="horz" wrap="square" lIns="0" tIns="0" rIns="0" bIns="0" rtlCol="0" anchor="ctr"/>
          <a:lstStyle/>
          <a:p>
            <a:pPr algn="l"/>
            <a:r>
              <a:rPr kumimoji="1" lang="en-US" altLang="zh-CN" sz="1600">
                <a:ln w="12700">
                  <a:noFill/>
                </a:ln>
                <a:solidFill>
                  <a:srgbClr val="000000">
                    <a:alpha val="100000"/>
                  </a:srgbClr>
                </a:solidFill>
                <a:latin typeface="poppins-bold"/>
                <a:ea typeface="poppins-bold"/>
                <a:cs typeface="poppins-bold"/>
              </a:rPr>
              <a:t>Establecer las métricas para monitorear el éxito del plan</a:t>
            </a:r>
            <a:endParaRPr kumimoji="1" lang="zh-CN" altLang="en-US"/>
          </a:p>
        </p:txBody>
      </p:sp>
      <p:sp>
        <p:nvSpPr>
          <p:cNvPr id="7" name="标题 1"/>
          <p:cNvSpPr txBox="1"/>
          <p:nvPr/>
        </p:nvSpPr>
        <p:spPr>
          <a:xfrm>
            <a:off x="2539297" y="3429000"/>
            <a:ext cx="6910205" cy="1440000"/>
          </a:xfrm>
          <a:prstGeom prst="rect">
            <a:avLst/>
          </a:prstGeom>
          <a:noFill/>
          <a:ln>
            <a:noFill/>
          </a:ln>
        </p:spPr>
        <p:txBody>
          <a:bodyPr vert="horz" wrap="square" lIns="0" tIns="0" rIns="0" bIns="0" rtlCol="0" anchor="t"/>
          <a:lstStyle/>
          <a:p>
            <a:pPr algn="l"/>
            <a:r>
              <a:rPr kumimoji="1" lang="en-US" altLang="zh-CN" sz="1400">
                <a:ln w="12700">
                  <a:noFill/>
                </a:ln>
                <a:solidFill>
                  <a:srgbClr val="000000">
                    <a:alpha val="100000"/>
                  </a:srgbClr>
                </a:solidFill>
                <a:latin typeface="Poppins"/>
                <a:ea typeface="Poppins"/>
                <a:cs typeface="Poppins"/>
              </a:rPr>
              <a:t>Ejemplos% de uptime del sistema, tiempo de resolución de tickets (TTR), % de proyectos completados a tiempo y dentro del presupuesto.</a:t>
            </a:r>
            <a:endParaRPr kumimoji="1" lang="zh-CN" altLang="en-US"/>
          </a:p>
        </p:txBody>
      </p:sp>
      <p:sp>
        <p:nvSpPr>
          <p:cNvPr id="8" name="标题 1"/>
          <p:cNvSpPr txBox="1"/>
          <p:nvPr/>
        </p:nvSpPr>
        <p:spPr>
          <a:xfrm rot="10800000">
            <a:off x="660399" y="158962"/>
            <a:ext cx="10858499" cy="971338"/>
          </a:xfrm>
          <a:prstGeom prst="roundRect">
            <a:avLst/>
          </a:prstGeom>
          <a:gradFill>
            <a:gsLst>
              <a:gs pos="0">
                <a:schemeClr val="bg1">
                  <a:alpha val="0"/>
                </a:schemeClr>
              </a:gs>
              <a:gs pos="60000">
                <a:schemeClr val="accent1">
                  <a:lumMod val="20000"/>
                  <a:lumOff val="80000"/>
                </a:schemeClr>
              </a:gs>
              <a:gs pos="100000">
                <a:schemeClr val="bg1"/>
              </a:gs>
            </a:gsLst>
            <a:lin ang="16200000" scaled="0"/>
          </a:gradFill>
          <a:ln w="12700" cap="sq">
            <a:noFill/>
            <a:miter/>
          </a:ln>
        </p:spPr>
        <p:txBody>
          <a:bodyPr vert="horz" wrap="square" lIns="91440" tIns="45720" rIns="91440" bIns="45720" rtlCol="0" anchor="ctr"/>
          <a:lstStyle/>
          <a:p>
            <a:pPr algn="ctr"/>
            <a:endParaRPr kumimoji="1" lang="zh-CN" altLang="en-US"/>
          </a:p>
        </p:txBody>
      </p:sp>
      <p:sp>
        <p:nvSpPr>
          <p:cNvPr id="9" name="标题 1"/>
          <p:cNvSpPr txBox="1"/>
          <p:nvPr/>
        </p:nvSpPr>
        <p:spPr>
          <a:xfrm flipH="1">
            <a:off x="139042" y="296832"/>
            <a:ext cx="765810" cy="347799"/>
          </a:xfrm>
          <a:custGeom>
            <a:avLst/>
            <a:gdLst>
              <a:gd name="connsiteX0" fmla="*/ 651510 w 765810"/>
              <a:gd name="connsiteY0" fmla="*/ 253093 h 347799"/>
              <a:gd name="connsiteX1" fmla="*/ 543741 w 765810"/>
              <a:gd name="connsiteY1" fmla="*/ 318407 h 347799"/>
              <a:gd name="connsiteX2" fmla="*/ 435973 w 765810"/>
              <a:gd name="connsiteY2" fmla="*/ 253093 h 347799"/>
              <a:gd name="connsiteX3" fmla="*/ 329837 w 765810"/>
              <a:gd name="connsiteY3" fmla="*/ 318407 h 347799"/>
              <a:gd name="connsiteX4" fmla="*/ 222069 w 765810"/>
              <a:gd name="connsiteY4" fmla="*/ 253093 h 347799"/>
              <a:gd name="connsiteX5" fmla="*/ 114300 w 765810"/>
              <a:gd name="connsiteY5" fmla="*/ 318407 h 347799"/>
              <a:gd name="connsiteX6" fmla="*/ 13063 w 765810"/>
              <a:gd name="connsiteY6" fmla="*/ 256358 h 347799"/>
              <a:gd name="connsiteX7" fmla="*/ 0 w 765810"/>
              <a:gd name="connsiteY7" fmla="*/ 277586 h 347799"/>
              <a:gd name="connsiteX8" fmla="*/ 114300 w 765810"/>
              <a:gd name="connsiteY8" fmla="*/ 347799 h 347799"/>
              <a:gd name="connsiteX9" fmla="*/ 222069 w 765810"/>
              <a:gd name="connsiteY9" fmla="*/ 282484 h 347799"/>
              <a:gd name="connsiteX10" fmla="*/ 329837 w 765810"/>
              <a:gd name="connsiteY10" fmla="*/ 347799 h 347799"/>
              <a:gd name="connsiteX11" fmla="*/ 435973 w 765810"/>
              <a:gd name="connsiteY11" fmla="*/ 282484 h 347799"/>
              <a:gd name="connsiteX12" fmla="*/ 543741 w 765810"/>
              <a:gd name="connsiteY12" fmla="*/ 347799 h 347799"/>
              <a:gd name="connsiteX13" fmla="*/ 651510 w 765810"/>
              <a:gd name="connsiteY13" fmla="*/ 282484 h 347799"/>
              <a:gd name="connsiteX14" fmla="*/ 752747 w 765810"/>
              <a:gd name="connsiteY14" fmla="*/ 342900 h 347799"/>
              <a:gd name="connsiteX15" fmla="*/ 765810 w 765810"/>
              <a:gd name="connsiteY15" fmla="*/ 321673 h 347799"/>
              <a:gd name="connsiteX16" fmla="*/ 651510 w 765810"/>
              <a:gd name="connsiteY16" fmla="*/ 125730 h 347799"/>
              <a:gd name="connsiteX17" fmla="*/ 543741 w 765810"/>
              <a:gd name="connsiteY17" fmla="*/ 191044 h 347799"/>
              <a:gd name="connsiteX18" fmla="*/ 435973 w 765810"/>
              <a:gd name="connsiteY18" fmla="*/ 125730 h 347799"/>
              <a:gd name="connsiteX19" fmla="*/ 329837 w 765810"/>
              <a:gd name="connsiteY19" fmla="*/ 191044 h 347799"/>
              <a:gd name="connsiteX20" fmla="*/ 222069 w 765810"/>
              <a:gd name="connsiteY20" fmla="*/ 125730 h 347799"/>
              <a:gd name="connsiteX21" fmla="*/ 114300 w 765810"/>
              <a:gd name="connsiteY21" fmla="*/ 191044 h 347799"/>
              <a:gd name="connsiteX22" fmla="*/ 13063 w 765810"/>
              <a:gd name="connsiteY22" fmla="*/ 130629 h 347799"/>
              <a:gd name="connsiteX23" fmla="*/ 0 w 765810"/>
              <a:gd name="connsiteY23" fmla="*/ 151856 h 347799"/>
              <a:gd name="connsiteX24" fmla="*/ 114300 w 765810"/>
              <a:gd name="connsiteY24" fmla="*/ 220436 h 347799"/>
              <a:gd name="connsiteX25" fmla="*/ 222069 w 765810"/>
              <a:gd name="connsiteY25" fmla="*/ 155122 h 347799"/>
              <a:gd name="connsiteX26" fmla="*/ 329837 w 765810"/>
              <a:gd name="connsiteY26" fmla="*/ 220436 h 347799"/>
              <a:gd name="connsiteX27" fmla="*/ 435973 w 765810"/>
              <a:gd name="connsiteY27" fmla="*/ 155122 h 347799"/>
              <a:gd name="connsiteX28" fmla="*/ 543741 w 765810"/>
              <a:gd name="connsiteY28" fmla="*/ 220436 h 347799"/>
              <a:gd name="connsiteX29" fmla="*/ 651510 w 765810"/>
              <a:gd name="connsiteY29" fmla="*/ 155122 h 347799"/>
              <a:gd name="connsiteX30" fmla="*/ 752747 w 765810"/>
              <a:gd name="connsiteY30" fmla="*/ 217170 h 347799"/>
              <a:gd name="connsiteX31" fmla="*/ 765810 w 765810"/>
              <a:gd name="connsiteY31" fmla="*/ 195943 h 347799"/>
              <a:gd name="connsiteX32" fmla="*/ 651510 w 765810"/>
              <a:gd name="connsiteY32" fmla="*/ 0 h 347799"/>
              <a:gd name="connsiteX33" fmla="*/ 543741 w 765810"/>
              <a:gd name="connsiteY33" fmla="*/ 65314 h 347799"/>
              <a:gd name="connsiteX34" fmla="*/ 435973 w 765810"/>
              <a:gd name="connsiteY34" fmla="*/ 0 h 347799"/>
              <a:gd name="connsiteX35" fmla="*/ 329837 w 765810"/>
              <a:gd name="connsiteY35" fmla="*/ 65314 h 347799"/>
              <a:gd name="connsiteX36" fmla="*/ 222069 w 765810"/>
              <a:gd name="connsiteY36" fmla="*/ 0 h 347799"/>
              <a:gd name="connsiteX37" fmla="*/ 114300 w 765810"/>
              <a:gd name="connsiteY37" fmla="*/ 65314 h 347799"/>
              <a:gd name="connsiteX38" fmla="*/ 13063 w 765810"/>
              <a:gd name="connsiteY38" fmla="*/ 3265 h 347799"/>
              <a:gd name="connsiteX39" fmla="*/ 0 w 765810"/>
              <a:gd name="connsiteY39" fmla="*/ 24493 h 347799"/>
              <a:gd name="connsiteX40" fmla="*/ 114300 w 765810"/>
              <a:gd name="connsiteY40" fmla="*/ 93073 h 347799"/>
              <a:gd name="connsiteX41" fmla="*/ 222069 w 765810"/>
              <a:gd name="connsiteY41" fmla="*/ 27758 h 347799"/>
              <a:gd name="connsiteX42" fmla="*/ 329837 w 765810"/>
              <a:gd name="connsiteY42" fmla="*/ 93073 h 347799"/>
              <a:gd name="connsiteX43" fmla="*/ 435973 w 765810"/>
              <a:gd name="connsiteY43" fmla="*/ 27758 h 347799"/>
              <a:gd name="connsiteX44" fmla="*/ 543741 w 765810"/>
              <a:gd name="connsiteY44" fmla="*/ 93073 h 347799"/>
              <a:gd name="connsiteX45" fmla="*/ 651510 w 765810"/>
              <a:gd name="connsiteY45" fmla="*/ 27758 h 347799"/>
              <a:gd name="connsiteX46" fmla="*/ 752747 w 765810"/>
              <a:gd name="connsiteY46" fmla="*/ 89807 h 347799"/>
              <a:gd name="connsiteX47" fmla="*/ 765810 w 765810"/>
              <a:gd name="connsiteY47" fmla="*/ 68580 h 347799"/>
            </a:gdLst>
            <a:ahLst/>
            <a:cxnLst/>
            <a:rect l="l" t="t" r="r" b="b"/>
            <a:pathLst>
              <a:path w="765810" h="347799">
                <a:moveTo>
                  <a:pt x="651510" y="253093"/>
                </a:moveTo>
                <a:lnTo>
                  <a:pt x="543741" y="318407"/>
                </a:lnTo>
                <a:lnTo>
                  <a:pt x="435973" y="253093"/>
                </a:lnTo>
                <a:lnTo>
                  <a:pt x="329837" y="318407"/>
                </a:lnTo>
                <a:lnTo>
                  <a:pt x="222069" y="253093"/>
                </a:lnTo>
                <a:lnTo>
                  <a:pt x="114300" y="318407"/>
                </a:lnTo>
                <a:lnTo>
                  <a:pt x="13063" y="256358"/>
                </a:lnTo>
                <a:lnTo>
                  <a:pt x="0" y="277586"/>
                </a:lnTo>
                <a:lnTo>
                  <a:pt x="114300" y="347799"/>
                </a:lnTo>
                <a:lnTo>
                  <a:pt x="222069" y="282484"/>
                </a:lnTo>
                <a:lnTo>
                  <a:pt x="329837" y="347799"/>
                </a:lnTo>
                <a:lnTo>
                  <a:pt x="435973" y="282484"/>
                </a:lnTo>
                <a:lnTo>
                  <a:pt x="543741" y="347799"/>
                </a:lnTo>
                <a:lnTo>
                  <a:pt x="651510" y="282484"/>
                </a:lnTo>
                <a:lnTo>
                  <a:pt x="752747" y="342900"/>
                </a:lnTo>
                <a:lnTo>
                  <a:pt x="765810" y="321673"/>
                </a:lnTo>
                <a:close/>
                <a:moveTo>
                  <a:pt x="651510" y="125730"/>
                </a:moveTo>
                <a:lnTo>
                  <a:pt x="543741" y="191044"/>
                </a:lnTo>
                <a:lnTo>
                  <a:pt x="435973" y="125730"/>
                </a:lnTo>
                <a:lnTo>
                  <a:pt x="329837" y="191044"/>
                </a:lnTo>
                <a:lnTo>
                  <a:pt x="222069" y="125730"/>
                </a:lnTo>
                <a:lnTo>
                  <a:pt x="114300" y="191044"/>
                </a:lnTo>
                <a:lnTo>
                  <a:pt x="13063" y="130629"/>
                </a:lnTo>
                <a:lnTo>
                  <a:pt x="0" y="151856"/>
                </a:lnTo>
                <a:lnTo>
                  <a:pt x="114300" y="220436"/>
                </a:lnTo>
                <a:lnTo>
                  <a:pt x="222069" y="155122"/>
                </a:lnTo>
                <a:lnTo>
                  <a:pt x="329837" y="220436"/>
                </a:lnTo>
                <a:lnTo>
                  <a:pt x="435973" y="155122"/>
                </a:lnTo>
                <a:lnTo>
                  <a:pt x="543741" y="220436"/>
                </a:lnTo>
                <a:lnTo>
                  <a:pt x="651510" y="155122"/>
                </a:lnTo>
                <a:lnTo>
                  <a:pt x="752747" y="217170"/>
                </a:lnTo>
                <a:lnTo>
                  <a:pt x="765810" y="195943"/>
                </a:lnTo>
                <a:close/>
                <a:moveTo>
                  <a:pt x="651510" y="0"/>
                </a:moveTo>
                <a:lnTo>
                  <a:pt x="543741" y="65314"/>
                </a:lnTo>
                <a:lnTo>
                  <a:pt x="435973" y="0"/>
                </a:lnTo>
                <a:lnTo>
                  <a:pt x="329837" y="65314"/>
                </a:lnTo>
                <a:lnTo>
                  <a:pt x="222069" y="0"/>
                </a:lnTo>
                <a:lnTo>
                  <a:pt x="114300" y="65314"/>
                </a:lnTo>
                <a:lnTo>
                  <a:pt x="13063" y="3265"/>
                </a:lnTo>
                <a:lnTo>
                  <a:pt x="0" y="24493"/>
                </a:lnTo>
                <a:lnTo>
                  <a:pt x="114300" y="93073"/>
                </a:lnTo>
                <a:lnTo>
                  <a:pt x="222069" y="27758"/>
                </a:lnTo>
                <a:lnTo>
                  <a:pt x="329837" y="93073"/>
                </a:lnTo>
                <a:lnTo>
                  <a:pt x="435973" y="27758"/>
                </a:lnTo>
                <a:lnTo>
                  <a:pt x="543741" y="93073"/>
                </a:lnTo>
                <a:lnTo>
                  <a:pt x="651510" y="27758"/>
                </a:lnTo>
                <a:lnTo>
                  <a:pt x="752747" y="89807"/>
                </a:lnTo>
                <a:lnTo>
                  <a:pt x="765810" y="68580"/>
                </a:lnTo>
                <a:close/>
              </a:path>
            </a:pathLst>
          </a:custGeom>
          <a:solidFill>
            <a:schemeClr val="accent1">
              <a:lumMod val="60000"/>
              <a:lumOff val="40000"/>
            </a:schemeClr>
          </a:solidFill>
          <a:ln w="16329" cap="flat">
            <a:noFill/>
            <a:miter/>
          </a:ln>
        </p:spPr>
        <p:txBody>
          <a:bodyPr vert="horz" wrap="square" lIns="91440" tIns="45720" rIns="91440" bIns="45720" rtlCol="0" anchor="ctr"/>
          <a:lstStyle/>
          <a:p>
            <a:pPr algn="l"/>
            <a:endParaRPr kumimoji="1" lang="zh-CN" altLang="en-US"/>
          </a:p>
        </p:txBody>
      </p:sp>
      <p:sp>
        <p:nvSpPr>
          <p:cNvPr id="10" name="标题 1"/>
          <p:cNvSpPr txBox="1"/>
          <p:nvPr/>
        </p:nvSpPr>
        <p:spPr>
          <a:xfrm>
            <a:off x="1201552" y="346492"/>
            <a:ext cx="8209148" cy="596278"/>
          </a:xfrm>
          <a:prstGeom prst="rect">
            <a:avLst/>
          </a:prstGeom>
          <a:noFill/>
          <a:ln>
            <a:noFill/>
          </a:ln>
        </p:spPr>
        <p:txBody>
          <a:bodyPr vert="horz" wrap="square" lIns="0" tIns="0" rIns="0" bIns="0" rtlCol="0" anchor="ctr"/>
          <a:lstStyle/>
          <a:p>
            <a:pPr algn="l"/>
            <a:r>
              <a:rPr kumimoji="1" lang="en-US" altLang="zh-CN" sz="2233">
                <a:ln w="12700">
                  <a:noFill/>
                </a:ln>
                <a:solidFill>
                  <a:srgbClr val="000000">
                    <a:alpha val="100000"/>
                  </a:srgbClr>
                </a:solidFill>
                <a:latin typeface="poppins-bold"/>
                <a:ea typeface="poppins-bold"/>
                <a:cs typeface="poppins-bold"/>
              </a:rPr>
              <a:t>Definición de Indicadores Clave de Desempeño (KPIs)</a:t>
            </a:r>
            <a:endParaRPr kumimoji="1" lang="zh-CN" altLang="en-US"/>
          </a:p>
        </p:txBody>
      </p:sp>
      <p:sp>
        <p:nvSpPr>
          <p:cNvPr id="11" name="标题 1"/>
          <p:cNvSpPr txBox="1"/>
          <p:nvPr/>
        </p:nvSpPr>
        <p:spPr>
          <a:xfrm flipH="1">
            <a:off x="11148696" y="782502"/>
            <a:ext cx="765810" cy="347799"/>
          </a:xfrm>
          <a:custGeom>
            <a:avLst/>
            <a:gdLst>
              <a:gd name="connsiteX0" fmla="*/ 651510 w 765810"/>
              <a:gd name="connsiteY0" fmla="*/ 253093 h 347799"/>
              <a:gd name="connsiteX1" fmla="*/ 543741 w 765810"/>
              <a:gd name="connsiteY1" fmla="*/ 318407 h 347799"/>
              <a:gd name="connsiteX2" fmla="*/ 435973 w 765810"/>
              <a:gd name="connsiteY2" fmla="*/ 253093 h 347799"/>
              <a:gd name="connsiteX3" fmla="*/ 329837 w 765810"/>
              <a:gd name="connsiteY3" fmla="*/ 318407 h 347799"/>
              <a:gd name="connsiteX4" fmla="*/ 222069 w 765810"/>
              <a:gd name="connsiteY4" fmla="*/ 253093 h 347799"/>
              <a:gd name="connsiteX5" fmla="*/ 114300 w 765810"/>
              <a:gd name="connsiteY5" fmla="*/ 318407 h 347799"/>
              <a:gd name="connsiteX6" fmla="*/ 13063 w 765810"/>
              <a:gd name="connsiteY6" fmla="*/ 256358 h 347799"/>
              <a:gd name="connsiteX7" fmla="*/ 0 w 765810"/>
              <a:gd name="connsiteY7" fmla="*/ 277586 h 347799"/>
              <a:gd name="connsiteX8" fmla="*/ 114300 w 765810"/>
              <a:gd name="connsiteY8" fmla="*/ 347799 h 347799"/>
              <a:gd name="connsiteX9" fmla="*/ 222069 w 765810"/>
              <a:gd name="connsiteY9" fmla="*/ 282484 h 347799"/>
              <a:gd name="connsiteX10" fmla="*/ 329837 w 765810"/>
              <a:gd name="connsiteY10" fmla="*/ 347799 h 347799"/>
              <a:gd name="connsiteX11" fmla="*/ 435973 w 765810"/>
              <a:gd name="connsiteY11" fmla="*/ 282484 h 347799"/>
              <a:gd name="connsiteX12" fmla="*/ 543741 w 765810"/>
              <a:gd name="connsiteY12" fmla="*/ 347799 h 347799"/>
              <a:gd name="connsiteX13" fmla="*/ 651510 w 765810"/>
              <a:gd name="connsiteY13" fmla="*/ 282484 h 347799"/>
              <a:gd name="connsiteX14" fmla="*/ 752747 w 765810"/>
              <a:gd name="connsiteY14" fmla="*/ 342900 h 347799"/>
              <a:gd name="connsiteX15" fmla="*/ 765810 w 765810"/>
              <a:gd name="connsiteY15" fmla="*/ 321673 h 347799"/>
              <a:gd name="connsiteX16" fmla="*/ 651510 w 765810"/>
              <a:gd name="connsiteY16" fmla="*/ 125730 h 347799"/>
              <a:gd name="connsiteX17" fmla="*/ 543741 w 765810"/>
              <a:gd name="connsiteY17" fmla="*/ 191044 h 347799"/>
              <a:gd name="connsiteX18" fmla="*/ 435973 w 765810"/>
              <a:gd name="connsiteY18" fmla="*/ 125730 h 347799"/>
              <a:gd name="connsiteX19" fmla="*/ 329837 w 765810"/>
              <a:gd name="connsiteY19" fmla="*/ 191044 h 347799"/>
              <a:gd name="connsiteX20" fmla="*/ 222069 w 765810"/>
              <a:gd name="connsiteY20" fmla="*/ 125730 h 347799"/>
              <a:gd name="connsiteX21" fmla="*/ 114300 w 765810"/>
              <a:gd name="connsiteY21" fmla="*/ 191044 h 347799"/>
              <a:gd name="connsiteX22" fmla="*/ 13063 w 765810"/>
              <a:gd name="connsiteY22" fmla="*/ 130629 h 347799"/>
              <a:gd name="connsiteX23" fmla="*/ 0 w 765810"/>
              <a:gd name="connsiteY23" fmla="*/ 151856 h 347799"/>
              <a:gd name="connsiteX24" fmla="*/ 114300 w 765810"/>
              <a:gd name="connsiteY24" fmla="*/ 220436 h 347799"/>
              <a:gd name="connsiteX25" fmla="*/ 222069 w 765810"/>
              <a:gd name="connsiteY25" fmla="*/ 155122 h 347799"/>
              <a:gd name="connsiteX26" fmla="*/ 329837 w 765810"/>
              <a:gd name="connsiteY26" fmla="*/ 220436 h 347799"/>
              <a:gd name="connsiteX27" fmla="*/ 435973 w 765810"/>
              <a:gd name="connsiteY27" fmla="*/ 155122 h 347799"/>
              <a:gd name="connsiteX28" fmla="*/ 543741 w 765810"/>
              <a:gd name="connsiteY28" fmla="*/ 220436 h 347799"/>
              <a:gd name="connsiteX29" fmla="*/ 651510 w 765810"/>
              <a:gd name="connsiteY29" fmla="*/ 155122 h 347799"/>
              <a:gd name="connsiteX30" fmla="*/ 752747 w 765810"/>
              <a:gd name="connsiteY30" fmla="*/ 217170 h 347799"/>
              <a:gd name="connsiteX31" fmla="*/ 765810 w 765810"/>
              <a:gd name="connsiteY31" fmla="*/ 195943 h 347799"/>
              <a:gd name="connsiteX32" fmla="*/ 651510 w 765810"/>
              <a:gd name="connsiteY32" fmla="*/ 0 h 347799"/>
              <a:gd name="connsiteX33" fmla="*/ 543741 w 765810"/>
              <a:gd name="connsiteY33" fmla="*/ 65314 h 347799"/>
              <a:gd name="connsiteX34" fmla="*/ 435973 w 765810"/>
              <a:gd name="connsiteY34" fmla="*/ 0 h 347799"/>
              <a:gd name="connsiteX35" fmla="*/ 329837 w 765810"/>
              <a:gd name="connsiteY35" fmla="*/ 65314 h 347799"/>
              <a:gd name="connsiteX36" fmla="*/ 222069 w 765810"/>
              <a:gd name="connsiteY36" fmla="*/ 0 h 347799"/>
              <a:gd name="connsiteX37" fmla="*/ 114300 w 765810"/>
              <a:gd name="connsiteY37" fmla="*/ 65314 h 347799"/>
              <a:gd name="connsiteX38" fmla="*/ 13063 w 765810"/>
              <a:gd name="connsiteY38" fmla="*/ 3265 h 347799"/>
              <a:gd name="connsiteX39" fmla="*/ 0 w 765810"/>
              <a:gd name="connsiteY39" fmla="*/ 24493 h 347799"/>
              <a:gd name="connsiteX40" fmla="*/ 114300 w 765810"/>
              <a:gd name="connsiteY40" fmla="*/ 93073 h 347799"/>
              <a:gd name="connsiteX41" fmla="*/ 222069 w 765810"/>
              <a:gd name="connsiteY41" fmla="*/ 27758 h 347799"/>
              <a:gd name="connsiteX42" fmla="*/ 329837 w 765810"/>
              <a:gd name="connsiteY42" fmla="*/ 93073 h 347799"/>
              <a:gd name="connsiteX43" fmla="*/ 435973 w 765810"/>
              <a:gd name="connsiteY43" fmla="*/ 27758 h 347799"/>
              <a:gd name="connsiteX44" fmla="*/ 543741 w 765810"/>
              <a:gd name="connsiteY44" fmla="*/ 93073 h 347799"/>
              <a:gd name="connsiteX45" fmla="*/ 651510 w 765810"/>
              <a:gd name="connsiteY45" fmla="*/ 27758 h 347799"/>
              <a:gd name="connsiteX46" fmla="*/ 752747 w 765810"/>
              <a:gd name="connsiteY46" fmla="*/ 89807 h 347799"/>
              <a:gd name="connsiteX47" fmla="*/ 765810 w 765810"/>
              <a:gd name="connsiteY47" fmla="*/ 68580 h 347799"/>
            </a:gdLst>
            <a:ahLst/>
            <a:cxnLst/>
            <a:rect l="l" t="t" r="r" b="b"/>
            <a:pathLst>
              <a:path w="765810" h="347799">
                <a:moveTo>
                  <a:pt x="651510" y="253093"/>
                </a:moveTo>
                <a:lnTo>
                  <a:pt x="543741" y="318407"/>
                </a:lnTo>
                <a:lnTo>
                  <a:pt x="435973" y="253093"/>
                </a:lnTo>
                <a:lnTo>
                  <a:pt x="329837" y="318407"/>
                </a:lnTo>
                <a:lnTo>
                  <a:pt x="222069" y="253093"/>
                </a:lnTo>
                <a:lnTo>
                  <a:pt x="114300" y="318407"/>
                </a:lnTo>
                <a:lnTo>
                  <a:pt x="13063" y="256358"/>
                </a:lnTo>
                <a:lnTo>
                  <a:pt x="0" y="277586"/>
                </a:lnTo>
                <a:lnTo>
                  <a:pt x="114300" y="347799"/>
                </a:lnTo>
                <a:lnTo>
                  <a:pt x="222069" y="282484"/>
                </a:lnTo>
                <a:lnTo>
                  <a:pt x="329837" y="347799"/>
                </a:lnTo>
                <a:lnTo>
                  <a:pt x="435973" y="282484"/>
                </a:lnTo>
                <a:lnTo>
                  <a:pt x="543741" y="347799"/>
                </a:lnTo>
                <a:lnTo>
                  <a:pt x="651510" y="282484"/>
                </a:lnTo>
                <a:lnTo>
                  <a:pt x="752747" y="342900"/>
                </a:lnTo>
                <a:lnTo>
                  <a:pt x="765810" y="321673"/>
                </a:lnTo>
                <a:close/>
                <a:moveTo>
                  <a:pt x="651510" y="125730"/>
                </a:moveTo>
                <a:lnTo>
                  <a:pt x="543741" y="191044"/>
                </a:lnTo>
                <a:lnTo>
                  <a:pt x="435973" y="125730"/>
                </a:lnTo>
                <a:lnTo>
                  <a:pt x="329837" y="191044"/>
                </a:lnTo>
                <a:lnTo>
                  <a:pt x="222069" y="125730"/>
                </a:lnTo>
                <a:lnTo>
                  <a:pt x="114300" y="191044"/>
                </a:lnTo>
                <a:lnTo>
                  <a:pt x="13063" y="130629"/>
                </a:lnTo>
                <a:lnTo>
                  <a:pt x="0" y="151856"/>
                </a:lnTo>
                <a:lnTo>
                  <a:pt x="114300" y="220436"/>
                </a:lnTo>
                <a:lnTo>
                  <a:pt x="222069" y="155122"/>
                </a:lnTo>
                <a:lnTo>
                  <a:pt x="329837" y="220436"/>
                </a:lnTo>
                <a:lnTo>
                  <a:pt x="435973" y="155122"/>
                </a:lnTo>
                <a:lnTo>
                  <a:pt x="543741" y="220436"/>
                </a:lnTo>
                <a:lnTo>
                  <a:pt x="651510" y="155122"/>
                </a:lnTo>
                <a:lnTo>
                  <a:pt x="752747" y="217170"/>
                </a:lnTo>
                <a:lnTo>
                  <a:pt x="765810" y="195943"/>
                </a:lnTo>
                <a:close/>
                <a:moveTo>
                  <a:pt x="651510" y="0"/>
                </a:moveTo>
                <a:lnTo>
                  <a:pt x="543741" y="65314"/>
                </a:lnTo>
                <a:lnTo>
                  <a:pt x="435973" y="0"/>
                </a:lnTo>
                <a:lnTo>
                  <a:pt x="329837" y="65314"/>
                </a:lnTo>
                <a:lnTo>
                  <a:pt x="222069" y="0"/>
                </a:lnTo>
                <a:lnTo>
                  <a:pt x="114300" y="65314"/>
                </a:lnTo>
                <a:lnTo>
                  <a:pt x="13063" y="3265"/>
                </a:lnTo>
                <a:lnTo>
                  <a:pt x="0" y="24493"/>
                </a:lnTo>
                <a:lnTo>
                  <a:pt x="114300" y="93073"/>
                </a:lnTo>
                <a:lnTo>
                  <a:pt x="222069" y="27758"/>
                </a:lnTo>
                <a:lnTo>
                  <a:pt x="329837" y="93073"/>
                </a:lnTo>
                <a:lnTo>
                  <a:pt x="435973" y="27758"/>
                </a:lnTo>
                <a:lnTo>
                  <a:pt x="543741" y="93073"/>
                </a:lnTo>
                <a:lnTo>
                  <a:pt x="651510" y="27758"/>
                </a:lnTo>
                <a:lnTo>
                  <a:pt x="752747" y="89807"/>
                </a:lnTo>
                <a:lnTo>
                  <a:pt x="765810" y="68580"/>
                </a:lnTo>
                <a:close/>
              </a:path>
            </a:pathLst>
          </a:custGeom>
          <a:solidFill>
            <a:schemeClr val="accent1">
              <a:lumMod val="60000"/>
              <a:lumOff val="40000"/>
            </a:schemeClr>
          </a:solidFill>
          <a:ln w="16329" cap="flat">
            <a:noFill/>
            <a:miter/>
          </a:ln>
        </p:spPr>
        <p:txBody>
          <a:bodyPr vert="horz" wrap="square" lIns="91440" tIns="45720" rIns="91440" bIns="45720" rtlCol="0" anchor="ctr"/>
          <a:lstStyle/>
          <a:p>
            <a:pPr algn="l"/>
            <a:endParaRPr kumimoji="1"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10775597" y="4268990"/>
            <a:ext cx="2160000" cy="2160000"/>
          </a:xfrm>
          <a:prstGeom prst="ellipse">
            <a:avLst/>
          </a:prstGeom>
          <a:solidFill>
            <a:schemeClr val="accent1">
              <a:lumMod val="20000"/>
              <a:lumOff val="80000"/>
              <a:alpha val="70000"/>
            </a:schemeClr>
          </a:solidFill>
          <a:ln w="12700" cap="sq">
            <a:noFill/>
            <a:miter/>
          </a:ln>
          <a:effectLst/>
        </p:spPr>
        <p:txBody>
          <a:bodyPr vert="horz" wrap="square" lIns="91440" tIns="45720" rIns="91440" bIns="45720" rtlCol="0" anchor="ctr"/>
          <a:lstStyle/>
          <a:p>
            <a:pPr algn="ctr"/>
            <a:r>
              <a:rPr kumimoji="1" lang="en-US" altLang="zh-CN" sz="1800">
                <a:ln w="12700">
                  <a:noFill/>
                </a:ln>
                <a:solidFill>
                  <a:srgbClr val="FFFFFF">
                    <a:alpha val="100000"/>
                  </a:srgbClr>
                </a:solidFill>
                <a:latin typeface="poppins-bold"/>
                <a:ea typeface="poppins-bold"/>
                <a:cs typeface="poppins-bold"/>
              </a:rPr>
              <a:t> </a:t>
            </a:r>
            <a:endParaRPr kumimoji="1" lang="zh-CN" altLang="en-US"/>
          </a:p>
        </p:txBody>
      </p:sp>
      <p:pic>
        <p:nvPicPr>
          <p:cNvPr id="3" name="Imagen 2"/>
          <p:cNvPicPr>
            <a:picLocks noChangeAspect="1"/>
          </p:cNvPicPr>
          <p:nvPr/>
        </p:nvPicPr>
        <p:blipFill>
          <a:blip r:embed="rId2">
            <a:alphaModFix/>
          </a:blip>
          <a:srcRect l="19071" t="142" r="27017" b="19031"/>
          <a:stretch>
            <a:fillRect/>
          </a:stretch>
        </p:blipFill>
        <p:spPr>
          <a:xfrm>
            <a:off x="660400" y="1902589"/>
            <a:ext cx="3600000" cy="3600000"/>
          </a:xfrm>
          <a:custGeom>
            <a:avLst/>
            <a:gdLst/>
            <a:ahLst/>
            <a:cxnLst/>
            <a:rect l="l" t="t" r="r" b="b"/>
            <a:pathLst>
              <a:path w="3600000" h="3600000">
                <a:moveTo>
                  <a:pt x="1800000" y="0"/>
                </a:moveTo>
                <a:cubicBezTo>
                  <a:pt x="2794112" y="0"/>
                  <a:pt x="3600000" y="805888"/>
                  <a:pt x="3600000" y="1800000"/>
                </a:cubicBezTo>
                <a:cubicBezTo>
                  <a:pt x="3600000" y="2794112"/>
                  <a:pt x="2794112" y="3600000"/>
                  <a:pt x="1800000" y="3600000"/>
                </a:cubicBezTo>
                <a:cubicBezTo>
                  <a:pt x="805888" y="3600000"/>
                  <a:pt x="0" y="2794112"/>
                  <a:pt x="0" y="1800000"/>
                </a:cubicBezTo>
                <a:cubicBezTo>
                  <a:pt x="0" y="805888"/>
                  <a:pt x="805888" y="0"/>
                  <a:pt x="1800000" y="0"/>
                </a:cubicBezTo>
                <a:close/>
              </a:path>
            </a:pathLst>
          </a:custGeom>
          <a:noFill/>
          <a:ln>
            <a:noFill/>
          </a:ln>
        </p:spPr>
      </p:pic>
      <p:sp>
        <p:nvSpPr>
          <p:cNvPr id="4" name="标题 1"/>
          <p:cNvSpPr txBox="1"/>
          <p:nvPr/>
        </p:nvSpPr>
        <p:spPr>
          <a:xfrm>
            <a:off x="3458463" y="1642073"/>
            <a:ext cx="1440000" cy="1440000"/>
          </a:xfrm>
          <a:prstGeom prst="ellipse">
            <a:avLst/>
          </a:prstGeom>
          <a:gradFill>
            <a:gsLst>
              <a:gs pos="0">
                <a:schemeClr val="accent1">
                  <a:lumMod val="60000"/>
                  <a:lumOff val="40000"/>
                </a:schemeClr>
              </a:gs>
              <a:gs pos="100000">
                <a:schemeClr val="accent1"/>
              </a:gs>
            </a:gsLst>
            <a:lin ang="2700000" scaled="0"/>
          </a:gradFill>
          <a:ln w="12700" cap="sq">
            <a:noFill/>
            <a:miter/>
          </a:ln>
          <a:effectLst>
            <a:outerShdw blurRad="381000" dist="127000" dir="2700000" algn="tl" rotWithShape="0">
              <a:schemeClr val="accent1">
                <a:alpha val="20000"/>
              </a:schemeClr>
            </a:outerShdw>
          </a:effectLst>
        </p:spPr>
        <p:txBody>
          <a:bodyPr vert="horz" wrap="square" lIns="91440" tIns="45720" rIns="91440" bIns="45720" rtlCol="0" anchor="ctr"/>
          <a:lstStyle/>
          <a:p>
            <a:pPr algn="ctr"/>
            <a:r>
              <a:rPr kumimoji="1" lang="en-US" altLang="zh-CN" sz="1800">
                <a:ln w="12700">
                  <a:noFill/>
                </a:ln>
                <a:solidFill>
                  <a:srgbClr val="FFFFFF">
                    <a:alpha val="100000"/>
                  </a:srgbClr>
                </a:solidFill>
                <a:latin typeface="poppins-bold"/>
                <a:ea typeface="poppins-bold"/>
                <a:cs typeface="poppins-bold"/>
              </a:rPr>
              <a:t> </a:t>
            </a:r>
            <a:endParaRPr kumimoji="1" lang="zh-CN" altLang="en-US"/>
          </a:p>
        </p:txBody>
      </p:sp>
      <p:sp>
        <p:nvSpPr>
          <p:cNvPr id="5" name="标题 1"/>
          <p:cNvSpPr txBox="1"/>
          <p:nvPr/>
        </p:nvSpPr>
        <p:spPr>
          <a:xfrm>
            <a:off x="4096720" y="2589010"/>
            <a:ext cx="163680" cy="36010"/>
          </a:xfrm>
          <a:custGeom>
            <a:avLst/>
            <a:gdLst>
              <a:gd name="T0" fmla="*/ 319 w 359"/>
              <a:gd name="T1" fmla="*/ 0 h 79"/>
              <a:gd name="T2" fmla="*/ 39 w 359"/>
              <a:gd name="T3" fmla="*/ 0 h 79"/>
              <a:gd name="T4" fmla="*/ 0 w 359"/>
              <a:gd name="T5" fmla="*/ 40 h 79"/>
              <a:gd name="T6" fmla="*/ 39 w 359"/>
              <a:gd name="T7" fmla="*/ 79 h 79"/>
              <a:gd name="T8" fmla="*/ 319 w 359"/>
              <a:gd name="T9" fmla="*/ 79 h 79"/>
              <a:gd name="T10" fmla="*/ 359 w 359"/>
              <a:gd name="T11" fmla="*/ 40 h 79"/>
              <a:gd name="T12" fmla="*/ 319 w 359"/>
              <a:gd name="T13" fmla="*/ 0 h 79"/>
              <a:gd name="T14" fmla="*/ 319 w 359"/>
              <a:gd name="T15" fmla="*/ 0 h 79"/>
              <a:gd name="T16" fmla="*/ 319 w 359"/>
              <a:gd name="T17" fmla="*/ 0 h 79"/>
            </a:gdLst>
            <a:ahLst/>
            <a:cxnLst/>
            <a:rect l="0" t="0" r="r" b="b"/>
            <a:pathLst>
              <a:path w="359" h="79">
                <a:moveTo>
                  <a:pt x="319" y="0"/>
                </a:moveTo>
                <a:cubicBezTo>
                  <a:pt x="39" y="0"/>
                  <a:pt x="39" y="0"/>
                  <a:pt x="39" y="0"/>
                </a:cubicBezTo>
                <a:cubicBezTo>
                  <a:pt x="17" y="0"/>
                  <a:pt x="0" y="18"/>
                  <a:pt x="0" y="40"/>
                </a:cubicBezTo>
                <a:cubicBezTo>
                  <a:pt x="0" y="61"/>
                  <a:pt x="17" y="79"/>
                  <a:pt x="39" y="79"/>
                </a:cubicBezTo>
                <a:cubicBezTo>
                  <a:pt x="319" y="79"/>
                  <a:pt x="319" y="79"/>
                  <a:pt x="319" y="79"/>
                </a:cubicBezTo>
                <a:cubicBezTo>
                  <a:pt x="341" y="79"/>
                  <a:pt x="359" y="61"/>
                  <a:pt x="359" y="40"/>
                </a:cubicBezTo>
                <a:cubicBezTo>
                  <a:pt x="359" y="18"/>
                  <a:pt x="341" y="0"/>
                  <a:pt x="319" y="0"/>
                </a:cubicBezTo>
                <a:close/>
                <a:moveTo>
                  <a:pt x="319" y="0"/>
                </a:moveTo>
                <a:cubicBezTo>
                  <a:pt x="319" y="0"/>
                  <a:pt x="319" y="0"/>
                  <a:pt x="319" y="0"/>
                </a:cubicBezTo>
              </a:path>
            </a:pathLst>
          </a:custGeom>
          <a:solidFill>
            <a:schemeClr val="bg1"/>
          </a:solidFill>
          <a:ln cap="sq">
            <a:noFill/>
          </a:ln>
        </p:spPr>
        <p:txBody>
          <a:bodyPr vert="horz" wrap="square" lIns="91440" tIns="45720" rIns="91440" bIns="45720" rtlCol="0" anchor="t"/>
          <a:lstStyle/>
          <a:p>
            <a:pPr algn="l"/>
            <a:endParaRPr kumimoji="1" lang="zh-CN" altLang="en-US"/>
          </a:p>
        </p:txBody>
      </p:sp>
      <p:sp>
        <p:nvSpPr>
          <p:cNvPr id="6" name="标题 1"/>
          <p:cNvSpPr txBox="1"/>
          <p:nvPr/>
        </p:nvSpPr>
        <p:spPr>
          <a:xfrm>
            <a:off x="4106155" y="2651786"/>
            <a:ext cx="144616" cy="70286"/>
          </a:xfrm>
          <a:custGeom>
            <a:avLst/>
            <a:gdLst>
              <a:gd name="T0" fmla="*/ 86 w 317"/>
              <a:gd name="T1" fmla="*/ 92 h 154"/>
              <a:gd name="T2" fmla="*/ 158 w 317"/>
              <a:gd name="T3" fmla="*/ 154 h 154"/>
              <a:gd name="T4" fmla="*/ 231 w 317"/>
              <a:gd name="T5" fmla="*/ 92 h 154"/>
              <a:gd name="T6" fmla="*/ 317 w 317"/>
              <a:gd name="T7" fmla="*/ 0 h 154"/>
              <a:gd name="T8" fmla="*/ 0 w 317"/>
              <a:gd name="T9" fmla="*/ 0 h 154"/>
              <a:gd name="T10" fmla="*/ 86 w 317"/>
              <a:gd name="T11" fmla="*/ 92 h 154"/>
              <a:gd name="T12" fmla="*/ 86 w 317"/>
              <a:gd name="T13" fmla="*/ 92 h 154"/>
              <a:gd name="T14" fmla="*/ 86 w 317"/>
              <a:gd name="T15" fmla="*/ 92 h 154"/>
            </a:gdLst>
            <a:ahLst/>
            <a:cxnLst/>
            <a:rect l="0" t="0" r="r" b="b"/>
            <a:pathLst>
              <a:path w="317" h="154">
                <a:moveTo>
                  <a:pt x="86" y="92"/>
                </a:moveTo>
                <a:cubicBezTo>
                  <a:pt x="91" y="127"/>
                  <a:pt x="122" y="154"/>
                  <a:pt x="158" y="154"/>
                </a:cubicBezTo>
                <a:cubicBezTo>
                  <a:pt x="195" y="154"/>
                  <a:pt x="225" y="127"/>
                  <a:pt x="231" y="92"/>
                </a:cubicBezTo>
                <a:cubicBezTo>
                  <a:pt x="279" y="89"/>
                  <a:pt x="317" y="49"/>
                  <a:pt x="317" y="0"/>
                </a:cubicBezTo>
                <a:cubicBezTo>
                  <a:pt x="0" y="0"/>
                  <a:pt x="0" y="0"/>
                  <a:pt x="0" y="0"/>
                </a:cubicBezTo>
                <a:cubicBezTo>
                  <a:pt x="0" y="49"/>
                  <a:pt x="38" y="89"/>
                  <a:pt x="86" y="92"/>
                </a:cubicBezTo>
                <a:close/>
                <a:moveTo>
                  <a:pt x="86" y="92"/>
                </a:moveTo>
                <a:cubicBezTo>
                  <a:pt x="86" y="92"/>
                  <a:pt x="86" y="92"/>
                  <a:pt x="86" y="92"/>
                </a:cubicBezTo>
              </a:path>
            </a:pathLst>
          </a:custGeom>
          <a:solidFill>
            <a:schemeClr val="bg1"/>
          </a:solidFill>
          <a:ln cap="sq">
            <a:noFill/>
          </a:ln>
        </p:spPr>
        <p:txBody>
          <a:bodyPr vert="horz" wrap="square" lIns="91440" tIns="45720" rIns="91440" bIns="45720" rtlCol="0" anchor="t"/>
          <a:lstStyle/>
          <a:p>
            <a:pPr algn="l"/>
            <a:endParaRPr kumimoji="1" lang="zh-CN" altLang="en-US"/>
          </a:p>
        </p:txBody>
      </p:sp>
      <p:sp>
        <p:nvSpPr>
          <p:cNvPr id="7" name="标题 1"/>
          <p:cNvSpPr txBox="1"/>
          <p:nvPr/>
        </p:nvSpPr>
        <p:spPr>
          <a:xfrm>
            <a:off x="4154489" y="2002072"/>
            <a:ext cx="47949" cy="103407"/>
          </a:xfrm>
          <a:custGeom>
            <a:avLst/>
            <a:gdLst>
              <a:gd name="T0" fmla="*/ 52 w 105"/>
              <a:gd name="T1" fmla="*/ 227 h 227"/>
              <a:gd name="T2" fmla="*/ 105 w 105"/>
              <a:gd name="T3" fmla="*/ 174 h 227"/>
              <a:gd name="T4" fmla="*/ 105 w 105"/>
              <a:gd name="T5" fmla="*/ 52 h 227"/>
              <a:gd name="T6" fmla="*/ 52 w 105"/>
              <a:gd name="T7" fmla="*/ 0 h 227"/>
              <a:gd name="T8" fmla="*/ 0 w 105"/>
              <a:gd name="T9" fmla="*/ 52 h 227"/>
              <a:gd name="T10" fmla="*/ 0 w 105"/>
              <a:gd name="T11" fmla="*/ 174 h 227"/>
              <a:gd name="T12" fmla="*/ 52 w 105"/>
              <a:gd name="T13" fmla="*/ 227 h 227"/>
              <a:gd name="T14" fmla="*/ 52 w 105"/>
              <a:gd name="T15" fmla="*/ 227 h 227"/>
              <a:gd name="T16" fmla="*/ 52 w 105"/>
              <a:gd name="T17" fmla="*/ 227 h 227"/>
            </a:gdLst>
            <a:ahLst/>
            <a:cxnLst/>
            <a:rect l="0" t="0" r="r" b="b"/>
            <a:pathLst>
              <a:path w="105" h="227">
                <a:moveTo>
                  <a:pt x="52" y="227"/>
                </a:moveTo>
                <a:cubicBezTo>
                  <a:pt x="81" y="227"/>
                  <a:pt x="105" y="203"/>
                  <a:pt x="105" y="174"/>
                </a:cubicBezTo>
                <a:cubicBezTo>
                  <a:pt x="105" y="52"/>
                  <a:pt x="105" y="52"/>
                  <a:pt x="105" y="52"/>
                </a:cubicBezTo>
                <a:cubicBezTo>
                  <a:pt x="105" y="23"/>
                  <a:pt x="81" y="0"/>
                  <a:pt x="52" y="0"/>
                </a:cubicBezTo>
                <a:cubicBezTo>
                  <a:pt x="23" y="0"/>
                  <a:pt x="0" y="23"/>
                  <a:pt x="0" y="52"/>
                </a:cubicBezTo>
                <a:cubicBezTo>
                  <a:pt x="0" y="174"/>
                  <a:pt x="0" y="174"/>
                  <a:pt x="0" y="174"/>
                </a:cubicBezTo>
                <a:cubicBezTo>
                  <a:pt x="0" y="203"/>
                  <a:pt x="23" y="227"/>
                  <a:pt x="52" y="227"/>
                </a:cubicBezTo>
                <a:close/>
                <a:moveTo>
                  <a:pt x="52" y="227"/>
                </a:moveTo>
                <a:cubicBezTo>
                  <a:pt x="52" y="227"/>
                  <a:pt x="52" y="227"/>
                  <a:pt x="52" y="227"/>
                </a:cubicBezTo>
              </a:path>
            </a:pathLst>
          </a:custGeom>
          <a:solidFill>
            <a:schemeClr val="bg1"/>
          </a:solidFill>
          <a:ln cap="sq">
            <a:noFill/>
          </a:ln>
        </p:spPr>
        <p:txBody>
          <a:bodyPr vert="horz" wrap="square" lIns="91440" tIns="45720" rIns="91440" bIns="45720" rtlCol="0" anchor="t"/>
          <a:lstStyle/>
          <a:p>
            <a:pPr algn="l"/>
            <a:endParaRPr kumimoji="1" lang="zh-CN" altLang="en-US"/>
          </a:p>
        </p:txBody>
      </p:sp>
      <p:sp>
        <p:nvSpPr>
          <p:cNvPr id="8" name="标题 1"/>
          <p:cNvSpPr txBox="1"/>
          <p:nvPr/>
        </p:nvSpPr>
        <p:spPr>
          <a:xfrm>
            <a:off x="3981373" y="2054065"/>
            <a:ext cx="86654" cy="96090"/>
          </a:xfrm>
          <a:custGeom>
            <a:avLst/>
            <a:gdLst>
              <a:gd name="T0" fmla="*/ 88 w 190"/>
              <a:gd name="T1" fmla="*/ 189 h 211"/>
              <a:gd name="T2" fmla="*/ 131 w 190"/>
              <a:gd name="T3" fmla="*/ 211 h 211"/>
              <a:gd name="T4" fmla="*/ 162 w 190"/>
              <a:gd name="T5" fmla="*/ 201 h 211"/>
              <a:gd name="T6" fmla="*/ 173 w 190"/>
              <a:gd name="T7" fmla="*/ 128 h 211"/>
              <a:gd name="T8" fmla="*/ 102 w 190"/>
              <a:gd name="T9" fmla="*/ 29 h 211"/>
              <a:gd name="T10" fmla="*/ 28 w 190"/>
              <a:gd name="T11" fmla="*/ 17 h 211"/>
              <a:gd name="T12" fmla="*/ 17 w 190"/>
              <a:gd name="T13" fmla="*/ 90 h 211"/>
              <a:gd name="T14" fmla="*/ 88 w 190"/>
              <a:gd name="T15" fmla="*/ 189 h 211"/>
              <a:gd name="T16" fmla="*/ 88 w 190"/>
              <a:gd name="T17" fmla="*/ 189 h 211"/>
              <a:gd name="T18" fmla="*/ 88 w 190"/>
              <a:gd name="T19" fmla="*/ 189 h 211"/>
            </a:gdLst>
            <a:ahLst/>
            <a:cxnLst/>
            <a:rect l="0" t="0" r="r" b="b"/>
            <a:pathLst>
              <a:path w="190" h="211">
                <a:moveTo>
                  <a:pt x="88" y="189"/>
                </a:moveTo>
                <a:cubicBezTo>
                  <a:pt x="99" y="203"/>
                  <a:pt x="115" y="211"/>
                  <a:pt x="131" y="211"/>
                </a:cubicBezTo>
                <a:cubicBezTo>
                  <a:pt x="142" y="211"/>
                  <a:pt x="152" y="208"/>
                  <a:pt x="162" y="201"/>
                </a:cubicBezTo>
                <a:cubicBezTo>
                  <a:pt x="185" y="184"/>
                  <a:pt x="190" y="151"/>
                  <a:pt x="173" y="128"/>
                </a:cubicBezTo>
                <a:cubicBezTo>
                  <a:pt x="102" y="29"/>
                  <a:pt x="102" y="29"/>
                  <a:pt x="102" y="29"/>
                </a:cubicBezTo>
                <a:cubicBezTo>
                  <a:pt x="85" y="5"/>
                  <a:pt x="52" y="0"/>
                  <a:pt x="28" y="17"/>
                </a:cubicBezTo>
                <a:cubicBezTo>
                  <a:pt x="5" y="34"/>
                  <a:pt x="0" y="67"/>
                  <a:pt x="17" y="90"/>
                </a:cubicBezTo>
                <a:lnTo>
                  <a:pt x="88" y="189"/>
                </a:lnTo>
                <a:close/>
                <a:moveTo>
                  <a:pt x="88" y="189"/>
                </a:moveTo>
                <a:cubicBezTo>
                  <a:pt x="88" y="189"/>
                  <a:pt x="88" y="189"/>
                  <a:pt x="88" y="189"/>
                </a:cubicBezTo>
              </a:path>
            </a:pathLst>
          </a:custGeom>
          <a:solidFill>
            <a:schemeClr val="bg1"/>
          </a:solidFill>
          <a:ln cap="sq">
            <a:noFill/>
          </a:ln>
        </p:spPr>
        <p:txBody>
          <a:bodyPr vert="horz" wrap="square" lIns="91440" tIns="45720" rIns="91440" bIns="45720" rtlCol="0" anchor="t"/>
          <a:lstStyle/>
          <a:p>
            <a:pPr algn="l"/>
            <a:endParaRPr kumimoji="1" lang="zh-CN" altLang="en-US"/>
          </a:p>
        </p:txBody>
      </p:sp>
      <p:sp>
        <p:nvSpPr>
          <p:cNvPr id="9" name="标题 1"/>
          <p:cNvSpPr txBox="1"/>
          <p:nvPr/>
        </p:nvSpPr>
        <p:spPr>
          <a:xfrm>
            <a:off x="4288515" y="2477322"/>
            <a:ext cx="87232" cy="95705"/>
          </a:xfrm>
          <a:custGeom>
            <a:avLst/>
            <a:gdLst>
              <a:gd name="T0" fmla="*/ 102 w 191"/>
              <a:gd name="T1" fmla="*/ 29 h 210"/>
              <a:gd name="T2" fmla="*/ 29 w 191"/>
              <a:gd name="T3" fmla="*/ 17 h 210"/>
              <a:gd name="T4" fmla="*/ 17 w 191"/>
              <a:gd name="T5" fmla="*/ 90 h 210"/>
              <a:gd name="T6" fmla="*/ 89 w 191"/>
              <a:gd name="T7" fmla="*/ 189 h 210"/>
              <a:gd name="T8" fmla="*/ 132 w 191"/>
              <a:gd name="T9" fmla="*/ 210 h 210"/>
              <a:gd name="T10" fmla="*/ 162 w 191"/>
              <a:gd name="T11" fmla="*/ 200 h 210"/>
              <a:gd name="T12" fmla="*/ 174 w 191"/>
              <a:gd name="T13" fmla="*/ 127 h 210"/>
              <a:gd name="T14" fmla="*/ 102 w 191"/>
              <a:gd name="T15" fmla="*/ 29 h 210"/>
              <a:gd name="T16" fmla="*/ 102 w 191"/>
              <a:gd name="T17" fmla="*/ 29 h 210"/>
              <a:gd name="T18" fmla="*/ 102 w 191"/>
              <a:gd name="T19" fmla="*/ 29 h 210"/>
            </a:gdLst>
            <a:ahLst/>
            <a:cxnLst/>
            <a:rect l="0" t="0" r="r" b="b"/>
            <a:pathLst>
              <a:path w="191" h="210">
                <a:moveTo>
                  <a:pt x="102" y="29"/>
                </a:moveTo>
                <a:cubicBezTo>
                  <a:pt x="85" y="5"/>
                  <a:pt x="52" y="0"/>
                  <a:pt x="29" y="17"/>
                </a:cubicBezTo>
                <a:cubicBezTo>
                  <a:pt x="6" y="34"/>
                  <a:pt x="0" y="67"/>
                  <a:pt x="17" y="90"/>
                </a:cubicBezTo>
                <a:cubicBezTo>
                  <a:pt x="89" y="189"/>
                  <a:pt x="89" y="189"/>
                  <a:pt x="89" y="189"/>
                </a:cubicBezTo>
                <a:cubicBezTo>
                  <a:pt x="99" y="203"/>
                  <a:pt x="115" y="210"/>
                  <a:pt x="132" y="210"/>
                </a:cubicBezTo>
                <a:cubicBezTo>
                  <a:pt x="142" y="210"/>
                  <a:pt x="153" y="207"/>
                  <a:pt x="162" y="200"/>
                </a:cubicBezTo>
                <a:cubicBezTo>
                  <a:pt x="186" y="183"/>
                  <a:pt x="191" y="151"/>
                  <a:pt x="174" y="127"/>
                </a:cubicBezTo>
                <a:lnTo>
                  <a:pt x="102" y="29"/>
                </a:lnTo>
                <a:close/>
                <a:moveTo>
                  <a:pt x="102" y="29"/>
                </a:moveTo>
                <a:cubicBezTo>
                  <a:pt x="102" y="29"/>
                  <a:pt x="102" y="29"/>
                  <a:pt x="102" y="29"/>
                </a:cubicBezTo>
              </a:path>
            </a:pathLst>
          </a:custGeom>
          <a:solidFill>
            <a:schemeClr val="bg1"/>
          </a:solidFill>
          <a:ln cap="sq">
            <a:noFill/>
          </a:ln>
        </p:spPr>
        <p:txBody>
          <a:bodyPr vert="horz" wrap="square" lIns="91440" tIns="45720" rIns="91440" bIns="45720" rtlCol="0" anchor="t"/>
          <a:lstStyle/>
          <a:p>
            <a:pPr algn="l"/>
            <a:endParaRPr kumimoji="1" lang="zh-CN" altLang="en-US"/>
          </a:p>
        </p:txBody>
      </p:sp>
      <p:sp>
        <p:nvSpPr>
          <p:cNvPr id="10" name="标题 1"/>
          <p:cNvSpPr txBox="1"/>
          <p:nvPr/>
        </p:nvSpPr>
        <p:spPr>
          <a:xfrm>
            <a:off x="3876425" y="2198873"/>
            <a:ext cx="106296" cy="67975"/>
          </a:xfrm>
          <a:custGeom>
            <a:avLst/>
            <a:gdLst>
              <a:gd name="T0" fmla="*/ 191 w 233"/>
              <a:gd name="T1" fmla="*/ 47 h 149"/>
              <a:gd name="T2" fmla="*/ 75 w 233"/>
              <a:gd name="T3" fmla="*/ 9 h 149"/>
              <a:gd name="T4" fmla="*/ 9 w 233"/>
              <a:gd name="T5" fmla="*/ 43 h 149"/>
              <a:gd name="T6" fmla="*/ 42 w 233"/>
              <a:gd name="T7" fmla="*/ 109 h 149"/>
              <a:gd name="T8" fmla="*/ 158 w 233"/>
              <a:gd name="T9" fmla="*/ 147 h 149"/>
              <a:gd name="T10" fmla="*/ 174 w 233"/>
              <a:gd name="T11" fmla="*/ 149 h 149"/>
              <a:gd name="T12" fmla="*/ 224 w 233"/>
              <a:gd name="T13" fmla="*/ 113 h 149"/>
              <a:gd name="T14" fmla="*/ 191 w 233"/>
              <a:gd name="T15" fmla="*/ 47 h 149"/>
              <a:gd name="T16" fmla="*/ 191 w 233"/>
              <a:gd name="T17" fmla="*/ 47 h 149"/>
              <a:gd name="T18" fmla="*/ 191 w 233"/>
              <a:gd name="T19" fmla="*/ 47 h 149"/>
            </a:gdLst>
            <a:ahLst/>
            <a:cxnLst/>
            <a:rect l="0" t="0" r="r" b="b"/>
            <a:pathLst>
              <a:path w="233" h="149">
                <a:moveTo>
                  <a:pt x="191" y="47"/>
                </a:moveTo>
                <a:cubicBezTo>
                  <a:pt x="75" y="9"/>
                  <a:pt x="75" y="9"/>
                  <a:pt x="75" y="9"/>
                </a:cubicBezTo>
                <a:cubicBezTo>
                  <a:pt x="47" y="0"/>
                  <a:pt x="18" y="15"/>
                  <a:pt x="9" y="43"/>
                </a:cubicBezTo>
                <a:cubicBezTo>
                  <a:pt x="0" y="70"/>
                  <a:pt x="15" y="100"/>
                  <a:pt x="42" y="109"/>
                </a:cubicBezTo>
                <a:cubicBezTo>
                  <a:pt x="158" y="147"/>
                  <a:pt x="158" y="147"/>
                  <a:pt x="158" y="147"/>
                </a:cubicBezTo>
                <a:cubicBezTo>
                  <a:pt x="164" y="148"/>
                  <a:pt x="169" y="149"/>
                  <a:pt x="174" y="149"/>
                </a:cubicBezTo>
                <a:cubicBezTo>
                  <a:pt x="197" y="149"/>
                  <a:pt x="217" y="135"/>
                  <a:pt x="224" y="113"/>
                </a:cubicBezTo>
                <a:cubicBezTo>
                  <a:pt x="233" y="86"/>
                  <a:pt x="218" y="56"/>
                  <a:pt x="191" y="47"/>
                </a:cubicBezTo>
                <a:close/>
                <a:moveTo>
                  <a:pt x="191" y="47"/>
                </a:moveTo>
                <a:cubicBezTo>
                  <a:pt x="191" y="47"/>
                  <a:pt x="191" y="47"/>
                  <a:pt x="191" y="47"/>
                </a:cubicBezTo>
              </a:path>
            </a:pathLst>
          </a:custGeom>
          <a:solidFill>
            <a:schemeClr val="bg1"/>
          </a:solidFill>
          <a:ln cap="sq">
            <a:noFill/>
          </a:ln>
        </p:spPr>
        <p:txBody>
          <a:bodyPr vert="horz" wrap="square" lIns="91440" tIns="45720" rIns="91440" bIns="45720" rtlCol="0" anchor="t"/>
          <a:lstStyle/>
          <a:p>
            <a:pPr algn="l"/>
            <a:endParaRPr kumimoji="1" lang="zh-CN" altLang="en-US"/>
          </a:p>
        </p:txBody>
      </p:sp>
      <p:sp>
        <p:nvSpPr>
          <p:cNvPr id="11" name="标题 1"/>
          <p:cNvSpPr txBox="1"/>
          <p:nvPr/>
        </p:nvSpPr>
        <p:spPr>
          <a:xfrm>
            <a:off x="4373821" y="2360628"/>
            <a:ext cx="106681" cy="67975"/>
          </a:xfrm>
          <a:custGeom>
            <a:avLst/>
            <a:gdLst>
              <a:gd name="T0" fmla="*/ 191 w 234"/>
              <a:gd name="T1" fmla="*/ 47 h 149"/>
              <a:gd name="T2" fmla="*/ 75 w 234"/>
              <a:gd name="T3" fmla="*/ 9 h 149"/>
              <a:gd name="T4" fmla="*/ 9 w 234"/>
              <a:gd name="T5" fmla="*/ 43 h 149"/>
              <a:gd name="T6" fmla="*/ 43 w 234"/>
              <a:gd name="T7" fmla="*/ 109 h 149"/>
              <a:gd name="T8" fmla="*/ 159 w 234"/>
              <a:gd name="T9" fmla="*/ 146 h 149"/>
              <a:gd name="T10" fmla="*/ 175 w 234"/>
              <a:gd name="T11" fmla="*/ 149 h 149"/>
              <a:gd name="T12" fmla="*/ 225 w 234"/>
              <a:gd name="T13" fmla="*/ 113 h 149"/>
              <a:gd name="T14" fmla="*/ 191 w 234"/>
              <a:gd name="T15" fmla="*/ 47 h 149"/>
              <a:gd name="T16" fmla="*/ 191 w 234"/>
              <a:gd name="T17" fmla="*/ 47 h 149"/>
              <a:gd name="T18" fmla="*/ 191 w 234"/>
              <a:gd name="T19" fmla="*/ 47 h 149"/>
            </a:gdLst>
            <a:ahLst/>
            <a:cxnLst/>
            <a:rect l="0" t="0" r="r" b="b"/>
            <a:pathLst>
              <a:path w="234" h="149">
                <a:moveTo>
                  <a:pt x="191" y="47"/>
                </a:moveTo>
                <a:cubicBezTo>
                  <a:pt x="75" y="9"/>
                  <a:pt x="75" y="9"/>
                  <a:pt x="75" y="9"/>
                </a:cubicBezTo>
                <a:cubicBezTo>
                  <a:pt x="48" y="0"/>
                  <a:pt x="18" y="15"/>
                  <a:pt x="9" y="43"/>
                </a:cubicBezTo>
                <a:cubicBezTo>
                  <a:pt x="0" y="70"/>
                  <a:pt x="16" y="100"/>
                  <a:pt x="43" y="109"/>
                </a:cubicBezTo>
                <a:cubicBezTo>
                  <a:pt x="159" y="146"/>
                  <a:pt x="159" y="146"/>
                  <a:pt x="159" y="146"/>
                </a:cubicBezTo>
                <a:cubicBezTo>
                  <a:pt x="164" y="148"/>
                  <a:pt x="170" y="149"/>
                  <a:pt x="175" y="149"/>
                </a:cubicBezTo>
                <a:cubicBezTo>
                  <a:pt x="197" y="149"/>
                  <a:pt x="218" y="135"/>
                  <a:pt x="225" y="113"/>
                </a:cubicBezTo>
                <a:cubicBezTo>
                  <a:pt x="234" y="85"/>
                  <a:pt x="219" y="56"/>
                  <a:pt x="191" y="47"/>
                </a:cubicBezTo>
                <a:close/>
                <a:moveTo>
                  <a:pt x="191" y="47"/>
                </a:moveTo>
                <a:cubicBezTo>
                  <a:pt x="191" y="47"/>
                  <a:pt x="191" y="47"/>
                  <a:pt x="191" y="47"/>
                </a:cubicBezTo>
              </a:path>
            </a:pathLst>
          </a:custGeom>
          <a:solidFill>
            <a:schemeClr val="bg1"/>
          </a:solidFill>
          <a:ln cap="sq">
            <a:noFill/>
          </a:ln>
        </p:spPr>
        <p:txBody>
          <a:bodyPr vert="horz" wrap="square" lIns="91440" tIns="45720" rIns="91440" bIns="45720" rtlCol="0" anchor="t"/>
          <a:lstStyle/>
          <a:p>
            <a:pPr algn="l"/>
            <a:endParaRPr kumimoji="1" lang="zh-CN" altLang="en-US"/>
          </a:p>
        </p:txBody>
      </p:sp>
      <p:sp>
        <p:nvSpPr>
          <p:cNvPr id="12" name="标题 1"/>
          <p:cNvSpPr txBox="1"/>
          <p:nvPr/>
        </p:nvSpPr>
        <p:spPr>
          <a:xfrm>
            <a:off x="3876425" y="2360628"/>
            <a:ext cx="106296" cy="67975"/>
          </a:xfrm>
          <a:custGeom>
            <a:avLst/>
            <a:gdLst>
              <a:gd name="T0" fmla="*/ 158 w 233"/>
              <a:gd name="T1" fmla="*/ 9 h 149"/>
              <a:gd name="T2" fmla="*/ 42 w 233"/>
              <a:gd name="T3" fmla="*/ 47 h 149"/>
              <a:gd name="T4" fmla="*/ 9 w 233"/>
              <a:gd name="T5" fmla="*/ 113 h 149"/>
              <a:gd name="T6" fmla="*/ 58 w 233"/>
              <a:gd name="T7" fmla="*/ 149 h 149"/>
              <a:gd name="T8" fmla="*/ 75 w 233"/>
              <a:gd name="T9" fmla="*/ 146 h 149"/>
              <a:gd name="T10" fmla="*/ 191 w 233"/>
              <a:gd name="T11" fmla="*/ 109 h 149"/>
              <a:gd name="T12" fmla="*/ 224 w 233"/>
              <a:gd name="T13" fmla="*/ 43 h 149"/>
              <a:gd name="T14" fmla="*/ 158 w 233"/>
              <a:gd name="T15" fmla="*/ 9 h 149"/>
              <a:gd name="T16" fmla="*/ 158 w 233"/>
              <a:gd name="T17" fmla="*/ 9 h 149"/>
              <a:gd name="T18" fmla="*/ 158 w 233"/>
              <a:gd name="T19" fmla="*/ 9 h 149"/>
            </a:gdLst>
            <a:ahLst/>
            <a:cxnLst/>
            <a:rect l="0" t="0" r="r" b="b"/>
            <a:pathLst>
              <a:path w="233" h="149">
                <a:moveTo>
                  <a:pt x="158" y="9"/>
                </a:moveTo>
                <a:cubicBezTo>
                  <a:pt x="42" y="47"/>
                  <a:pt x="42" y="47"/>
                  <a:pt x="42" y="47"/>
                </a:cubicBezTo>
                <a:cubicBezTo>
                  <a:pt x="15" y="56"/>
                  <a:pt x="0" y="85"/>
                  <a:pt x="9" y="113"/>
                </a:cubicBezTo>
                <a:cubicBezTo>
                  <a:pt x="16" y="135"/>
                  <a:pt x="36" y="149"/>
                  <a:pt x="58" y="149"/>
                </a:cubicBezTo>
                <a:cubicBezTo>
                  <a:pt x="64" y="149"/>
                  <a:pt x="69" y="148"/>
                  <a:pt x="75" y="146"/>
                </a:cubicBezTo>
                <a:cubicBezTo>
                  <a:pt x="191" y="109"/>
                  <a:pt x="191" y="109"/>
                  <a:pt x="191" y="109"/>
                </a:cubicBezTo>
                <a:cubicBezTo>
                  <a:pt x="218" y="100"/>
                  <a:pt x="233" y="70"/>
                  <a:pt x="224" y="43"/>
                </a:cubicBezTo>
                <a:cubicBezTo>
                  <a:pt x="215" y="15"/>
                  <a:pt x="186" y="0"/>
                  <a:pt x="158" y="9"/>
                </a:cubicBezTo>
                <a:close/>
                <a:moveTo>
                  <a:pt x="158" y="9"/>
                </a:moveTo>
                <a:cubicBezTo>
                  <a:pt x="158" y="9"/>
                  <a:pt x="158" y="9"/>
                  <a:pt x="158" y="9"/>
                </a:cubicBezTo>
              </a:path>
            </a:pathLst>
          </a:custGeom>
          <a:solidFill>
            <a:schemeClr val="bg1"/>
          </a:solidFill>
          <a:ln cap="sq">
            <a:noFill/>
          </a:ln>
        </p:spPr>
        <p:txBody>
          <a:bodyPr vert="horz" wrap="square" lIns="91440" tIns="45720" rIns="91440" bIns="45720" rtlCol="0" anchor="t"/>
          <a:lstStyle/>
          <a:p>
            <a:pPr algn="l"/>
            <a:endParaRPr kumimoji="1" lang="zh-CN" altLang="en-US"/>
          </a:p>
        </p:txBody>
      </p:sp>
      <p:sp>
        <p:nvSpPr>
          <p:cNvPr id="13" name="标题 1"/>
          <p:cNvSpPr txBox="1"/>
          <p:nvPr/>
        </p:nvSpPr>
        <p:spPr>
          <a:xfrm>
            <a:off x="4373821" y="2198873"/>
            <a:ext cx="106681" cy="67975"/>
          </a:xfrm>
          <a:custGeom>
            <a:avLst/>
            <a:gdLst>
              <a:gd name="T0" fmla="*/ 59 w 234"/>
              <a:gd name="T1" fmla="*/ 149 h 149"/>
              <a:gd name="T2" fmla="*/ 75 w 234"/>
              <a:gd name="T3" fmla="*/ 147 h 149"/>
              <a:gd name="T4" fmla="*/ 191 w 234"/>
              <a:gd name="T5" fmla="*/ 109 h 149"/>
              <a:gd name="T6" fmla="*/ 225 w 234"/>
              <a:gd name="T7" fmla="*/ 43 h 149"/>
              <a:gd name="T8" fmla="*/ 159 w 234"/>
              <a:gd name="T9" fmla="*/ 9 h 149"/>
              <a:gd name="T10" fmla="*/ 43 w 234"/>
              <a:gd name="T11" fmla="*/ 47 h 149"/>
              <a:gd name="T12" fmla="*/ 9 w 234"/>
              <a:gd name="T13" fmla="*/ 113 h 149"/>
              <a:gd name="T14" fmla="*/ 59 w 234"/>
              <a:gd name="T15" fmla="*/ 149 h 149"/>
              <a:gd name="T16" fmla="*/ 59 w 234"/>
              <a:gd name="T17" fmla="*/ 149 h 149"/>
              <a:gd name="T18" fmla="*/ 59 w 234"/>
              <a:gd name="T19" fmla="*/ 149 h 149"/>
            </a:gdLst>
            <a:ahLst/>
            <a:cxnLst/>
            <a:rect l="0" t="0" r="r" b="b"/>
            <a:pathLst>
              <a:path w="234" h="149">
                <a:moveTo>
                  <a:pt x="59" y="149"/>
                </a:moveTo>
                <a:cubicBezTo>
                  <a:pt x="65" y="149"/>
                  <a:pt x="70" y="148"/>
                  <a:pt x="75" y="147"/>
                </a:cubicBezTo>
                <a:cubicBezTo>
                  <a:pt x="191" y="109"/>
                  <a:pt x="191" y="109"/>
                  <a:pt x="191" y="109"/>
                </a:cubicBezTo>
                <a:cubicBezTo>
                  <a:pt x="219" y="100"/>
                  <a:pt x="234" y="70"/>
                  <a:pt x="225" y="43"/>
                </a:cubicBezTo>
                <a:cubicBezTo>
                  <a:pt x="216" y="15"/>
                  <a:pt x="186" y="0"/>
                  <a:pt x="159" y="9"/>
                </a:cubicBezTo>
                <a:cubicBezTo>
                  <a:pt x="43" y="47"/>
                  <a:pt x="43" y="47"/>
                  <a:pt x="43" y="47"/>
                </a:cubicBezTo>
                <a:cubicBezTo>
                  <a:pt x="16" y="56"/>
                  <a:pt x="0" y="86"/>
                  <a:pt x="9" y="113"/>
                </a:cubicBezTo>
                <a:cubicBezTo>
                  <a:pt x="17" y="135"/>
                  <a:pt x="37" y="149"/>
                  <a:pt x="59" y="149"/>
                </a:cubicBezTo>
                <a:close/>
                <a:moveTo>
                  <a:pt x="59" y="149"/>
                </a:moveTo>
                <a:cubicBezTo>
                  <a:pt x="59" y="149"/>
                  <a:pt x="59" y="149"/>
                  <a:pt x="59" y="149"/>
                </a:cubicBezTo>
              </a:path>
            </a:pathLst>
          </a:custGeom>
          <a:solidFill>
            <a:schemeClr val="bg1"/>
          </a:solidFill>
          <a:ln cap="sq">
            <a:noFill/>
          </a:ln>
        </p:spPr>
        <p:txBody>
          <a:bodyPr vert="horz" wrap="square" lIns="91440" tIns="45720" rIns="91440" bIns="45720" rtlCol="0" anchor="t"/>
          <a:lstStyle/>
          <a:p>
            <a:pPr algn="l"/>
            <a:endParaRPr kumimoji="1" lang="zh-CN" altLang="en-US"/>
          </a:p>
        </p:txBody>
      </p:sp>
      <p:sp>
        <p:nvSpPr>
          <p:cNvPr id="14" name="标题 1"/>
          <p:cNvSpPr txBox="1"/>
          <p:nvPr/>
        </p:nvSpPr>
        <p:spPr>
          <a:xfrm>
            <a:off x="3981373" y="2477322"/>
            <a:ext cx="86654" cy="95705"/>
          </a:xfrm>
          <a:custGeom>
            <a:avLst/>
            <a:gdLst>
              <a:gd name="T0" fmla="*/ 88 w 190"/>
              <a:gd name="T1" fmla="*/ 29 h 210"/>
              <a:gd name="T2" fmla="*/ 17 w 190"/>
              <a:gd name="T3" fmla="*/ 127 h 210"/>
              <a:gd name="T4" fmla="*/ 28 w 190"/>
              <a:gd name="T5" fmla="*/ 200 h 210"/>
              <a:gd name="T6" fmla="*/ 59 w 190"/>
              <a:gd name="T7" fmla="*/ 210 h 210"/>
              <a:gd name="T8" fmla="*/ 101 w 190"/>
              <a:gd name="T9" fmla="*/ 189 h 210"/>
              <a:gd name="T10" fmla="*/ 173 w 190"/>
              <a:gd name="T11" fmla="*/ 90 h 210"/>
              <a:gd name="T12" fmla="*/ 162 w 190"/>
              <a:gd name="T13" fmla="*/ 17 h 210"/>
              <a:gd name="T14" fmla="*/ 88 w 190"/>
              <a:gd name="T15" fmla="*/ 29 h 210"/>
              <a:gd name="T16" fmla="*/ 88 w 190"/>
              <a:gd name="T17" fmla="*/ 29 h 210"/>
              <a:gd name="T18" fmla="*/ 88 w 190"/>
              <a:gd name="T19" fmla="*/ 29 h 210"/>
            </a:gdLst>
            <a:ahLst/>
            <a:cxnLst/>
            <a:rect l="0" t="0" r="r" b="b"/>
            <a:pathLst>
              <a:path w="190" h="210">
                <a:moveTo>
                  <a:pt x="88" y="29"/>
                </a:moveTo>
                <a:cubicBezTo>
                  <a:pt x="17" y="127"/>
                  <a:pt x="17" y="127"/>
                  <a:pt x="17" y="127"/>
                </a:cubicBezTo>
                <a:cubicBezTo>
                  <a:pt x="0" y="151"/>
                  <a:pt x="5" y="183"/>
                  <a:pt x="28" y="200"/>
                </a:cubicBezTo>
                <a:cubicBezTo>
                  <a:pt x="37" y="207"/>
                  <a:pt x="48" y="210"/>
                  <a:pt x="59" y="210"/>
                </a:cubicBezTo>
                <a:cubicBezTo>
                  <a:pt x="75" y="210"/>
                  <a:pt x="91" y="203"/>
                  <a:pt x="101" y="189"/>
                </a:cubicBezTo>
                <a:cubicBezTo>
                  <a:pt x="173" y="90"/>
                  <a:pt x="173" y="90"/>
                  <a:pt x="173" y="90"/>
                </a:cubicBezTo>
                <a:cubicBezTo>
                  <a:pt x="190" y="67"/>
                  <a:pt x="185" y="34"/>
                  <a:pt x="162" y="17"/>
                </a:cubicBezTo>
                <a:cubicBezTo>
                  <a:pt x="138" y="0"/>
                  <a:pt x="105" y="5"/>
                  <a:pt x="88" y="29"/>
                </a:cubicBezTo>
                <a:close/>
                <a:moveTo>
                  <a:pt x="88" y="29"/>
                </a:moveTo>
                <a:cubicBezTo>
                  <a:pt x="88" y="29"/>
                  <a:pt x="88" y="29"/>
                  <a:pt x="88" y="29"/>
                </a:cubicBezTo>
              </a:path>
            </a:pathLst>
          </a:custGeom>
          <a:solidFill>
            <a:schemeClr val="bg1"/>
          </a:solidFill>
          <a:ln cap="sq">
            <a:noFill/>
          </a:ln>
        </p:spPr>
        <p:txBody>
          <a:bodyPr vert="horz" wrap="square" lIns="91440" tIns="45720" rIns="91440" bIns="45720" rtlCol="0" anchor="t"/>
          <a:lstStyle/>
          <a:p>
            <a:pPr algn="l"/>
            <a:endParaRPr kumimoji="1" lang="zh-CN" altLang="en-US"/>
          </a:p>
        </p:txBody>
      </p:sp>
      <p:sp>
        <p:nvSpPr>
          <p:cNvPr id="15" name="标题 1"/>
          <p:cNvSpPr txBox="1"/>
          <p:nvPr/>
        </p:nvSpPr>
        <p:spPr>
          <a:xfrm>
            <a:off x="4288515" y="2054065"/>
            <a:ext cx="87232" cy="96090"/>
          </a:xfrm>
          <a:custGeom>
            <a:avLst/>
            <a:gdLst>
              <a:gd name="T0" fmla="*/ 89 w 191"/>
              <a:gd name="T1" fmla="*/ 29 h 211"/>
              <a:gd name="T2" fmla="*/ 17 w 191"/>
              <a:gd name="T3" fmla="*/ 128 h 211"/>
              <a:gd name="T4" fmla="*/ 29 w 191"/>
              <a:gd name="T5" fmla="*/ 201 h 211"/>
              <a:gd name="T6" fmla="*/ 60 w 191"/>
              <a:gd name="T7" fmla="*/ 211 h 211"/>
              <a:gd name="T8" fmla="*/ 102 w 191"/>
              <a:gd name="T9" fmla="*/ 189 h 211"/>
              <a:gd name="T10" fmla="*/ 174 w 191"/>
              <a:gd name="T11" fmla="*/ 90 h 211"/>
              <a:gd name="T12" fmla="*/ 162 w 191"/>
              <a:gd name="T13" fmla="*/ 17 h 211"/>
              <a:gd name="T14" fmla="*/ 89 w 191"/>
              <a:gd name="T15" fmla="*/ 29 h 211"/>
              <a:gd name="T16" fmla="*/ 89 w 191"/>
              <a:gd name="T17" fmla="*/ 29 h 211"/>
              <a:gd name="T18" fmla="*/ 89 w 191"/>
              <a:gd name="T19" fmla="*/ 29 h 211"/>
            </a:gdLst>
            <a:ahLst/>
            <a:cxnLst/>
            <a:rect l="0" t="0" r="r" b="b"/>
            <a:pathLst>
              <a:path w="191" h="211">
                <a:moveTo>
                  <a:pt x="89" y="29"/>
                </a:moveTo>
                <a:cubicBezTo>
                  <a:pt x="17" y="128"/>
                  <a:pt x="17" y="128"/>
                  <a:pt x="17" y="128"/>
                </a:cubicBezTo>
                <a:cubicBezTo>
                  <a:pt x="0" y="151"/>
                  <a:pt x="6" y="184"/>
                  <a:pt x="29" y="201"/>
                </a:cubicBezTo>
                <a:cubicBezTo>
                  <a:pt x="38" y="208"/>
                  <a:pt x="49" y="211"/>
                  <a:pt x="60" y="211"/>
                </a:cubicBezTo>
                <a:cubicBezTo>
                  <a:pt x="76" y="211"/>
                  <a:pt x="92" y="203"/>
                  <a:pt x="102" y="189"/>
                </a:cubicBezTo>
                <a:cubicBezTo>
                  <a:pt x="174" y="90"/>
                  <a:pt x="174" y="90"/>
                  <a:pt x="174" y="90"/>
                </a:cubicBezTo>
                <a:cubicBezTo>
                  <a:pt x="191" y="67"/>
                  <a:pt x="186" y="34"/>
                  <a:pt x="162" y="17"/>
                </a:cubicBezTo>
                <a:cubicBezTo>
                  <a:pt x="139" y="0"/>
                  <a:pt x="106" y="5"/>
                  <a:pt x="89" y="29"/>
                </a:cubicBezTo>
                <a:close/>
                <a:moveTo>
                  <a:pt x="89" y="29"/>
                </a:moveTo>
                <a:cubicBezTo>
                  <a:pt x="89" y="29"/>
                  <a:pt x="89" y="29"/>
                  <a:pt x="89" y="29"/>
                </a:cubicBezTo>
              </a:path>
            </a:pathLst>
          </a:custGeom>
          <a:solidFill>
            <a:schemeClr val="bg1"/>
          </a:solidFill>
          <a:ln cap="sq">
            <a:noFill/>
          </a:ln>
        </p:spPr>
        <p:txBody>
          <a:bodyPr vert="horz" wrap="square" lIns="91440" tIns="45720" rIns="91440" bIns="45720" rtlCol="0" anchor="t"/>
          <a:lstStyle/>
          <a:p>
            <a:pPr algn="l"/>
            <a:endParaRPr kumimoji="1" lang="zh-CN" altLang="en-US"/>
          </a:p>
        </p:txBody>
      </p:sp>
      <p:sp>
        <p:nvSpPr>
          <p:cNvPr id="16" name="标题 1"/>
          <p:cNvSpPr txBox="1"/>
          <p:nvPr/>
        </p:nvSpPr>
        <p:spPr>
          <a:xfrm>
            <a:off x="4006021" y="2143800"/>
            <a:ext cx="345077" cy="417866"/>
          </a:xfrm>
          <a:custGeom>
            <a:avLst/>
            <a:gdLst>
              <a:gd name="T0" fmla="*/ 757 w 757"/>
              <a:gd name="T1" fmla="*/ 378 h 917"/>
              <a:gd name="T2" fmla="*/ 378 w 757"/>
              <a:gd name="T3" fmla="*/ 0 h 917"/>
              <a:gd name="T4" fmla="*/ 0 w 757"/>
              <a:gd name="T5" fmla="*/ 378 h 917"/>
              <a:gd name="T6" fmla="*/ 81 w 757"/>
              <a:gd name="T7" fmla="*/ 612 h 917"/>
              <a:gd name="T8" fmla="*/ 204 w 757"/>
              <a:gd name="T9" fmla="*/ 792 h 917"/>
              <a:gd name="T10" fmla="*/ 204 w 757"/>
              <a:gd name="T11" fmla="*/ 917 h 917"/>
              <a:gd name="T12" fmla="*/ 551 w 757"/>
              <a:gd name="T13" fmla="*/ 917 h 917"/>
              <a:gd name="T14" fmla="*/ 551 w 757"/>
              <a:gd name="T15" fmla="*/ 795 h 917"/>
              <a:gd name="T16" fmla="*/ 676 w 757"/>
              <a:gd name="T17" fmla="*/ 612 h 917"/>
              <a:gd name="T18" fmla="*/ 757 w 757"/>
              <a:gd name="T19" fmla="*/ 378 h 917"/>
              <a:gd name="T20" fmla="*/ 757 w 757"/>
              <a:gd name="T21" fmla="*/ 378 h 917"/>
              <a:gd name="T22" fmla="*/ 757 w 757"/>
              <a:gd name="T23" fmla="*/ 378 h 917"/>
            </a:gdLst>
            <a:ahLst/>
            <a:cxnLst/>
            <a:rect l="0" t="0" r="r" b="b"/>
            <a:pathLst>
              <a:path w="757" h="917">
                <a:moveTo>
                  <a:pt x="757" y="378"/>
                </a:moveTo>
                <a:cubicBezTo>
                  <a:pt x="757" y="169"/>
                  <a:pt x="587" y="0"/>
                  <a:pt x="378" y="0"/>
                </a:cubicBezTo>
                <a:cubicBezTo>
                  <a:pt x="169" y="0"/>
                  <a:pt x="0" y="169"/>
                  <a:pt x="0" y="378"/>
                </a:cubicBezTo>
                <a:cubicBezTo>
                  <a:pt x="0" y="467"/>
                  <a:pt x="30" y="548"/>
                  <a:pt x="81" y="612"/>
                </a:cubicBezTo>
                <a:cubicBezTo>
                  <a:pt x="125" y="668"/>
                  <a:pt x="167" y="730"/>
                  <a:pt x="204" y="792"/>
                </a:cubicBezTo>
                <a:cubicBezTo>
                  <a:pt x="204" y="917"/>
                  <a:pt x="204" y="917"/>
                  <a:pt x="204" y="917"/>
                </a:cubicBezTo>
                <a:cubicBezTo>
                  <a:pt x="551" y="917"/>
                  <a:pt x="551" y="917"/>
                  <a:pt x="551" y="917"/>
                </a:cubicBezTo>
                <a:cubicBezTo>
                  <a:pt x="551" y="795"/>
                  <a:pt x="551" y="795"/>
                  <a:pt x="551" y="795"/>
                </a:cubicBezTo>
                <a:cubicBezTo>
                  <a:pt x="587" y="735"/>
                  <a:pt x="634" y="665"/>
                  <a:pt x="676" y="612"/>
                </a:cubicBezTo>
                <a:cubicBezTo>
                  <a:pt x="727" y="548"/>
                  <a:pt x="757" y="467"/>
                  <a:pt x="757" y="378"/>
                </a:cubicBezTo>
                <a:close/>
                <a:moveTo>
                  <a:pt x="757" y="378"/>
                </a:moveTo>
                <a:cubicBezTo>
                  <a:pt x="757" y="378"/>
                  <a:pt x="757" y="378"/>
                  <a:pt x="757" y="378"/>
                </a:cubicBezTo>
              </a:path>
            </a:pathLst>
          </a:custGeom>
          <a:solidFill>
            <a:schemeClr val="bg1"/>
          </a:solidFill>
          <a:ln cap="sq">
            <a:noFill/>
          </a:ln>
        </p:spPr>
        <p:txBody>
          <a:bodyPr vert="horz" wrap="square" lIns="91440" tIns="45720" rIns="91440" bIns="45720" rtlCol="0" anchor="t"/>
          <a:lstStyle/>
          <a:p>
            <a:pPr algn="l"/>
            <a:endParaRPr kumimoji="1" lang="zh-CN" altLang="en-US"/>
          </a:p>
        </p:txBody>
      </p:sp>
      <p:sp>
        <p:nvSpPr>
          <p:cNvPr id="17" name="标题 1"/>
          <p:cNvSpPr txBox="1"/>
          <p:nvPr/>
        </p:nvSpPr>
        <p:spPr>
          <a:xfrm>
            <a:off x="5108454" y="3105523"/>
            <a:ext cx="6084000" cy="2126877"/>
          </a:xfrm>
          <a:prstGeom prst="rect">
            <a:avLst/>
          </a:prstGeom>
          <a:noFill/>
          <a:ln w="12700" cap="sq">
            <a:noFill/>
            <a:miter/>
          </a:ln>
        </p:spPr>
        <p:txBody>
          <a:bodyPr vert="horz" wrap="square" lIns="0" tIns="0" rIns="0" bIns="0" rtlCol="0" anchor="t"/>
          <a:lstStyle/>
          <a:p>
            <a:pPr algn="l"/>
            <a:r>
              <a:rPr kumimoji="1" lang="en-US" altLang="zh-CN" sz="1600">
                <a:ln w="12700">
                  <a:noFill/>
                </a:ln>
                <a:solidFill>
                  <a:srgbClr val="262626">
                    <a:alpha val="100000"/>
                  </a:srgbClr>
                </a:solidFill>
                <a:latin typeface="Poppins"/>
                <a:ea typeface="Poppins"/>
                <a:cs typeface="Poppins"/>
              </a:rPr>
              <a:t>Presentar el borrador del POA a la alta dirección y a los líderes de las unidades de negocio para su retroalimentación y aprobación final.</a:t>
            </a:r>
            <a:endParaRPr kumimoji="1" lang="zh-CN" altLang="en-US"/>
          </a:p>
        </p:txBody>
      </p:sp>
      <p:sp>
        <p:nvSpPr>
          <p:cNvPr id="18" name="标题 1"/>
          <p:cNvSpPr txBox="1"/>
          <p:nvPr/>
        </p:nvSpPr>
        <p:spPr>
          <a:xfrm>
            <a:off x="5108451" y="2032000"/>
            <a:ext cx="6084000" cy="1029843"/>
          </a:xfrm>
          <a:prstGeom prst="rect">
            <a:avLst/>
          </a:prstGeom>
          <a:noFill/>
          <a:ln>
            <a:noFill/>
          </a:ln>
        </p:spPr>
        <p:txBody>
          <a:bodyPr vert="horz" wrap="square" lIns="0" tIns="0" rIns="0" bIns="0" rtlCol="0" anchor="ctr"/>
          <a:lstStyle/>
          <a:p>
            <a:pPr algn="l"/>
            <a:r>
              <a:rPr kumimoji="1" lang="en-US" altLang="zh-CN" sz="1600">
                <a:ln w="12700">
                  <a:noFill/>
                </a:ln>
                <a:solidFill>
                  <a:srgbClr val="262626">
                    <a:alpha val="100000"/>
                  </a:srgbClr>
                </a:solidFill>
                <a:latin typeface="poppins-bold"/>
                <a:ea typeface="poppins-bold"/>
                <a:cs typeface="poppins-bold"/>
              </a:rPr>
              <a:t>Presentar el borrador del POA</a:t>
            </a:r>
            <a:endParaRPr kumimoji="1" lang="zh-CN" altLang="en-US"/>
          </a:p>
        </p:txBody>
      </p:sp>
      <p:sp>
        <p:nvSpPr>
          <p:cNvPr id="19" name="标题 1"/>
          <p:cNvSpPr txBox="1"/>
          <p:nvPr/>
        </p:nvSpPr>
        <p:spPr>
          <a:xfrm>
            <a:off x="480400" y="4929121"/>
            <a:ext cx="360000" cy="360000"/>
          </a:xfrm>
          <a:prstGeom prst="ellipse">
            <a:avLst/>
          </a:prstGeom>
          <a:gradFill>
            <a:gsLst>
              <a:gs pos="0">
                <a:schemeClr val="accent1">
                  <a:lumMod val="60000"/>
                  <a:lumOff val="40000"/>
                </a:schemeClr>
              </a:gs>
              <a:gs pos="100000">
                <a:schemeClr val="accent1"/>
              </a:gs>
            </a:gsLst>
            <a:lin ang="2700000" scaled="0"/>
          </a:gradFill>
          <a:ln w="12700" cap="sq">
            <a:noFill/>
            <a:miter/>
          </a:ln>
          <a:effectLst>
            <a:outerShdw blurRad="381000" dist="127000" dir="2700000" algn="tl" rotWithShape="0">
              <a:schemeClr val="accent1">
                <a:alpha val="20000"/>
              </a:schemeClr>
            </a:outerShdw>
          </a:effectLst>
        </p:spPr>
        <p:txBody>
          <a:bodyPr vert="horz" wrap="square" lIns="91440" tIns="45720" rIns="91440" bIns="45720" rtlCol="0" anchor="ctr"/>
          <a:lstStyle/>
          <a:p>
            <a:pPr algn="ctr"/>
            <a:r>
              <a:rPr kumimoji="1" lang="en-US" altLang="zh-CN" sz="1800">
                <a:ln w="12700">
                  <a:noFill/>
                </a:ln>
                <a:solidFill>
                  <a:srgbClr val="FFFFFF">
                    <a:alpha val="100000"/>
                  </a:srgbClr>
                </a:solidFill>
                <a:latin typeface="poppins-bold"/>
                <a:ea typeface="poppins-bold"/>
                <a:cs typeface="poppins-bold"/>
              </a:rPr>
              <a:t> </a:t>
            </a:r>
            <a:endParaRPr kumimoji="1" lang="zh-CN" altLang="en-US"/>
          </a:p>
        </p:txBody>
      </p:sp>
      <p:sp>
        <p:nvSpPr>
          <p:cNvPr id="20" name="标题 1"/>
          <p:cNvSpPr txBox="1"/>
          <p:nvPr/>
        </p:nvSpPr>
        <p:spPr>
          <a:xfrm rot="10800000">
            <a:off x="660399" y="158962"/>
            <a:ext cx="10858499" cy="971338"/>
          </a:xfrm>
          <a:prstGeom prst="roundRect">
            <a:avLst/>
          </a:prstGeom>
          <a:gradFill>
            <a:gsLst>
              <a:gs pos="0">
                <a:schemeClr val="bg1">
                  <a:alpha val="0"/>
                </a:schemeClr>
              </a:gs>
              <a:gs pos="60000">
                <a:schemeClr val="accent1">
                  <a:lumMod val="20000"/>
                  <a:lumOff val="80000"/>
                </a:schemeClr>
              </a:gs>
              <a:gs pos="100000">
                <a:schemeClr val="bg1"/>
              </a:gs>
            </a:gsLst>
            <a:lin ang="16200000" scaled="0"/>
          </a:gradFill>
          <a:ln w="12700" cap="sq">
            <a:noFill/>
            <a:miter/>
          </a:ln>
        </p:spPr>
        <p:txBody>
          <a:bodyPr vert="horz" wrap="square" lIns="91440" tIns="45720" rIns="91440" bIns="45720" rtlCol="0" anchor="ctr"/>
          <a:lstStyle/>
          <a:p>
            <a:pPr algn="ctr"/>
            <a:endParaRPr kumimoji="1" lang="zh-CN" altLang="en-US"/>
          </a:p>
        </p:txBody>
      </p:sp>
      <p:sp>
        <p:nvSpPr>
          <p:cNvPr id="21" name="标题 1"/>
          <p:cNvSpPr txBox="1"/>
          <p:nvPr/>
        </p:nvSpPr>
        <p:spPr>
          <a:xfrm flipH="1">
            <a:off x="139042" y="296832"/>
            <a:ext cx="765810" cy="347799"/>
          </a:xfrm>
          <a:custGeom>
            <a:avLst/>
            <a:gdLst>
              <a:gd name="connsiteX0" fmla="*/ 651510 w 765810"/>
              <a:gd name="connsiteY0" fmla="*/ 253093 h 347799"/>
              <a:gd name="connsiteX1" fmla="*/ 543741 w 765810"/>
              <a:gd name="connsiteY1" fmla="*/ 318407 h 347799"/>
              <a:gd name="connsiteX2" fmla="*/ 435973 w 765810"/>
              <a:gd name="connsiteY2" fmla="*/ 253093 h 347799"/>
              <a:gd name="connsiteX3" fmla="*/ 329837 w 765810"/>
              <a:gd name="connsiteY3" fmla="*/ 318407 h 347799"/>
              <a:gd name="connsiteX4" fmla="*/ 222069 w 765810"/>
              <a:gd name="connsiteY4" fmla="*/ 253093 h 347799"/>
              <a:gd name="connsiteX5" fmla="*/ 114300 w 765810"/>
              <a:gd name="connsiteY5" fmla="*/ 318407 h 347799"/>
              <a:gd name="connsiteX6" fmla="*/ 13063 w 765810"/>
              <a:gd name="connsiteY6" fmla="*/ 256358 h 347799"/>
              <a:gd name="connsiteX7" fmla="*/ 0 w 765810"/>
              <a:gd name="connsiteY7" fmla="*/ 277586 h 347799"/>
              <a:gd name="connsiteX8" fmla="*/ 114300 w 765810"/>
              <a:gd name="connsiteY8" fmla="*/ 347799 h 347799"/>
              <a:gd name="connsiteX9" fmla="*/ 222069 w 765810"/>
              <a:gd name="connsiteY9" fmla="*/ 282484 h 347799"/>
              <a:gd name="connsiteX10" fmla="*/ 329837 w 765810"/>
              <a:gd name="connsiteY10" fmla="*/ 347799 h 347799"/>
              <a:gd name="connsiteX11" fmla="*/ 435973 w 765810"/>
              <a:gd name="connsiteY11" fmla="*/ 282484 h 347799"/>
              <a:gd name="connsiteX12" fmla="*/ 543741 w 765810"/>
              <a:gd name="connsiteY12" fmla="*/ 347799 h 347799"/>
              <a:gd name="connsiteX13" fmla="*/ 651510 w 765810"/>
              <a:gd name="connsiteY13" fmla="*/ 282484 h 347799"/>
              <a:gd name="connsiteX14" fmla="*/ 752747 w 765810"/>
              <a:gd name="connsiteY14" fmla="*/ 342900 h 347799"/>
              <a:gd name="connsiteX15" fmla="*/ 765810 w 765810"/>
              <a:gd name="connsiteY15" fmla="*/ 321673 h 347799"/>
              <a:gd name="connsiteX16" fmla="*/ 651510 w 765810"/>
              <a:gd name="connsiteY16" fmla="*/ 125730 h 347799"/>
              <a:gd name="connsiteX17" fmla="*/ 543741 w 765810"/>
              <a:gd name="connsiteY17" fmla="*/ 191044 h 347799"/>
              <a:gd name="connsiteX18" fmla="*/ 435973 w 765810"/>
              <a:gd name="connsiteY18" fmla="*/ 125730 h 347799"/>
              <a:gd name="connsiteX19" fmla="*/ 329837 w 765810"/>
              <a:gd name="connsiteY19" fmla="*/ 191044 h 347799"/>
              <a:gd name="connsiteX20" fmla="*/ 222069 w 765810"/>
              <a:gd name="connsiteY20" fmla="*/ 125730 h 347799"/>
              <a:gd name="connsiteX21" fmla="*/ 114300 w 765810"/>
              <a:gd name="connsiteY21" fmla="*/ 191044 h 347799"/>
              <a:gd name="connsiteX22" fmla="*/ 13063 w 765810"/>
              <a:gd name="connsiteY22" fmla="*/ 130629 h 347799"/>
              <a:gd name="connsiteX23" fmla="*/ 0 w 765810"/>
              <a:gd name="connsiteY23" fmla="*/ 151856 h 347799"/>
              <a:gd name="connsiteX24" fmla="*/ 114300 w 765810"/>
              <a:gd name="connsiteY24" fmla="*/ 220436 h 347799"/>
              <a:gd name="connsiteX25" fmla="*/ 222069 w 765810"/>
              <a:gd name="connsiteY25" fmla="*/ 155122 h 347799"/>
              <a:gd name="connsiteX26" fmla="*/ 329837 w 765810"/>
              <a:gd name="connsiteY26" fmla="*/ 220436 h 347799"/>
              <a:gd name="connsiteX27" fmla="*/ 435973 w 765810"/>
              <a:gd name="connsiteY27" fmla="*/ 155122 h 347799"/>
              <a:gd name="connsiteX28" fmla="*/ 543741 w 765810"/>
              <a:gd name="connsiteY28" fmla="*/ 220436 h 347799"/>
              <a:gd name="connsiteX29" fmla="*/ 651510 w 765810"/>
              <a:gd name="connsiteY29" fmla="*/ 155122 h 347799"/>
              <a:gd name="connsiteX30" fmla="*/ 752747 w 765810"/>
              <a:gd name="connsiteY30" fmla="*/ 217170 h 347799"/>
              <a:gd name="connsiteX31" fmla="*/ 765810 w 765810"/>
              <a:gd name="connsiteY31" fmla="*/ 195943 h 347799"/>
              <a:gd name="connsiteX32" fmla="*/ 651510 w 765810"/>
              <a:gd name="connsiteY32" fmla="*/ 0 h 347799"/>
              <a:gd name="connsiteX33" fmla="*/ 543741 w 765810"/>
              <a:gd name="connsiteY33" fmla="*/ 65314 h 347799"/>
              <a:gd name="connsiteX34" fmla="*/ 435973 w 765810"/>
              <a:gd name="connsiteY34" fmla="*/ 0 h 347799"/>
              <a:gd name="connsiteX35" fmla="*/ 329837 w 765810"/>
              <a:gd name="connsiteY35" fmla="*/ 65314 h 347799"/>
              <a:gd name="connsiteX36" fmla="*/ 222069 w 765810"/>
              <a:gd name="connsiteY36" fmla="*/ 0 h 347799"/>
              <a:gd name="connsiteX37" fmla="*/ 114300 w 765810"/>
              <a:gd name="connsiteY37" fmla="*/ 65314 h 347799"/>
              <a:gd name="connsiteX38" fmla="*/ 13063 w 765810"/>
              <a:gd name="connsiteY38" fmla="*/ 3265 h 347799"/>
              <a:gd name="connsiteX39" fmla="*/ 0 w 765810"/>
              <a:gd name="connsiteY39" fmla="*/ 24493 h 347799"/>
              <a:gd name="connsiteX40" fmla="*/ 114300 w 765810"/>
              <a:gd name="connsiteY40" fmla="*/ 93073 h 347799"/>
              <a:gd name="connsiteX41" fmla="*/ 222069 w 765810"/>
              <a:gd name="connsiteY41" fmla="*/ 27758 h 347799"/>
              <a:gd name="connsiteX42" fmla="*/ 329837 w 765810"/>
              <a:gd name="connsiteY42" fmla="*/ 93073 h 347799"/>
              <a:gd name="connsiteX43" fmla="*/ 435973 w 765810"/>
              <a:gd name="connsiteY43" fmla="*/ 27758 h 347799"/>
              <a:gd name="connsiteX44" fmla="*/ 543741 w 765810"/>
              <a:gd name="connsiteY44" fmla="*/ 93073 h 347799"/>
              <a:gd name="connsiteX45" fmla="*/ 651510 w 765810"/>
              <a:gd name="connsiteY45" fmla="*/ 27758 h 347799"/>
              <a:gd name="connsiteX46" fmla="*/ 752747 w 765810"/>
              <a:gd name="connsiteY46" fmla="*/ 89807 h 347799"/>
              <a:gd name="connsiteX47" fmla="*/ 765810 w 765810"/>
              <a:gd name="connsiteY47" fmla="*/ 68580 h 347799"/>
            </a:gdLst>
            <a:ahLst/>
            <a:cxnLst/>
            <a:rect l="l" t="t" r="r" b="b"/>
            <a:pathLst>
              <a:path w="765810" h="347799">
                <a:moveTo>
                  <a:pt x="651510" y="253093"/>
                </a:moveTo>
                <a:lnTo>
                  <a:pt x="543741" y="318407"/>
                </a:lnTo>
                <a:lnTo>
                  <a:pt x="435973" y="253093"/>
                </a:lnTo>
                <a:lnTo>
                  <a:pt x="329837" y="318407"/>
                </a:lnTo>
                <a:lnTo>
                  <a:pt x="222069" y="253093"/>
                </a:lnTo>
                <a:lnTo>
                  <a:pt x="114300" y="318407"/>
                </a:lnTo>
                <a:lnTo>
                  <a:pt x="13063" y="256358"/>
                </a:lnTo>
                <a:lnTo>
                  <a:pt x="0" y="277586"/>
                </a:lnTo>
                <a:lnTo>
                  <a:pt x="114300" y="347799"/>
                </a:lnTo>
                <a:lnTo>
                  <a:pt x="222069" y="282484"/>
                </a:lnTo>
                <a:lnTo>
                  <a:pt x="329837" y="347799"/>
                </a:lnTo>
                <a:lnTo>
                  <a:pt x="435973" y="282484"/>
                </a:lnTo>
                <a:lnTo>
                  <a:pt x="543741" y="347799"/>
                </a:lnTo>
                <a:lnTo>
                  <a:pt x="651510" y="282484"/>
                </a:lnTo>
                <a:lnTo>
                  <a:pt x="752747" y="342900"/>
                </a:lnTo>
                <a:lnTo>
                  <a:pt x="765810" y="321673"/>
                </a:lnTo>
                <a:close/>
                <a:moveTo>
                  <a:pt x="651510" y="125730"/>
                </a:moveTo>
                <a:lnTo>
                  <a:pt x="543741" y="191044"/>
                </a:lnTo>
                <a:lnTo>
                  <a:pt x="435973" y="125730"/>
                </a:lnTo>
                <a:lnTo>
                  <a:pt x="329837" y="191044"/>
                </a:lnTo>
                <a:lnTo>
                  <a:pt x="222069" y="125730"/>
                </a:lnTo>
                <a:lnTo>
                  <a:pt x="114300" y="191044"/>
                </a:lnTo>
                <a:lnTo>
                  <a:pt x="13063" y="130629"/>
                </a:lnTo>
                <a:lnTo>
                  <a:pt x="0" y="151856"/>
                </a:lnTo>
                <a:lnTo>
                  <a:pt x="114300" y="220436"/>
                </a:lnTo>
                <a:lnTo>
                  <a:pt x="222069" y="155122"/>
                </a:lnTo>
                <a:lnTo>
                  <a:pt x="329837" y="220436"/>
                </a:lnTo>
                <a:lnTo>
                  <a:pt x="435973" y="155122"/>
                </a:lnTo>
                <a:lnTo>
                  <a:pt x="543741" y="220436"/>
                </a:lnTo>
                <a:lnTo>
                  <a:pt x="651510" y="155122"/>
                </a:lnTo>
                <a:lnTo>
                  <a:pt x="752747" y="217170"/>
                </a:lnTo>
                <a:lnTo>
                  <a:pt x="765810" y="195943"/>
                </a:lnTo>
                <a:close/>
                <a:moveTo>
                  <a:pt x="651510" y="0"/>
                </a:moveTo>
                <a:lnTo>
                  <a:pt x="543741" y="65314"/>
                </a:lnTo>
                <a:lnTo>
                  <a:pt x="435973" y="0"/>
                </a:lnTo>
                <a:lnTo>
                  <a:pt x="329837" y="65314"/>
                </a:lnTo>
                <a:lnTo>
                  <a:pt x="222069" y="0"/>
                </a:lnTo>
                <a:lnTo>
                  <a:pt x="114300" y="65314"/>
                </a:lnTo>
                <a:lnTo>
                  <a:pt x="13063" y="3265"/>
                </a:lnTo>
                <a:lnTo>
                  <a:pt x="0" y="24493"/>
                </a:lnTo>
                <a:lnTo>
                  <a:pt x="114300" y="93073"/>
                </a:lnTo>
                <a:lnTo>
                  <a:pt x="222069" y="27758"/>
                </a:lnTo>
                <a:lnTo>
                  <a:pt x="329837" y="93073"/>
                </a:lnTo>
                <a:lnTo>
                  <a:pt x="435973" y="27758"/>
                </a:lnTo>
                <a:lnTo>
                  <a:pt x="543741" y="93073"/>
                </a:lnTo>
                <a:lnTo>
                  <a:pt x="651510" y="27758"/>
                </a:lnTo>
                <a:lnTo>
                  <a:pt x="752747" y="89807"/>
                </a:lnTo>
                <a:lnTo>
                  <a:pt x="765810" y="68580"/>
                </a:lnTo>
                <a:close/>
              </a:path>
            </a:pathLst>
          </a:custGeom>
          <a:solidFill>
            <a:schemeClr val="accent1">
              <a:lumMod val="60000"/>
              <a:lumOff val="40000"/>
            </a:schemeClr>
          </a:solidFill>
          <a:ln w="16329" cap="flat">
            <a:noFill/>
            <a:miter/>
          </a:ln>
        </p:spPr>
        <p:txBody>
          <a:bodyPr vert="horz" wrap="square" lIns="91440" tIns="45720" rIns="91440" bIns="45720" rtlCol="0" anchor="ctr"/>
          <a:lstStyle/>
          <a:p>
            <a:pPr algn="l"/>
            <a:endParaRPr kumimoji="1" lang="zh-CN" altLang="en-US"/>
          </a:p>
        </p:txBody>
      </p:sp>
      <p:sp>
        <p:nvSpPr>
          <p:cNvPr id="22" name="标题 1"/>
          <p:cNvSpPr txBox="1"/>
          <p:nvPr/>
        </p:nvSpPr>
        <p:spPr>
          <a:xfrm>
            <a:off x="1201552" y="346492"/>
            <a:ext cx="8209148" cy="596278"/>
          </a:xfrm>
          <a:prstGeom prst="rect">
            <a:avLst/>
          </a:prstGeom>
          <a:noFill/>
          <a:ln>
            <a:noFill/>
          </a:ln>
        </p:spPr>
        <p:txBody>
          <a:bodyPr vert="horz" wrap="square" lIns="0" tIns="0" rIns="0" bIns="0" rtlCol="0" anchor="ctr"/>
          <a:lstStyle/>
          <a:p>
            <a:pPr algn="l"/>
            <a:r>
              <a:rPr kumimoji="1" lang="en-US" altLang="zh-CN" sz="2800">
                <a:ln w="12700">
                  <a:noFill/>
                </a:ln>
                <a:solidFill>
                  <a:srgbClr val="000000">
                    <a:alpha val="100000"/>
                  </a:srgbClr>
                </a:solidFill>
                <a:latin typeface="poppins-bold"/>
                <a:ea typeface="poppins-bold"/>
                <a:cs typeface="poppins-bold"/>
              </a:rPr>
              <a:t>Revisión y Aprobación</a:t>
            </a:r>
            <a:endParaRPr kumimoji="1" lang="zh-CN" altLang="en-US"/>
          </a:p>
        </p:txBody>
      </p:sp>
      <p:sp>
        <p:nvSpPr>
          <p:cNvPr id="23" name="标题 1"/>
          <p:cNvSpPr txBox="1"/>
          <p:nvPr/>
        </p:nvSpPr>
        <p:spPr>
          <a:xfrm flipH="1">
            <a:off x="11148696" y="782502"/>
            <a:ext cx="765810" cy="347799"/>
          </a:xfrm>
          <a:custGeom>
            <a:avLst/>
            <a:gdLst>
              <a:gd name="connsiteX0" fmla="*/ 651510 w 765810"/>
              <a:gd name="connsiteY0" fmla="*/ 253093 h 347799"/>
              <a:gd name="connsiteX1" fmla="*/ 543741 w 765810"/>
              <a:gd name="connsiteY1" fmla="*/ 318407 h 347799"/>
              <a:gd name="connsiteX2" fmla="*/ 435973 w 765810"/>
              <a:gd name="connsiteY2" fmla="*/ 253093 h 347799"/>
              <a:gd name="connsiteX3" fmla="*/ 329837 w 765810"/>
              <a:gd name="connsiteY3" fmla="*/ 318407 h 347799"/>
              <a:gd name="connsiteX4" fmla="*/ 222069 w 765810"/>
              <a:gd name="connsiteY4" fmla="*/ 253093 h 347799"/>
              <a:gd name="connsiteX5" fmla="*/ 114300 w 765810"/>
              <a:gd name="connsiteY5" fmla="*/ 318407 h 347799"/>
              <a:gd name="connsiteX6" fmla="*/ 13063 w 765810"/>
              <a:gd name="connsiteY6" fmla="*/ 256358 h 347799"/>
              <a:gd name="connsiteX7" fmla="*/ 0 w 765810"/>
              <a:gd name="connsiteY7" fmla="*/ 277586 h 347799"/>
              <a:gd name="connsiteX8" fmla="*/ 114300 w 765810"/>
              <a:gd name="connsiteY8" fmla="*/ 347799 h 347799"/>
              <a:gd name="connsiteX9" fmla="*/ 222069 w 765810"/>
              <a:gd name="connsiteY9" fmla="*/ 282484 h 347799"/>
              <a:gd name="connsiteX10" fmla="*/ 329837 w 765810"/>
              <a:gd name="connsiteY10" fmla="*/ 347799 h 347799"/>
              <a:gd name="connsiteX11" fmla="*/ 435973 w 765810"/>
              <a:gd name="connsiteY11" fmla="*/ 282484 h 347799"/>
              <a:gd name="connsiteX12" fmla="*/ 543741 w 765810"/>
              <a:gd name="connsiteY12" fmla="*/ 347799 h 347799"/>
              <a:gd name="connsiteX13" fmla="*/ 651510 w 765810"/>
              <a:gd name="connsiteY13" fmla="*/ 282484 h 347799"/>
              <a:gd name="connsiteX14" fmla="*/ 752747 w 765810"/>
              <a:gd name="connsiteY14" fmla="*/ 342900 h 347799"/>
              <a:gd name="connsiteX15" fmla="*/ 765810 w 765810"/>
              <a:gd name="connsiteY15" fmla="*/ 321673 h 347799"/>
              <a:gd name="connsiteX16" fmla="*/ 651510 w 765810"/>
              <a:gd name="connsiteY16" fmla="*/ 125730 h 347799"/>
              <a:gd name="connsiteX17" fmla="*/ 543741 w 765810"/>
              <a:gd name="connsiteY17" fmla="*/ 191044 h 347799"/>
              <a:gd name="connsiteX18" fmla="*/ 435973 w 765810"/>
              <a:gd name="connsiteY18" fmla="*/ 125730 h 347799"/>
              <a:gd name="connsiteX19" fmla="*/ 329837 w 765810"/>
              <a:gd name="connsiteY19" fmla="*/ 191044 h 347799"/>
              <a:gd name="connsiteX20" fmla="*/ 222069 w 765810"/>
              <a:gd name="connsiteY20" fmla="*/ 125730 h 347799"/>
              <a:gd name="connsiteX21" fmla="*/ 114300 w 765810"/>
              <a:gd name="connsiteY21" fmla="*/ 191044 h 347799"/>
              <a:gd name="connsiteX22" fmla="*/ 13063 w 765810"/>
              <a:gd name="connsiteY22" fmla="*/ 130629 h 347799"/>
              <a:gd name="connsiteX23" fmla="*/ 0 w 765810"/>
              <a:gd name="connsiteY23" fmla="*/ 151856 h 347799"/>
              <a:gd name="connsiteX24" fmla="*/ 114300 w 765810"/>
              <a:gd name="connsiteY24" fmla="*/ 220436 h 347799"/>
              <a:gd name="connsiteX25" fmla="*/ 222069 w 765810"/>
              <a:gd name="connsiteY25" fmla="*/ 155122 h 347799"/>
              <a:gd name="connsiteX26" fmla="*/ 329837 w 765810"/>
              <a:gd name="connsiteY26" fmla="*/ 220436 h 347799"/>
              <a:gd name="connsiteX27" fmla="*/ 435973 w 765810"/>
              <a:gd name="connsiteY27" fmla="*/ 155122 h 347799"/>
              <a:gd name="connsiteX28" fmla="*/ 543741 w 765810"/>
              <a:gd name="connsiteY28" fmla="*/ 220436 h 347799"/>
              <a:gd name="connsiteX29" fmla="*/ 651510 w 765810"/>
              <a:gd name="connsiteY29" fmla="*/ 155122 h 347799"/>
              <a:gd name="connsiteX30" fmla="*/ 752747 w 765810"/>
              <a:gd name="connsiteY30" fmla="*/ 217170 h 347799"/>
              <a:gd name="connsiteX31" fmla="*/ 765810 w 765810"/>
              <a:gd name="connsiteY31" fmla="*/ 195943 h 347799"/>
              <a:gd name="connsiteX32" fmla="*/ 651510 w 765810"/>
              <a:gd name="connsiteY32" fmla="*/ 0 h 347799"/>
              <a:gd name="connsiteX33" fmla="*/ 543741 w 765810"/>
              <a:gd name="connsiteY33" fmla="*/ 65314 h 347799"/>
              <a:gd name="connsiteX34" fmla="*/ 435973 w 765810"/>
              <a:gd name="connsiteY34" fmla="*/ 0 h 347799"/>
              <a:gd name="connsiteX35" fmla="*/ 329837 w 765810"/>
              <a:gd name="connsiteY35" fmla="*/ 65314 h 347799"/>
              <a:gd name="connsiteX36" fmla="*/ 222069 w 765810"/>
              <a:gd name="connsiteY36" fmla="*/ 0 h 347799"/>
              <a:gd name="connsiteX37" fmla="*/ 114300 w 765810"/>
              <a:gd name="connsiteY37" fmla="*/ 65314 h 347799"/>
              <a:gd name="connsiteX38" fmla="*/ 13063 w 765810"/>
              <a:gd name="connsiteY38" fmla="*/ 3265 h 347799"/>
              <a:gd name="connsiteX39" fmla="*/ 0 w 765810"/>
              <a:gd name="connsiteY39" fmla="*/ 24493 h 347799"/>
              <a:gd name="connsiteX40" fmla="*/ 114300 w 765810"/>
              <a:gd name="connsiteY40" fmla="*/ 93073 h 347799"/>
              <a:gd name="connsiteX41" fmla="*/ 222069 w 765810"/>
              <a:gd name="connsiteY41" fmla="*/ 27758 h 347799"/>
              <a:gd name="connsiteX42" fmla="*/ 329837 w 765810"/>
              <a:gd name="connsiteY42" fmla="*/ 93073 h 347799"/>
              <a:gd name="connsiteX43" fmla="*/ 435973 w 765810"/>
              <a:gd name="connsiteY43" fmla="*/ 27758 h 347799"/>
              <a:gd name="connsiteX44" fmla="*/ 543741 w 765810"/>
              <a:gd name="connsiteY44" fmla="*/ 93073 h 347799"/>
              <a:gd name="connsiteX45" fmla="*/ 651510 w 765810"/>
              <a:gd name="connsiteY45" fmla="*/ 27758 h 347799"/>
              <a:gd name="connsiteX46" fmla="*/ 752747 w 765810"/>
              <a:gd name="connsiteY46" fmla="*/ 89807 h 347799"/>
              <a:gd name="connsiteX47" fmla="*/ 765810 w 765810"/>
              <a:gd name="connsiteY47" fmla="*/ 68580 h 347799"/>
            </a:gdLst>
            <a:ahLst/>
            <a:cxnLst/>
            <a:rect l="l" t="t" r="r" b="b"/>
            <a:pathLst>
              <a:path w="765810" h="347799">
                <a:moveTo>
                  <a:pt x="651510" y="253093"/>
                </a:moveTo>
                <a:lnTo>
                  <a:pt x="543741" y="318407"/>
                </a:lnTo>
                <a:lnTo>
                  <a:pt x="435973" y="253093"/>
                </a:lnTo>
                <a:lnTo>
                  <a:pt x="329837" y="318407"/>
                </a:lnTo>
                <a:lnTo>
                  <a:pt x="222069" y="253093"/>
                </a:lnTo>
                <a:lnTo>
                  <a:pt x="114300" y="318407"/>
                </a:lnTo>
                <a:lnTo>
                  <a:pt x="13063" y="256358"/>
                </a:lnTo>
                <a:lnTo>
                  <a:pt x="0" y="277586"/>
                </a:lnTo>
                <a:lnTo>
                  <a:pt x="114300" y="347799"/>
                </a:lnTo>
                <a:lnTo>
                  <a:pt x="222069" y="282484"/>
                </a:lnTo>
                <a:lnTo>
                  <a:pt x="329837" y="347799"/>
                </a:lnTo>
                <a:lnTo>
                  <a:pt x="435973" y="282484"/>
                </a:lnTo>
                <a:lnTo>
                  <a:pt x="543741" y="347799"/>
                </a:lnTo>
                <a:lnTo>
                  <a:pt x="651510" y="282484"/>
                </a:lnTo>
                <a:lnTo>
                  <a:pt x="752747" y="342900"/>
                </a:lnTo>
                <a:lnTo>
                  <a:pt x="765810" y="321673"/>
                </a:lnTo>
                <a:close/>
                <a:moveTo>
                  <a:pt x="651510" y="125730"/>
                </a:moveTo>
                <a:lnTo>
                  <a:pt x="543741" y="191044"/>
                </a:lnTo>
                <a:lnTo>
                  <a:pt x="435973" y="125730"/>
                </a:lnTo>
                <a:lnTo>
                  <a:pt x="329837" y="191044"/>
                </a:lnTo>
                <a:lnTo>
                  <a:pt x="222069" y="125730"/>
                </a:lnTo>
                <a:lnTo>
                  <a:pt x="114300" y="191044"/>
                </a:lnTo>
                <a:lnTo>
                  <a:pt x="13063" y="130629"/>
                </a:lnTo>
                <a:lnTo>
                  <a:pt x="0" y="151856"/>
                </a:lnTo>
                <a:lnTo>
                  <a:pt x="114300" y="220436"/>
                </a:lnTo>
                <a:lnTo>
                  <a:pt x="222069" y="155122"/>
                </a:lnTo>
                <a:lnTo>
                  <a:pt x="329837" y="220436"/>
                </a:lnTo>
                <a:lnTo>
                  <a:pt x="435973" y="155122"/>
                </a:lnTo>
                <a:lnTo>
                  <a:pt x="543741" y="220436"/>
                </a:lnTo>
                <a:lnTo>
                  <a:pt x="651510" y="155122"/>
                </a:lnTo>
                <a:lnTo>
                  <a:pt x="752747" y="217170"/>
                </a:lnTo>
                <a:lnTo>
                  <a:pt x="765810" y="195943"/>
                </a:lnTo>
                <a:close/>
                <a:moveTo>
                  <a:pt x="651510" y="0"/>
                </a:moveTo>
                <a:lnTo>
                  <a:pt x="543741" y="65314"/>
                </a:lnTo>
                <a:lnTo>
                  <a:pt x="435973" y="0"/>
                </a:lnTo>
                <a:lnTo>
                  <a:pt x="329837" y="65314"/>
                </a:lnTo>
                <a:lnTo>
                  <a:pt x="222069" y="0"/>
                </a:lnTo>
                <a:lnTo>
                  <a:pt x="114300" y="65314"/>
                </a:lnTo>
                <a:lnTo>
                  <a:pt x="13063" y="3265"/>
                </a:lnTo>
                <a:lnTo>
                  <a:pt x="0" y="24493"/>
                </a:lnTo>
                <a:lnTo>
                  <a:pt x="114300" y="93073"/>
                </a:lnTo>
                <a:lnTo>
                  <a:pt x="222069" y="27758"/>
                </a:lnTo>
                <a:lnTo>
                  <a:pt x="329837" y="93073"/>
                </a:lnTo>
                <a:lnTo>
                  <a:pt x="435973" y="27758"/>
                </a:lnTo>
                <a:lnTo>
                  <a:pt x="543741" y="93073"/>
                </a:lnTo>
                <a:lnTo>
                  <a:pt x="651510" y="27758"/>
                </a:lnTo>
                <a:lnTo>
                  <a:pt x="752747" y="89807"/>
                </a:lnTo>
                <a:lnTo>
                  <a:pt x="765810" y="68580"/>
                </a:lnTo>
                <a:close/>
              </a:path>
            </a:pathLst>
          </a:custGeom>
          <a:solidFill>
            <a:schemeClr val="accent1">
              <a:lumMod val="60000"/>
              <a:lumOff val="40000"/>
            </a:schemeClr>
          </a:solidFill>
          <a:ln w="16329" cap="flat">
            <a:noFill/>
            <a:miter/>
          </a:ln>
        </p:spPr>
        <p:txBody>
          <a:bodyPr vert="horz" wrap="square" lIns="91440" tIns="45720" rIns="91440" bIns="45720" rtlCol="0" anchor="ctr"/>
          <a:lstStyle/>
          <a:p>
            <a:pPr algn="l"/>
            <a:endParaRPr kumimoji="1" lang="zh-CN" altLang="en-US"/>
          </a:p>
        </p:txBody>
      </p:sp>
      <p:pic>
        <p:nvPicPr>
          <p:cNvPr id="24" name="Imagen 23">
            <a:extLst>
              <a:ext uri="{FF2B5EF4-FFF2-40B4-BE49-F238E27FC236}">
                <a16:creationId xmlns:a16="http://schemas.microsoft.com/office/drawing/2014/main" id="{60103916-0554-8B07-A80B-B59ED35568B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标题 1"/>
          <p:cNvSpPr txBox="1"/>
          <p:nvPr/>
        </p:nvSpPr>
        <p:spPr>
          <a:xfrm>
            <a:off x="3305035" y="519976"/>
            <a:ext cx="1651390" cy="1651390"/>
          </a:xfrm>
          <a:prstGeom prst="ellips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6" name="标题 1"/>
          <p:cNvSpPr txBox="1"/>
          <p:nvPr/>
        </p:nvSpPr>
        <p:spPr>
          <a:xfrm>
            <a:off x="5605670" y="1831259"/>
            <a:ext cx="1755485" cy="1117115"/>
          </a:xfrm>
          <a:prstGeom prst="rect">
            <a:avLst/>
          </a:prstGeom>
          <a:noFill/>
          <a:ln w="12700" cap="sq">
            <a:noFill/>
            <a:miter/>
          </a:ln>
        </p:spPr>
        <p:txBody>
          <a:bodyPr vert="horz" wrap="square" lIns="0" tIns="0" rIns="0" bIns="0" rtlCol="0" anchor="ctr"/>
          <a:lstStyle/>
          <a:p>
            <a:pPr algn="l"/>
            <a:r>
              <a:rPr kumimoji="1" lang="en-US" altLang="zh-CN" sz="8000">
                <a:ln w="12700">
                  <a:noFill/>
                </a:ln>
                <a:solidFill>
                  <a:srgbClr val="262626">
                    <a:alpha val="100000"/>
                  </a:srgbClr>
                </a:solidFill>
                <a:latin typeface="poppins-bold"/>
                <a:ea typeface="poppins-bold"/>
                <a:cs typeface="poppins-bold"/>
              </a:rPr>
              <a:t> 02</a:t>
            </a:r>
            <a:endParaRPr kumimoji="1" lang="zh-CN" altLang="en-US"/>
          </a:p>
        </p:txBody>
      </p:sp>
      <p:sp>
        <p:nvSpPr>
          <p:cNvPr id="7" name="标题 1"/>
          <p:cNvSpPr txBox="1"/>
          <p:nvPr/>
        </p:nvSpPr>
        <p:spPr>
          <a:xfrm>
            <a:off x="5605670" y="3309275"/>
            <a:ext cx="5911783" cy="2020369"/>
          </a:xfrm>
          <a:prstGeom prst="rect">
            <a:avLst/>
          </a:prstGeom>
          <a:noFill/>
          <a:ln w="12700" cap="sq">
            <a:noFill/>
            <a:miter/>
          </a:ln>
        </p:spPr>
        <p:txBody>
          <a:bodyPr vert="horz" wrap="square" lIns="0" tIns="0" rIns="0" bIns="0" rtlCol="0" anchor="t"/>
          <a:lstStyle/>
          <a:p>
            <a:pPr algn="l"/>
            <a:r>
              <a:rPr kumimoji="1" lang="en-US" altLang="zh-CN" sz="2400">
                <a:ln w="12700">
                  <a:noFill/>
                </a:ln>
                <a:solidFill>
                  <a:srgbClr val="262626">
                    <a:alpha val="100000"/>
                  </a:srgbClr>
                </a:solidFill>
                <a:latin typeface="poppins-bold"/>
                <a:ea typeface="poppins-bold"/>
                <a:cs typeface="poppins-bold"/>
              </a:rPr>
              <a:t>Diseño y Control de Presupuestos de TI</a:t>
            </a:r>
            <a:endParaRPr kumimoji="1" lang="zh-CN" altLang="en-US"/>
          </a:p>
        </p:txBody>
      </p:sp>
      <p:pic>
        <p:nvPicPr>
          <p:cNvPr id="2" name="Imagen 1">
            <a:extLst>
              <a:ext uri="{FF2B5EF4-FFF2-40B4-BE49-F238E27FC236}">
                <a16:creationId xmlns:a16="http://schemas.microsoft.com/office/drawing/2014/main" id="{15E6E98F-03C0-3393-F885-07019BD05BB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1229650" y="1221168"/>
            <a:ext cx="6480000" cy="540000"/>
          </a:xfrm>
          <a:prstGeom prst="round2DiagRect">
            <a:avLst>
              <a:gd name="adj1" fmla="val 50000"/>
              <a:gd name="adj2" fmla="val 0"/>
            </a:avLst>
          </a:prstGeom>
          <a:solidFill>
            <a:schemeClr val="bg1">
              <a:lumMod val="95000"/>
              <a:alpha val="80000"/>
            </a:schemeClr>
          </a:solidFill>
          <a:ln w="12700" cap="sq">
            <a:noFill/>
            <a:miter/>
          </a:ln>
        </p:spPr>
        <p:txBody>
          <a:bodyPr vert="horz" wrap="square" lIns="91440" tIns="45720" rIns="91440" bIns="45720" rtlCol="0" anchor="ctr"/>
          <a:lstStyle/>
          <a:p>
            <a:pPr algn="ctr"/>
            <a:endParaRPr kumimoji="1" lang="zh-CN" altLang="en-US"/>
          </a:p>
        </p:txBody>
      </p:sp>
      <p:sp>
        <p:nvSpPr>
          <p:cNvPr id="3" name="标题 1"/>
          <p:cNvSpPr txBox="1"/>
          <p:nvPr/>
        </p:nvSpPr>
        <p:spPr>
          <a:xfrm>
            <a:off x="935894" y="1221168"/>
            <a:ext cx="864000" cy="540000"/>
          </a:xfrm>
          <a:prstGeom prst="round2DiagRect">
            <a:avLst>
              <a:gd name="adj1" fmla="val 50000"/>
              <a:gd name="adj2" fmla="val 0"/>
            </a:avLst>
          </a:prstGeom>
          <a:gradFill>
            <a:gsLst>
              <a:gs pos="1000">
                <a:schemeClr val="accent1">
                  <a:lumMod val="60000"/>
                  <a:lumOff val="40000"/>
                </a:schemeClr>
              </a:gs>
              <a:gs pos="100000">
                <a:schemeClr val="accent1"/>
              </a:gs>
            </a:gsLst>
            <a:lin ang="3000000" scaled="0"/>
          </a:gradFill>
          <a:ln w="6350" cap="flat">
            <a:noFill/>
            <a:miter/>
          </a:ln>
          <a:effectLst>
            <a:outerShdw blurRad="317500" dist="127000" dir="2400000" algn="t" rotWithShape="0">
              <a:schemeClr val="accent1">
                <a:alpha val="20000"/>
              </a:schemeClr>
            </a:outerShdw>
          </a:effectLst>
        </p:spPr>
        <p:txBody>
          <a:bodyPr vert="horz" wrap="square" lIns="91440" tIns="45720" rIns="91440" bIns="45720" rtlCol="0" anchor="ctr"/>
          <a:lstStyle/>
          <a:p>
            <a:pPr algn="l"/>
            <a:endParaRPr kumimoji="1" lang="zh-CN" altLang="en-US"/>
          </a:p>
        </p:txBody>
      </p:sp>
      <p:sp>
        <p:nvSpPr>
          <p:cNvPr id="4" name="标题 1"/>
          <p:cNvSpPr txBox="1"/>
          <p:nvPr/>
        </p:nvSpPr>
        <p:spPr>
          <a:xfrm>
            <a:off x="1160893" y="1884118"/>
            <a:ext cx="6300000" cy="828000"/>
          </a:xfrm>
          <a:prstGeom prst="rect">
            <a:avLst/>
          </a:prstGeom>
          <a:noFill/>
          <a:ln>
            <a:noFill/>
          </a:ln>
        </p:spPr>
        <p:txBody>
          <a:bodyPr vert="horz" wrap="square" lIns="0" tIns="0" rIns="0" bIns="0" rtlCol="0" anchor="t"/>
          <a:lstStyle/>
          <a:p>
            <a:pPr algn="l"/>
            <a:r>
              <a:rPr kumimoji="1" lang="en-US" altLang="zh-CN" sz="1400">
                <a:ln w="12700">
                  <a:noFill/>
                </a:ln>
                <a:solidFill>
                  <a:srgbClr val="595959">
                    <a:alpha val="100000"/>
                  </a:srgbClr>
                </a:solidFill>
                <a:latin typeface="Poppins"/>
                <a:ea typeface="Poppins"/>
                <a:cs typeface="Poppins"/>
              </a:rPr>
              <a:t>CAPEX (Capital Expenditures)Gastos de capital.
OPEX (Operational Expenditures): Gastos operativos.</a:t>
            </a:r>
            <a:endParaRPr kumimoji="1" lang="zh-CN" altLang="en-US"/>
          </a:p>
        </p:txBody>
      </p:sp>
      <p:sp>
        <p:nvSpPr>
          <p:cNvPr id="5" name="标题 1"/>
          <p:cNvSpPr txBox="1"/>
          <p:nvPr/>
        </p:nvSpPr>
        <p:spPr>
          <a:xfrm>
            <a:off x="2005439" y="1311168"/>
            <a:ext cx="5400000" cy="360000"/>
          </a:xfrm>
          <a:prstGeom prst="rect">
            <a:avLst/>
          </a:prstGeom>
          <a:noFill/>
          <a:ln>
            <a:noFill/>
          </a:ln>
        </p:spPr>
        <p:txBody>
          <a:bodyPr vert="horz" wrap="square" lIns="0" tIns="0" rIns="0" bIns="0" rtlCol="0" anchor="ctr"/>
          <a:lstStyle/>
          <a:p>
            <a:pPr algn="l"/>
            <a:r>
              <a:rPr kumimoji="1" lang="en-US" altLang="zh-CN" sz="1600">
                <a:ln w="12700">
                  <a:noFill/>
                </a:ln>
                <a:solidFill>
                  <a:srgbClr val="262626">
                    <a:alpha val="100000"/>
                  </a:srgbClr>
                </a:solidFill>
                <a:latin typeface="poppins-bold"/>
                <a:ea typeface="poppins-bold"/>
                <a:cs typeface="poppins-bold"/>
              </a:rPr>
              <a:t>Identificar Tipos de Costos</a:t>
            </a:r>
            <a:endParaRPr kumimoji="1" lang="zh-CN" altLang="en-US"/>
          </a:p>
        </p:txBody>
      </p:sp>
      <p:sp>
        <p:nvSpPr>
          <p:cNvPr id="6" name="标题 1"/>
          <p:cNvSpPr txBox="1"/>
          <p:nvPr/>
        </p:nvSpPr>
        <p:spPr>
          <a:xfrm>
            <a:off x="1097894" y="1311168"/>
            <a:ext cx="540000" cy="360000"/>
          </a:xfrm>
          <a:prstGeom prst="rect">
            <a:avLst/>
          </a:prstGeom>
          <a:noFill/>
          <a:ln>
            <a:noFill/>
          </a:ln>
        </p:spPr>
        <p:txBody>
          <a:bodyPr vert="horz" wrap="square" lIns="0" tIns="0" rIns="0" bIns="0" rtlCol="0" anchor="ctr"/>
          <a:lstStyle/>
          <a:p>
            <a:pPr algn="ctr"/>
            <a:r>
              <a:rPr kumimoji="1" lang="en-US" altLang="zh-CN" sz="2000">
                <a:ln w="12700">
                  <a:noFill/>
                </a:ln>
                <a:solidFill>
                  <a:srgbClr val="FFFFFF">
                    <a:alpha val="100000"/>
                  </a:srgbClr>
                </a:solidFill>
                <a:latin typeface="poppins-bold"/>
                <a:ea typeface="poppins-bold"/>
                <a:cs typeface="poppins-bold"/>
              </a:rPr>
              <a:t>01</a:t>
            </a:r>
            <a:endParaRPr kumimoji="1" lang="zh-CN" altLang="en-US"/>
          </a:p>
        </p:txBody>
      </p:sp>
      <p:sp>
        <p:nvSpPr>
          <p:cNvPr id="7" name="标题 1"/>
          <p:cNvSpPr txBox="1"/>
          <p:nvPr/>
        </p:nvSpPr>
        <p:spPr>
          <a:xfrm>
            <a:off x="2989506" y="2886723"/>
            <a:ext cx="6480000" cy="540000"/>
          </a:xfrm>
          <a:prstGeom prst="round2DiagRect">
            <a:avLst>
              <a:gd name="adj1" fmla="val 50000"/>
              <a:gd name="adj2" fmla="val 0"/>
            </a:avLst>
          </a:prstGeom>
          <a:solidFill>
            <a:schemeClr val="bg1">
              <a:lumMod val="95000"/>
              <a:alpha val="80000"/>
            </a:schemeClr>
          </a:solidFill>
          <a:ln w="12700" cap="sq">
            <a:noFill/>
            <a:miter/>
          </a:ln>
        </p:spPr>
        <p:txBody>
          <a:bodyPr vert="horz" wrap="square" lIns="91440" tIns="45720" rIns="91440" bIns="45720" rtlCol="0" anchor="ctr"/>
          <a:lstStyle/>
          <a:p>
            <a:pPr algn="ctr"/>
            <a:endParaRPr kumimoji="1" lang="zh-CN" altLang="en-US"/>
          </a:p>
        </p:txBody>
      </p:sp>
      <p:sp>
        <p:nvSpPr>
          <p:cNvPr id="8" name="标题 1"/>
          <p:cNvSpPr txBox="1"/>
          <p:nvPr/>
        </p:nvSpPr>
        <p:spPr>
          <a:xfrm>
            <a:off x="2709795" y="2886723"/>
            <a:ext cx="864000" cy="540000"/>
          </a:xfrm>
          <a:prstGeom prst="round2DiagRect">
            <a:avLst>
              <a:gd name="adj1" fmla="val 50000"/>
              <a:gd name="adj2" fmla="val 0"/>
            </a:avLst>
          </a:prstGeom>
          <a:gradFill>
            <a:gsLst>
              <a:gs pos="1000">
                <a:schemeClr val="accent1">
                  <a:lumMod val="60000"/>
                  <a:lumOff val="40000"/>
                </a:schemeClr>
              </a:gs>
              <a:gs pos="100000">
                <a:schemeClr val="accent1"/>
              </a:gs>
            </a:gsLst>
            <a:lin ang="3000000" scaled="0"/>
          </a:gradFill>
          <a:ln w="6350" cap="flat">
            <a:noFill/>
            <a:miter/>
          </a:ln>
          <a:effectLst>
            <a:outerShdw blurRad="317500" dist="127000" dir="2400000" algn="t" rotWithShape="0">
              <a:schemeClr val="accent1">
                <a:alpha val="20000"/>
              </a:schemeClr>
            </a:outerShdw>
          </a:effectLst>
        </p:spPr>
        <p:txBody>
          <a:bodyPr vert="horz" wrap="square" lIns="91440" tIns="45720" rIns="91440" bIns="45720" rtlCol="0" anchor="ctr"/>
          <a:lstStyle/>
          <a:p>
            <a:pPr algn="l"/>
            <a:endParaRPr kumimoji="1" lang="zh-CN" altLang="en-US"/>
          </a:p>
        </p:txBody>
      </p:sp>
      <p:sp>
        <p:nvSpPr>
          <p:cNvPr id="9" name="标题 1"/>
          <p:cNvSpPr txBox="1"/>
          <p:nvPr/>
        </p:nvSpPr>
        <p:spPr>
          <a:xfrm>
            <a:off x="2844795" y="3549673"/>
            <a:ext cx="6300000" cy="828000"/>
          </a:xfrm>
          <a:prstGeom prst="rect">
            <a:avLst/>
          </a:prstGeom>
          <a:noFill/>
          <a:ln>
            <a:noFill/>
          </a:ln>
        </p:spPr>
        <p:txBody>
          <a:bodyPr vert="horz" wrap="square" lIns="0" tIns="0" rIns="0" bIns="0" rtlCol="0" anchor="t"/>
          <a:lstStyle/>
          <a:p>
            <a:pPr algn="l"/>
            <a:r>
              <a:rPr kumimoji="1" lang="en-US" altLang="zh-CN" sz="842">
                <a:ln w="12700">
                  <a:noFill/>
                </a:ln>
                <a:solidFill>
                  <a:srgbClr val="595959">
                    <a:alpha val="100000"/>
                  </a:srgbClr>
                </a:solidFill>
                <a:latin typeface="Poppins"/>
                <a:ea typeface="Poppins"/>
                <a:cs typeface="Poppins"/>
              </a:rPr>
              <a:t>Presupuesto Incremental (Tradicional)Tomar el presupuesto del año anterior y añadir/restar un porcentaje.
Presupuesto Base Cero (ZBB - Zero- Based Budgeting): Cada gasto debe ser justificado desde cero.
Presupuesto Basado en Actividades (ABC): Asigna costos a las actividades y servicios específicos.</a:t>
            </a:r>
            <a:endParaRPr kumimoji="1" lang="zh-CN" altLang="en-US"/>
          </a:p>
        </p:txBody>
      </p:sp>
      <p:sp>
        <p:nvSpPr>
          <p:cNvPr id="10" name="标题 1"/>
          <p:cNvSpPr txBox="1"/>
          <p:nvPr/>
        </p:nvSpPr>
        <p:spPr>
          <a:xfrm>
            <a:off x="3779339" y="2976723"/>
            <a:ext cx="5400000" cy="360000"/>
          </a:xfrm>
          <a:prstGeom prst="rect">
            <a:avLst/>
          </a:prstGeom>
          <a:noFill/>
          <a:ln>
            <a:noFill/>
          </a:ln>
        </p:spPr>
        <p:txBody>
          <a:bodyPr vert="horz" wrap="square" lIns="0" tIns="0" rIns="0" bIns="0" rtlCol="0" anchor="ctr"/>
          <a:lstStyle/>
          <a:p>
            <a:pPr algn="l"/>
            <a:r>
              <a:rPr kumimoji="1" lang="en-US" altLang="zh-CN" sz="1600">
                <a:ln w="12700">
                  <a:noFill/>
                </a:ln>
                <a:solidFill>
                  <a:srgbClr val="262626">
                    <a:alpha val="100000"/>
                  </a:srgbClr>
                </a:solidFill>
                <a:latin typeface="poppins-bold"/>
                <a:ea typeface="poppins-bold"/>
                <a:cs typeface="poppins-bold"/>
              </a:rPr>
              <a:t>Elegir una Metodología de Presupuestación</a:t>
            </a:r>
            <a:endParaRPr kumimoji="1" lang="zh-CN" altLang="en-US"/>
          </a:p>
        </p:txBody>
      </p:sp>
      <p:sp>
        <p:nvSpPr>
          <p:cNvPr id="11" name="标题 1"/>
          <p:cNvSpPr txBox="1"/>
          <p:nvPr/>
        </p:nvSpPr>
        <p:spPr>
          <a:xfrm>
            <a:off x="2871794" y="2976723"/>
            <a:ext cx="540000" cy="360000"/>
          </a:xfrm>
          <a:prstGeom prst="rect">
            <a:avLst/>
          </a:prstGeom>
          <a:noFill/>
          <a:ln>
            <a:noFill/>
          </a:ln>
        </p:spPr>
        <p:txBody>
          <a:bodyPr vert="horz" wrap="square" lIns="0" tIns="0" rIns="0" bIns="0" rtlCol="0" anchor="ctr"/>
          <a:lstStyle/>
          <a:p>
            <a:pPr algn="ctr"/>
            <a:r>
              <a:rPr kumimoji="1" lang="en-US" altLang="zh-CN" sz="2000">
                <a:ln w="12700">
                  <a:noFill/>
                </a:ln>
                <a:solidFill>
                  <a:srgbClr val="FFFFFF">
                    <a:alpha val="100000"/>
                  </a:srgbClr>
                </a:solidFill>
                <a:latin typeface="poppins-bold"/>
                <a:ea typeface="poppins-bold"/>
                <a:cs typeface="poppins-bold"/>
              </a:rPr>
              <a:t>02</a:t>
            </a:r>
            <a:endParaRPr kumimoji="1" lang="zh-CN" altLang="en-US"/>
          </a:p>
        </p:txBody>
      </p:sp>
      <p:sp>
        <p:nvSpPr>
          <p:cNvPr id="12" name="标题 1"/>
          <p:cNvSpPr txBox="1"/>
          <p:nvPr/>
        </p:nvSpPr>
        <p:spPr>
          <a:xfrm>
            <a:off x="4763406" y="4552279"/>
            <a:ext cx="6480000" cy="540000"/>
          </a:xfrm>
          <a:prstGeom prst="round2DiagRect">
            <a:avLst>
              <a:gd name="adj1" fmla="val 50000"/>
              <a:gd name="adj2" fmla="val 0"/>
            </a:avLst>
          </a:prstGeom>
          <a:solidFill>
            <a:schemeClr val="bg1">
              <a:lumMod val="95000"/>
              <a:alpha val="80000"/>
            </a:schemeClr>
          </a:solidFill>
          <a:ln w="12700" cap="sq">
            <a:noFill/>
            <a:miter/>
          </a:ln>
        </p:spPr>
        <p:txBody>
          <a:bodyPr vert="horz" wrap="square" lIns="91440" tIns="45720" rIns="91440" bIns="45720" rtlCol="0" anchor="ctr"/>
          <a:lstStyle/>
          <a:p>
            <a:pPr algn="ctr"/>
            <a:endParaRPr kumimoji="1" lang="zh-CN" altLang="en-US"/>
          </a:p>
        </p:txBody>
      </p:sp>
      <p:sp>
        <p:nvSpPr>
          <p:cNvPr id="13" name="标题 1"/>
          <p:cNvSpPr txBox="1"/>
          <p:nvPr/>
        </p:nvSpPr>
        <p:spPr>
          <a:xfrm>
            <a:off x="4469650" y="4552279"/>
            <a:ext cx="864000" cy="540000"/>
          </a:xfrm>
          <a:prstGeom prst="round2DiagRect">
            <a:avLst>
              <a:gd name="adj1" fmla="val 50000"/>
              <a:gd name="adj2" fmla="val 0"/>
            </a:avLst>
          </a:prstGeom>
          <a:gradFill>
            <a:gsLst>
              <a:gs pos="1000">
                <a:schemeClr val="accent1">
                  <a:lumMod val="60000"/>
                  <a:lumOff val="40000"/>
                </a:schemeClr>
              </a:gs>
              <a:gs pos="100000">
                <a:schemeClr val="accent1"/>
              </a:gs>
            </a:gsLst>
            <a:lin ang="3000000" scaled="0"/>
          </a:gradFill>
          <a:ln w="6350" cap="flat">
            <a:noFill/>
            <a:miter/>
          </a:ln>
          <a:effectLst>
            <a:outerShdw blurRad="317500" dist="127000" dir="2400000" algn="t" rotWithShape="0">
              <a:schemeClr val="accent1">
                <a:alpha val="20000"/>
              </a:schemeClr>
            </a:outerShdw>
          </a:effectLst>
        </p:spPr>
        <p:txBody>
          <a:bodyPr vert="horz" wrap="square" lIns="91440" tIns="45720" rIns="91440" bIns="45720" rtlCol="0" anchor="ctr"/>
          <a:lstStyle/>
          <a:p>
            <a:pPr algn="l"/>
            <a:endParaRPr kumimoji="1" lang="zh-CN" altLang="en-US"/>
          </a:p>
        </p:txBody>
      </p:sp>
      <p:sp>
        <p:nvSpPr>
          <p:cNvPr id="14" name="标题 1"/>
          <p:cNvSpPr txBox="1"/>
          <p:nvPr/>
        </p:nvSpPr>
        <p:spPr>
          <a:xfrm>
            <a:off x="4694649" y="5215232"/>
            <a:ext cx="6300000" cy="828000"/>
          </a:xfrm>
          <a:prstGeom prst="rect">
            <a:avLst/>
          </a:prstGeom>
          <a:noFill/>
          <a:ln>
            <a:noFill/>
          </a:ln>
        </p:spPr>
        <p:txBody>
          <a:bodyPr vert="horz" wrap="square" lIns="0" tIns="0" rIns="0" bIns="0" rtlCol="0" anchor="t"/>
          <a:lstStyle/>
          <a:p>
            <a:pPr algn="l"/>
            <a:r>
              <a:rPr kumimoji="1" lang="en-US" altLang="zh-CN" sz="842">
                <a:ln w="12700">
                  <a:noFill/>
                </a:ln>
                <a:solidFill>
                  <a:srgbClr val="595959">
                    <a:alpha val="100000"/>
                  </a:srgbClr>
                </a:solidFill>
                <a:latin typeface="Poppins"/>
                <a:ea typeface="Poppins"/>
                <a:cs typeface="Poppins"/>
              </a:rPr>
              <a:t>Costear el POAAsignar un costo (CAPEX u OPEX) a cada proyecto e iniciativa del Plan Operativo.
Costear la Operación (Run the Business): Estimar los costos fijos de mantener las luces encendidas.
Consolidar y Negociar: Sumar todos los costos, compararlos con las directrices financieras de la empresa y justificar cada partida ante la dirección financiera.</a:t>
            </a:r>
            <a:endParaRPr kumimoji="1" lang="zh-CN" altLang="en-US"/>
          </a:p>
        </p:txBody>
      </p:sp>
      <p:sp>
        <p:nvSpPr>
          <p:cNvPr id="15" name="标题 1"/>
          <p:cNvSpPr txBox="1"/>
          <p:nvPr/>
        </p:nvSpPr>
        <p:spPr>
          <a:xfrm>
            <a:off x="5539195" y="4642280"/>
            <a:ext cx="5400000" cy="360000"/>
          </a:xfrm>
          <a:prstGeom prst="rect">
            <a:avLst/>
          </a:prstGeom>
          <a:noFill/>
          <a:ln>
            <a:noFill/>
          </a:ln>
        </p:spPr>
        <p:txBody>
          <a:bodyPr vert="horz" wrap="square" lIns="0" tIns="0" rIns="0" bIns="0" rtlCol="0" anchor="ctr"/>
          <a:lstStyle/>
          <a:p>
            <a:pPr algn="l"/>
            <a:r>
              <a:rPr kumimoji="1" lang="en-US" altLang="zh-CN" sz="1600">
                <a:ln w="12700">
                  <a:noFill/>
                </a:ln>
                <a:solidFill>
                  <a:srgbClr val="262626">
                    <a:alpha val="100000"/>
                  </a:srgbClr>
                </a:solidFill>
                <a:latin typeface="poppins-bold"/>
                <a:ea typeface="poppins-bold"/>
                <a:cs typeface="poppins-bold"/>
              </a:rPr>
              <a:t>Proceso de Elaboración</a:t>
            </a:r>
            <a:endParaRPr kumimoji="1" lang="zh-CN" altLang="en-US"/>
          </a:p>
        </p:txBody>
      </p:sp>
      <p:sp>
        <p:nvSpPr>
          <p:cNvPr id="16" name="标题 1"/>
          <p:cNvSpPr txBox="1"/>
          <p:nvPr/>
        </p:nvSpPr>
        <p:spPr>
          <a:xfrm>
            <a:off x="4631650" y="4642280"/>
            <a:ext cx="540000" cy="360000"/>
          </a:xfrm>
          <a:prstGeom prst="rect">
            <a:avLst/>
          </a:prstGeom>
          <a:noFill/>
          <a:ln>
            <a:noFill/>
          </a:ln>
        </p:spPr>
        <p:txBody>
          <a:bodyPr vert="horz" wrap="square" lIns="0" tIns="0" rIns="0" bIns="0" rtlCol="0" anchor="ctr"/>
          <a:lstStyle/>
          <a:p>
            <a:pPr algn="ctr"/>
            <a:r>
              <a:rPr kumimoji="1" lang="en-US" altLang="zh-CN" sz="2000">
                <a:ln w="12700">
                  <a:noFill/>
                </a:ln>
                <a:solidFill>
                  <a:srgbClr val="FFFFFF">
                    <a:alpha val="100000"/>
                  </a:srgbClr>
                </a:solidFill>
                <a:latin typeface="poppins-bold"/>
                <a:ea typeface="poppins-bold"/>
                <a:cs typeface="poppins-bold"/>
              </a:rPr>
              <a:t>03</a:t>
            </a:r>
            <a:endParaRPr kumimoji="1" lang="zh-CN" altLang="en-US"/>
          </a:p>
        </p:txBody>
      </p:sp>
      <p:sp>
        <p:nvSpPr>
          <p:cNvPr id="17" name="标题 1"/>
          <p:cNvSpPr txBox="1"/>
          <p:nvPr/>
        </p:nvSpPr>
        <p:spPr>
          <a:xfrm rot="10800000">
            <a:off x="660399" y="158962"/>
            <a:ext cx="10858499" cy="971338"/>
          </a:xfrm>
          <a:prstGeom prst="roundRect">
            <a:avLst/>
          </a:prstGeom>
          <a:gradFill>
            <a:gsLst>
              <a:gs pos="0">
                <a:schemeClr val="bg1">
                  <a:alpha val="0"/>
                </a:schemeClr>
              </a:gs>
              <a:gs pos="60000">
                <a:schemeClr val="accent1">
                  <a:lumMod val="20000"/>
                  <a:lumOff val="80000"/>
                </a:schemeClr>
              </a:gs>
              <a:gs pos="100000">
                <a:schemeClr val="bg1"/>
              </a:gs>
            </a:gsLst>
            <a:lin ang="16200000" scaled="0"/>
          </a:gradFill>
          <a:ln w="12700" cap="sq">
            <a:noFill/>
            <a:miter/>
          </a:ln>
        </p:spPr>
        <p:txBody>
          <a:bodyPr vert="horz" wrap="square" lIns="91440" tIns="45720" rIns="91440" bIns="45720" rtlCol="0" anchor="ctr"/>
          <a:lstStyle/>
          <a:p>
            <a:pPr algn="ctr"/>
            <a:endParaRPr kumimoji="1" lang="zh-CN" altLang="en-US"/>
          </a:p>
        </p:txBody>
      </p:sp>
      <p:sp>
        <p:nvSpPr>
          <p:cNvPr id="18" name="标题 1"/>
          <p:cNvSpPr txBox="1"/>
          <p:nvPr/>
        </p:nvSpPr>
        <p:spPr>
          <a:xfrm flipH="1">
            <a:off x="139042" y="296832"/>
            <a:ext cx="765810" cy="347799"/>
          </a:xfrm>
          <a:custGeom>
            <a:avLst/>
            <a:gdLst>
              <a:gd name="connsiteX0" fmla="*/ 651510 w 765810"/>
              <a:gd name="connsiteY0" fmla="*/ 253093 h 347799"/>
              <a:gd name="connsiteX1" fmla="*/ 543741 w 765810"/>
              <a:gd name="connsiteY1" fmla="*/ 318407 h 347799"/>
              <a:gd name="connsiteX2" fmla="*/ 435973 w 765810"/>
              <a:gd name="connsiteY2" fmla="*/ 253093 h 347799"/>
              <a:gd name="connsiteX3" fmla="*/ 329837 w 765810"/>
              <a:gd name="connsiteY3" fmla="*/ 318407 h 347799"/>
              <a:gd name="connsiteX4" fmla="*/ 222069 w 765810"/>
              <a:gd name="connsiteY4" fmla="*/ 253093 h 347799"/>
              <a:gd name="connsiteX5" fmla="*/ 114300 w 765810"/>
              <a:gd name="connsiteY5" fmla="*/ 318407 h 347799"/>
              <a:gd name="connsiteX6" fmla="*/ 13063 w 765810"/>
              <a:gd name="connsiteY6" fmla="*/ 256358 h 347799"/>
              <a:gd name="connsiteX7" fmla="*/ 0 w 765810"/>
              <a:gd name="connsiteY7" fmla="*/ 277586 h 347799"/>
              <a:gd name="connsiteX8" fmla="*/ 114300 w 765810"/>
              <a:gd name="connsiteY8" fmla="*/ 347799 h 347799"/>
              <a:gd name="connsiteX9" fmla="*/ 222069 w 765810"/>
              <a:gd name="connsiteY9" fmla="*/ 282484 h 347799"/>
              <a:gd name="connsiteX10" fmla="*/ 329837 w 765810"/>
              <a:gd name="connsiteY10" fmla="*/ 347799 h 347799"/>
              <a:gd name="connsiteX11" fmla="*/ 435973 w 765810"/>
              <a:gd name="connsiteY11" fmla="*/ 282484 h 347799"/>
              <a:gd name="connsiteX12" fmla="*/ 543741 w 765810"/>
              <a:gd name="connsiteY12" fmla="*/ 347799 h 347799"/>
              <a:gd name="connsiteX13" fmla="*/ 651510 w 765810"/>
              <a:gd name="connsiteY13" fmla="*/ 282484 h 347799"/>
              <a:gd name="connsiteX14" fmla="*/ 752747 w 765810"/>
              <a:gd name="connsiteY14" fmla="*/ 342900 h 347799"/>
              <a:gd name="connsiteX15" fmla="*/ 765810 w 765810"/>
              <a:gd name="connsiteY15" fmla="*/ 321673 h 347799"/>
              <a:gd name="connsiteX16" fmla="*/ 651510 w 765810"/>
              <a:gd name="connsiteY16" fmla="*/ 125730 h 347799"/>
              <a:gd name="connsiteX17" fmla="*/ 543741 w 765810"/>
              <a:gd name="connsiteY17" fmla="*/ 191044 h 347799"/>
              <a:gd name="connsiteX18" fmla="*/ 435973 w 765810"/>
              <a:gd name="connsiteY18" fmla="*/ 125730 h 347799"/>
              <a:gd name="connsiteX19" fmla="*/ 329837 w 765810"/>
              <a:gd name="connsiteY19" fmla="*/ 191044 h 347799"/>
              <a:gd name="connsiteX20" fmla="*/ 222069 w 765810"/>
              <a:gd name="connsiteY20" fmla="*/ 125730 h 347799"/>
              <a:gd name="connsiteX21" fmla="*/ 114300 w 765810"/>
              <a:gd name="connsiteY21" fmla="*/ 191044 h 347799"/>
              <a:gd name="connsiteX22" fmla="*/ 13063 w 765810"/>
              <a:gd name="connsiteY22" fmla="*/ 130629 h 347799"/>
              <a:gd name="connsiteX23" fmla="*/ 0 w 765810"/>
              <a:gd name="connsiteY23" fmla="*/ 151856 h 347799"/>
              <a:gd name="connsiteX24" fmla="*/ 114300 w 765810"/>
              <a:gd name="connsiteY24" fmla="*/ 220436 h 347799"/>
              <a:gd name="connsiteX25" fmla="*/ 222069 w 765810"/>
              <a:gd name="connsiteY25" fmla="*/ 155122 h 347799"/>
              <a:gd name="connsiteX26" fmla="*/ 329837 w 765810"/>
              <a:gd name="connsiteY26" fmla="*/ 220436 h 347799"/>
              <a:gd name="connsiteX27" fmla="*/ 435973 w 765810"/>
              <a:gd name="connsiteY27" fmla="*/ 155122 h 347799"/>
              <a:gd name="connsiteX28" fmla="*/ 543741 w 765810"/>
              <a:gd name="connsiteY28" fmla="*/ 220436 h 347799"/>
              <a:gd name="connsiteX29" fmla="*/ 651510 w 765810"/>
              <a:gd name="connsiteY29" fmla="*/ 155122 h 347799"/>
              <a:gd name="connsiteX30" fmla="*/ 752747 w 765810"/>
              <a:gd name="connsiteY30" fmla="*/ 217170 h 347799"/>
              <a:gd name="connsiteX31" fmla="*/ 765810 w 765810"/>
              <a:gd name="connsiteY31" fmla="*/ 195943 h 347799"/>
              <a:gd name="connsiteX32" fmla="*/ 651510 w 765810"/>
              <a:gd name="connsiteY32" fmla="*/ 0 h 347799"/>
              <a:gd name="connsiteX33" fmla="*/ 543741 w 765810"/>
              <a:gd name="connsiteY33" fmla="*/ 65314 h 347799"/>
              <a:gd name="connsiteX34" fmla="*/ 435973 w 765810"/>
              <a:gd name="connsiteY34" fmla="*/ 0 h 347799"/>
              <a:gd name="connsiteX35" fmla="*/ 329837 w 765810"/>
              <a:gd name="connsiteY35" fmla="*/ 65314 h 347799"/>
              <a:gd name="connsiteX36" fmla="*/ 222069 w 765810"/>
              <a:gd name="connsiteY36" fmla="*/ 0 h 347799"/>
              <a:gd name="connsiteX37" fmla="*/ 114300 w 765810"/>
              <a:gd name="connsiteY37" fmla="*/ 65314 h 347799"/>
              <a:gd name="connsiteX38" fmla="*/ 13063 w 765810"/>
              <a:gd name="connsiteY38" fmla="*/ 3265 h 347799"/>
              <a:gd name="connsiteX39" fmla="*/ 0 w 765810"/>
              <a:gd name="connsiteY39" fmla="*/ 24493 h 347799"/>
              <a:gd name="connsiteX40" fmla="*/ 114300 w 765810"/>
              <a:gd name="connsiteY40" fmla="*/ 93073 h 347799"/>
              <a:gd name="connsiteX41" fmla="*/ 222069 w 765810"/>
              <a:gd name="connsiteY41" fmla="*/ 27758 h 347799"/>
              <a:gd name="connsiteX42" fmla="*/ 329837 w 765810"/>
              <a:gd name="connsiteY42" fmla="*/ 93073 h 347799"/>
              <a:gd name="connsiteX43" fmla="*/ 435973 w 765810"/>
              <a:gd name="connsiteY43" fmla="*/ 27758 h 347799"/>
              <a:gd name="connsiteX44" fmla="*/ 543741 w 765810"/>
              <a:gd name="connsiteY44" fmla="*/ 93073 h 347799"/>
              <a:gd name="connsiteX45" fmla="*/ 651510 w 765810"/>
              <a:gd name="connsiteY45" fmla="*/ 27758 h 347799"/>
              <a:gd name="connsiteX46" fmla="*/ 752747 w 765810"/>
              <a:gd name="connsiteY46" fmla="*/ 89807 h 347799"/>
              <a:gd name="connsiteX47" fmla="*/ 765810 w 765810"/>
              <a:gd name="connsiteY47" fmla="*/ 68580 h 347799"/>
            </a:gdLst>
            <a:ahLst/>
            <a:cxnLst/>
            <a:rect l="l" t="t" r="r" b="b"/>
            <a:pathLst>
              <a:path w="765810" h="347799">
                <a:moveTo>
                  <a:pt x="651510" y="253093"/>
                </a:moveTo>
                <a:lnTo>
                  <a:pt x="543741" y="318407"/>
                </a:lnTo>
                <a:lnTo>
                  <a:pt x="435973" y="253093"/>
                </a:lnTo>
                <a:lnTo>
                  <a:pt x="329837" y="318407"/>
                </a:lnTo>
                <a:lnTo>
                  <a:pt x="222069" y="253093"/>
                </a:lnTo>
                <a:lnTo>
                  <a:pt x="114300" y="318407"/>
                </a:lnTo>
                <a:lnTo>
                  <a:pt x="13063" y="256358"/>
                </a:lnTo>
                <a:lnTo>
                  <a:pt x="0" y="277586"/>
                </a:lnTo>
                <a:lnTo>
                  <a:pt x="114300" y="347799"/>
                </a:lnTo>
                <a:lnTo>
                  <a:pt x="222069" y="282484"/>
                </a:lnTo>
                <a:lnTo>
                  <a:pt x="329837" y="347799"/>
                </a:lnTo>
                <a:lnTo>
                  <a:pt x="435973" y="282484"/>
                </a:lnTo>
                <a:lnTo>
                  <a:pt x="543741" y="347799"/>
                </a:lnTo>
                <a:lnTo>
                  <a:pt x="651510" y="282484"/>
                </a:lnTo>
                <a:lnTo>
                  <a:pt x="752747" y="342900"/>
                </a:lnTo>
                <a:lnTo>
                  <a:pt x="765810" y="321673"/>
                </a:lnTo>
                <a:close/>
                <a:moveTo>
                  <a:pt x="651510" y="125730"/>
                </a:moveTo>
                <a:lnTo>
                  <a:pt x="543741" y="191044"/>
                </a:lnTo>
                <a:lnTo>
                  <a:pt x="435973" y="125730"/>
                </a:lnTo>
                <a:lnTo>
                  <a:pt x="329837" y="191044"/>
                </a:lnTo>
                <a:lnTo>
                  <a:pt x="222069" y="125730"/>
                </a:lnTo>
                <a:lnTo>
                  <a:pt x="114300" y="191044"/>
                </a:lnTo>
                <a:lnTo>
                  <a:pt x="13063" y="130629"/>
                </a:lnTo>
                <a:lnTo>
                  <a:pt x="0" y="151856"/>
                </a:lnTo>
                <a:lnTo>
                  <a:pt x="114300" y="220436"/>
                </a:lnTo>
                <a:lnTo>
                  <a:pt x="222069" y="155122"/>
                </a:lnTo>
                <a:lnTo>
                  <a:pt x="329837" y="220436"/>
                </a:lnTo>
                <a:lnTo>
                  <a:pt x="435973" y="155122"/>
                </a:lnTo>
                <a:lnTo>
                  <a:pt x="543741" y="220436"/>
                </a:lnTo>
                <a:lnTo>
                  <a:pt x="651510" y="155122"/>
                </a:lnTo>
                <a:lnTo>
                  <a:pt x="752747" y="217170"/>
                </a:lnTo>
                <a:lnTo>
                  <a:pt x="765810" y="195943"/>
                </a:lnTo>
                <a:close/>
                <a:moveTo>
                  <a:pt x="651510" y="0"/>
                </a:moveTo>
                <a:lnTo>
                  <a:pt x="543741" y="65314"/>
                </a:lnTo>
                <a:lnTo>
                  <a:pt x="435973" y="0"/>
                </a:lnTo>
                <a:lnTo>
                  <a:pt x="329837" y="65314"/>
                </a:lnTo>
                <a:lnTo>
                  <a:pt x="222069" y="0"/>
                </a:lnTo>
                <a:lnTo>
                  <a:pt x="114300" y="65314"/>
                </a:lnTo>
                <a:lnTo>
                  <a:pt x="13063" y="3265"/>
                </a:lnTo>
                <a:lnTo>
                  <a:pt x="0" y="24493"/>
                </a:lnTo>
                <a:lnTo>
                  <a:pt x="114300" y="93073"/>
                </a:lnTo>
                <a:lnTo>
                  <a:pt x="222069" y="27758"/>
                </a:lnTo>
                <a:lnTo>
                  <a:pt x="329837" y="93073"/>
                </a:lnTo>
                <a:lnTo>
                  <a:pt x="435973" y="27758"/>
                </a:lnTo>
                <a:lnTo>
                  <a:pt x="543741" y="93073"/>
                </a:lnTo>
                <a:lnTo>
                  <a:pt x="651510" y="27758"/>
                </a:lnTo>
                <a:lnTo>
                  <a:pt x="752747" y="89807"/>
                </a:lnTo>
                <a:lnTo>
                  <a:pt x="765810" y="68580"/>
                </a:lnTo>
                <a:close/>
              </a:path>
            </a:pathLst>
          </a:custGeom>
          <a:solidFill>
            <a:schemeClr val="accent1">
              <a:lumMod val="60000"/>
              <a:lumOff val="40000"/>
            </a:schemeClr>
          </a:solidFill>
          <a:ln w="16329" cap="flat">
            <a:noFill/>
            <a:miter/>
          </a:ln>
        </p:spPr>
        <p:txBody>
          <a:bodyPr vert="horz" wrap="square" lIns="91440" tIns="45720" rIns="91440" bIns="45720" rtlCol="0" anchor="ctr"/>
          <a:lstStyle/>
          <a:p>
            <a:pPr algn="l"/>
            <a:endParaRPr kumimoji="1" lang="zh-CN" altLang="en-US"/>
          </a:p>
        </p:txBody>
      </p:sp>
      <p:sp>
        <p:nvSpPr>
          <p:cNvPr id="19" name="标题 1"/>
          <p:cNvSpPr txBox="1"/>
          <p:nvPr/>
        </p:nvSpPr>
        <p:spPr>
          <a:xfrm>
            <a:off x="1201552" y="346492"/>
            <a:ext cx="8209148" cy="596278"/>
          </a:xfrm>
          <a:prstGeom prst="rect">
            <a:avLst/>
          </a:prstGeom>
          <a:noFill/>
          <a:ln>
            <a:noFill/>
          </a:ln>
        </p:spPr>
        <p:txBody>
          <a:bodyPr vert="horz" wrap="square" lIns="0" tIns="0" rIns="0" bIns="0" rtlCol="0" anchor="ctr"/>
          <a:lstStyle/>
          <a:p>
            <a:pPr algn="l"/>
            <a:r>
              <a:rPr kumimoji="1" lang="en-US" altLang="zh-CN" sz="2800">
                <a:ln w="12700">
                  <a:noFill/>
                </a:ln>
                <a:solidFill>
                  <a:srgbClr val="000000">
                    <a:alpha val="100000"/>
                  </a:srgbClr>
                </a:solidFill>
                <a:latin typeface="poppins-bold"/>
                <a:ea typeface="poppins-bold"/>
                <a:cs typeface="poppins-bold"/>
              </a:rPr>
              <a:t>Diseño del Presupuesto</a:t>
            </a:r>
            <a:endParaRPr kumimoji="1" lang="zh-CN" altLang="en-US"/>
          </a:p>
        </p:txBody>
      </p:sp>
      <p:sp>
        <p:nvSpPr>
          <p:cNvPr id="20" name="标题 1"/>
          <p:cNvSpPr txBox="1"/>
          <p:nvPr/>
        </p:nvSpPr>
        <p:spPr>
          <a:xfrm flipH="1">
            <a:off x="11148696" y="782502"/>
            <a:ext cx="765810" cy="347799"/>
          </a:xfrm>
          <a:custGeom>
            <a:avLst/>
            <a:gdLst>
              <a:gd name="connsiteX0" fmla="*/ 651510 w 765810"/>
              <a:gd name="connsiteY0" fmla="*/ 253093 h 347799"/>
              <a:gd name="connsiteX1" fmla="*/ 543741 w 765810"/>
              <a:gd name="connsiteY1" fmla="*/ 318407 h 347799"/>
              <a:gd name="connsiteX2" fmla="*/ 435973 w 765810"/>
              <a:gd name="connsiteY2" fmla="*/ 253093 h 347799"/>
              <a:gd name="connsiteX3" fmla="*/ 329837 w 765810"/>
              <a:gd name="connsiteY3" fmla="*/ 318407 h 347799"/>
              <a:gd name="connsiteX4" fmla="*/ 222069 w 765810"/>
              <a:gd name="connsiteY4" fmla="*/ 253093 h 347799"/>
              <a:gd name="connsiteX5" fmla="*/ 114300 w 765810"/>
              <a:gd name="connsiteY5" fmla="*/ 318407 h 347799"/>
              <a:gd name="connsiteX6" fmla="*/ 13063 w 765810"/>
              <a:gd name="connsiteY6" fmla="*/ 256358 h 347799"/>
              <a:gd name="connsiteX7" fmla="*/ 0 w 765810"/>
              <a:gd name="connsiteY7" fmla="*/ 277586 h 347799"/>
              <a:gd name="connsiteX8" fmla="*/ 114300 w 765810"/>
              <a:gd name="connsiteY8" fmla="*/ 347799 h 347799"/>
              <a:gd name="connsiteX9" fmla="*/ 222069 w 765810"/>
              <a:gd name="connsiteY9" fmla="*/ 282484 h 347799"/>
              <a:gd name="connsiteX10" fmla="*/ 329837 w 765810"/>
              <a:gd name="connsiteY10" fmla="*/ 347799 h 347799"/>
              <a:gd name="connsiteX11" fmla="*/ 435973 w 765810"/>
              <a:gd name="connsiteY11" fmla="*/ 282484 h 347799"/>
              <a:gd name="connsiteX12" fmla="*/ 543741 w 765810"/>
              <a:gd name="connsiteY12" fmla="*/ 347799 h 347799"/>
              <a:gd name="connsiteX13" fmla="*/ 651510 w 765810"/>
              <a:gd name="connsiteY13" fmla="*/ 282484 h 347799"/>
              <a:gd name="connsiteX14" fmla="*/ 752747 w 765810"/>
              <a:gd name="connsiteY14" fmla="*/ 342900 h 347799"/>
              <a:gd name="connsiteX15" fmla="*/ 765810 w 765810"/>
              <a:gd name="connsiteY15" fmla="*/ 321673 h 347799"/>
              <a:gd name="connsiteX16" fmla="*/ 651510 w 765810"/>
              <a:gd name="connsiteY16" fmla="*/ 125730 h 347799"/>
              <a:gd name="connsiteX17" fmla="*/ 543741 w 765810"/>
              <a:gd name="connsiteY17" fmla="*/ 191044 h 347799"/>
              <a:gd name="connsiteX18" fmla="*/ 435973 w 765810"/>
              <a:gd name="connsiteY18" fmla="*/ 125730 h 347799"/>
              <a:gd name="connsiteX19" fmla="*/ 329837 w 765810"/>
              <a:gd name="connsiteY19" fmla="*/ 191044 h 347799"/>
              <a:gd name="connsiteX20" fmla="*/ 222069 w 765810"/>
              <a:gd name="connsiteY20" fmla="*/ 125730 h 347799"/>
              <a:gd name="connsiteX21" fmla="*/ 114300 w 765810"/>
              <a:gd name="connsiteY21" fmla="*/ 191044 h 347799"/>
              <a:gd name="connsiteX22" fmla="*/ 13063 w 765810"/>
              <a:gd name="connsiteY22" fmla="*/ 130629 h 347799"/>
              <a:gd name="connsiteX23" fmla="*/ 0 w 765810"/>
              <a:gd name="connsiteY23" fmla="*/ 151856 h 347799"/>
              <a:gd name="connsiteX24" fmla="*/ 114300 w 765810"/>
              <a:gd name="connsiteY24" fmla="*/ 220436 h 347799"/>
              <a:gd name="connsiteX25" fmla="*/ 222069 w 765810"/>
              <a:gd name="connsiteY25" fmla="*/ 155122 h 347799"/>
              <a:gd name="connsiteX26" fmla="*/ 329837 w 765810"/>
              <a:gd name="connsiteY26" fmla="*/ 220436 h 347799"/>
              <a:gd name="connsiteX27" fmla="*/ 435973 w 765810"/>
              <a:gd name="connsiteY27" fmla="*/ 155122 h 347799"/>
              <a:gd name="connsiteX28" fmla="*/ 543741 w 765810"/>
              <a:gd name="connsiteY28" fmla="*/ 220436 h 347799"/>
              <a:gd name="connsiteX29" fmla="*/ 651510 w 765810"/>
              <a:gd name="connsiteY29" fmla="*/ 155122 h 347799"/>
              <a:gd name="connsiteX30" fmla="*/ 752747 w 765810"/>
              <a:gd name="connsiteY30" fmla="*/ 217170 h 347799"/>
              <a:gd name="connsiteX31" fmla="*/ 765810 w 765810"/>
              <a:gd name="connsiteY31" fmla="*/ 195943 h 347799"/>
              <a:gd name="connsiteX32" fmla="*/ 651510 w 765810"/>
              <a:gd name="connsiteY32" fmla="*/ 0 h 347799"/>
              <a:gd name="connsiteX33" fmla="*/ 543741 w 765810"/>
              <a:gd name="connsiteY33" fmla="*/ 65314 h 347799"/>
              <a:gd name="connsiteX34" fmla="*/ 435973 w 765810"/>
              <a:gd name="connsiteY34" fmla="*/ 0 h 347799"/>
              <a:gd name="connsiteX35" fmla="*/ 329837 w 765810"/>
              <a:gd name="connsiteY35" fmla="*/ 65314 h 347799"/>
              <a:gd name="connsiteX36" fmla="*/ 222069 w 765810"/>
              <a:gd name="connsiteY36" fmla="*/ 0 h 347799"/>
              <a:gd name="connsiteX37" fmla="*/ 114300 w 765810"/>
              <a:gd name="connsiteY37" fmla="*/ 65314 h 347799"/>
              <a:gd name="connsiteX38" fmla="*/ 13063 w 765810"/>
              <a:gd name="connsiteY38" fmla="*/ 3265 h 347799"/>
              <a:gd name="connsiteX39" fmla="*/ 0 w 765810"/>
              <a:gd name="connsiteY39" fmla="*/ 24493 h 347799"/>
              <a:gd name="connsiteX40" fmla="*/ 114300 w 765810"/>
              <a:gd name="connsiteY40" fmla="*/ 93073 h 347799"/>
              <a:gd name="connsiteX41" fmla="*/ 222069 w 765810"/>
              <a:gd name="connsiteY41" fmla="*/ 27758 h 347799"/>
              <a:gd name="connsiteX42" fmla="*/ 329837 w 765810"/>
              <a:gd name="connsiteY42" fmla="*/ 93073 h 347799"/>
              <a:gd name="connsiteX43" fmla="*/ 435973 w 765810"/>
              <a:gd name="connsiteY43" fmla="*/ 27758 h 347799"/>
              <a:gd name="connsiteX44" fmla="*/ 543741 w 765810"/>
              <a:gd name="connsiteY44" fmla="*/ 93073 h 347799"/>
              <a:gd name="connsiteX45" fmla="*/ 651510 w 765810"/>
              <a:gd name="connsiteY45" fmla="*/ 27758 h 347799"/>
              <a:gd name="connsiteX46" fmla="*/ 752747 w 765810"/>
              <a:gd name="connsiteY46" fmla="*/ 89807 h 347799"/>
              <a:gd name="connsiteX47" fmla="*/ 765810 w 765810"/>
              <a:gd name="connsiteY47" fmla="*/ 68580 h 347799"/>
            </a:gdLst>
            <a:ahLst/>
            <a:cxnLst/>
            <a:rect l="l" t="t" r="r" b="b"/>
            <a:pathLst>
              <a:path w="765810" h="347799">
                <a:moveTo>
                  <a:pt x="651510" y="253093"/>
                </a:moveTo>
                <a:lnTo>
                  <a:pt x="543741" y="318407"/>
                </a:lnTo>
                <a:lnTo>
                  <a:pt x="435973" y="253093"/>
                </a:lnTo>
                <a:lnTo>
                  <a:pt x="329837" y="318407"/>
                </a:lnTo>
                <a:lnTo>
                  <a:pt x="222069" y="253093"/>
                </a:lnTo>
                <a:lnTo>
                  <a:pt x="114300" y="318407"/>
                </a:lnTo>
                <a:lnTo>
                  <a:pt x="13063" y="256358"/>
                </a:lnTo>
                <a:lnTo>
                  <a:pt x="0" y="277586"/>
                </a:lnTo>
                <a:lnTo>
                  <a:pt x="114300" y="347799"/>
                </a:lnTo>
                <a:lnTo>
                  <a:pt x="222069" y="282484"/>
                </a:lnTo>
                <a:lnTo>
                  <a:pt x="329837" y="347799"/>
                </a:lnTo>
                <a:lnTo>
                  <a:pt x="435973" y="282484"/>
                </a:lnTo>
                <a:lnTo>
                  <a:pt x="543741" y="347799"/>
                </a:lnTo>
                <a:lnTo>
                  <a:pt x="651510" y="282484"/>
                </a:lnTo>
                <a:lnTo>
                  <a:pt x="752747" y="342900"/>
                </a:lnTo>
                <a:lnTo>
                  <a:pt x="765810" y="321673"/>
                </a:lnTo>
                <a:close/>
                <a:moveTo>
                  <a:pt x="651510" y="125730"/>
                </a:moveTo>
                <a:lnTo>
                  <a:pt x="543741" y="191044"/>
                </a:lnTo>
                <a:lnTo>
                  <a:pt x="435973" y="125730"/>
                </a:lnTo>
                <a:lnTo>
                  <a:pt x="329837" y="191044"/>
                </a:lnTo>
                <a:lnTo>
                  <a:pt x="222069" y="125730"/>
                </a:lnTo>
                <a:lnTo>
                  <a:pt x="114300" y="191044"/>
                </a:lnTo>
                <a:lnTo>
                  <a:pt x="13063" y="130629"/>
                </a:lnTo>
                <a:lnTo>
                  <a:pt x="0" y="151856"/>
                </a:lnTo>
                <a:lnTo>
                  <a:pt x="114300" y="220436"/>
                </a:lnTo>
                <a:lnTo>
                  <a:pt x="222069" y="155122"/>
                </a:lnTo>
                <a:lnTo>
                  <a:pt x="329837" y="220436"/>
                </a:lnTo>
                <a:lnTo>
                  <a:pt x="435973" y="155122"/>
                </a:lnTo>
                <a:lnTo>
                  <a:pt x="543741" y="220436"/>
                </a:lnTo>
                <a:lnTo>
                  <a:pt x="651510" y="155122"/>
                </a:lnTo>
                <a:lnTo>
                  <a:pt x="752747" y="217170"/>
                </a:lnTo>
                <a:lnTo>
                  <a:pt x="765810" y="195943"/>
                </a:lnTo>
                <a:close/>
                <a:moveTo>
                  <a:pt x="651510" y="0"/>
                </a:moveTo>
                <a:lnTo>
                  <a:pt x="543741" y="65314"/>
                </a:lnTo>
                <a:lnTo>
                  <a:pt x="435973" y="0"/>
                </a:lnTo>
                <a:lnTo>
                  <a:pt x="329837" y="65314"/>
                </a:lnTo>
                <a:lnTo>
                  <a:pt x="222069" y="0"/>
                </a:lnTo>
                <a:lnTo>
                  <a:pt x="114300" y="65314"/>
                </a:lnTo>
                <a:lnTo>
                  <a:pt x="13063" y="3265"/>
                </a:lnTo>
                <a:lnTo>
                  <a:pt x="0" y="24493"/>
                </a:lnTo>
                <a:lnTo>
                  <a:pt x="114300" y="93073"/>
                </a:lnTo>
                <a:lnTo>
                  <a:pt x="222069" y="27758"/>
                </a:lnTo>
                <a:lnTo>
                  <a:pt x="329837" y="93073"/>
                </a:lnTo>
                <a:lnTo>
                  <a:pt x="435973" y="27758"/>
                </a:lnTo>
                <a:lnTo>
                  <a:pt x="543741" y="93073"/>
                </a:lnTo>
                <a:lnTo>
                  <a:pt x="651510" y="27758"/>
                </a:lnTo>
                <a:lnTo>
                  <a:pt x="752747" y="89807"/>
                </a:lnTo>
                <a:lnTo>
                  <a:pt x="765810" y="68580"/>
                </a:lnTo>
                <a:close/>
              </a:path>
            </a:pathLst>
          </a:custGeom>
          <a:solidFill>
            <a:schemeClr val="accent1">
              <a:lumMod val="60000"/>
              <a:lumOff val="40000"/>
            </a:schemeClr>
          </a:solidFill>
          <a:ln w="16329" cap="flat">
            <a:noFill/>
            <a:miter/>
          </a:ln>
        </p:spPr>
        <p:txBody>
          <a:bodyPr vert="horz" wrap="square" lIns="91440" tIns="45720" rIns="91440" bIns="45720" rtlCol="0" anchor="ctr"/>
          <a:lstStyle/>
          <a:p>
            <a:pPr algn="l"/>
            <a:endParaRPr kumimoji="1" lang="zh-CN" altLang="en-US"/>
          </a:p>
        </p:txBody>
      </p:sp>
      <p:pic>
        <p:nvPicPr>
          <p:cNvPr id="21" name="Imagen 20">
            <a:extLst>
              <a:ext uri="{FF2B5EF4-FFF2-40B4-BE49-F238E27FC236}">
                <a16:creationId xmlns:a16="http://schemas.microsoft.com/office/drawing/2014/main" id="{8A858A25-ED41-E04A-D0C5-3BB8CC8DF5F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982577" y="1112379"/>
            <a:ext cx="720000" cy="720000"/>
          </a:xfrm>
          <a:prstGeom prst="roundRect">
            <a:avLst/>
          </a:prstGeom>
          <a:gradFill>
            <a:gsLst>
              <a:gs pos="1000">
                <a:schemeClr val="accent1">
                  <a:alpha val="100000"/>
                </a:schemeClr>
              </a:gs>
              <a:gs pos="100000">
                <a:schemeClr val="accent1">
                  <a:lumMod val="40000"/>
                  <a:lumOff val="60000"/>
                  <a:alpha val="100000"/>
                </a:schemeClr>
              </a:gs>
            </a:gsLst>
            <a:lin ang="3000000" scaled="0"/>
          </a:gradFill>
          <a:ln cap="flat">
            <a:noFill/>
            <a:prstDash val="solid"/>
            <a:miter/>
          </a:ln>
          <a:effectLst>
            <a:outerShdw blurRad="381000" dist="127000" dir="3000000" algn="t" rotWithShape="0">
              <a:schemeClr val="accent1">
                <a:alpha val="20000"/>
              </a:schemeClr>
            </a:outerShdw>
          </a:effectLst>
        </p:spPr>
        <p:txBody>
          <a:bodyPr vert="horz" wrap="square" lIns="91440" tIns="45720" rIns="91440" bIns="45720" rtlCol="0" anchor="ctr"/>
          <a:lstStyle/>
          <a:p>
            <a:pPr algn="l"/>
            <a:endParaRPr kumimoji="1" lang="zh-CN" altLang="en-US"/>
          </a:p>
        </p:txBody>
      </p:sp>
      <p:sp>
        <p:nvSpPr>
          <p:cNvPr id="3" name="标题 1"/>
          <p:cNvSpPr txBox="1"/>
          <p:nvPr/>
        </p:nvSpPr>
        <p:spPr>
          <a:xfrm>
            <a:off x="1182642" y="1340090"/>
            <a:ext cx="319871" cy="264578"/>
          </a:xfrm>
          <a:custGeom>
            <a:avLst/>
            <a:gdLst>
              <a:gd name="connsiteX0" fmla="*/ 153878 w 870468"/>
              <a:gd name="connsiteY0" fmla="*/ 353026 h 720000"/>
              <a:gd name="connsiteX1" fmla="*/ 449972 w 870468"/>
              <a:gd name="connsiteY1" fmla="*/ 353026 h 720000"/>
              <a:gd name="connsiteX2" fmla="*/ 489985 w 870468"/>
              <a:gd name="connsiteY2" fmla="*/ 393039 h 720000"/>
              <a:gd name="connsiteX3" fmla="*/ 449972 w 870468"/>
              <a:gd name="connsiteY3" fmla="*/ 433051 h 720000"/>
              <a:gd name="connsiteX4" fmla="*/ 153878 w 870468"/>
              <a:gd name="connsiteY4" fmla="*/ 433051 h 720000"/>
              <a:gd name="connsiteX5" fmla="*/ 113865 w 870468"/>
              <a:gd name="connsiteY5" fmla="*/ 393039 h 720000"/>
              <a:gd name="connsiteX6" fmla="*/ 153878 w 870468"/>
              <a:gd name="connsiteY6" fmla="*/ 353026 h 720000"/>
              <a:gd name="connsiteX7" fmla="*/ 68708 w 870468"/>
              <a:gd name="connsiteY7" fmla="*/ 275858 h 720000"/>
              <a:gd name="connsiteX8" fmla="*/ 68708 w 870468"/>
              <a:gd name="connsiteY8" fmla="*/ 603735 h 720000"/>
              <a:gd name="connsiteX9" fmla="*/ 116266 w 870468"/>
              <a:gd name="connsiteY9" fmla="*/ 651293 h 720000"/>
              <a:gd name="connsiteX10" fmla="*/ 598821 w 870468"/>
              <a:gd name="connsiteY10" fmla="*/ 651293 h 720000"/>
              <a:gd name="connsiteX11" fmla="*/ 754317 w 870468"/>
              <a:gd name="connsiteY11" fmla="*/ 651293 h 720000"/>
              <a:gd name="connsiteX12" fmla="*/ 801875 w 870468"/>
              <a:gd name="connsiteY12" fmla="*/ 603735 h 720000"/>
              <a:gd name="connsiteX13" fmla="*/ 801875 w 870468"/>
              <a:gd name="connsiteY13" fmla="*/ 275858 h 720000"/>
              <a:gd name="connsiteX14" fmla="*/ 598821 w 870468"/>
              <a:gd name="connsiteY14" fmla="*/ 275858 h 720000"/>
              <a:gd name="connsiteX15" fmla="*/ 116266 w 870468"/>
              <a:gd name="connsiteY15" fmla="*/ 68593 h 720000"/>
              <a:gd name="connsiteX16" fmla="*/ 68708 w 870468"/>
              <a:gd name="connsiteY16" fmla="*/ 116151 h 720000"/>
              <a:gd name="connsiteX17" fmla="*/ 68708 w 870468"/>
              <a:gd name="connsiteY17" fmla="*/ 207265 h 720000"/>
              <a:gd name="connsiteX18" fmla="*/ 598821 w 870468"/>
              <a:gd name="connsiteY18" fmla="*/ 207265 h 720000"/>
              <a:gd name="connsiteX19" fmla="*/ 801875 w 870468"/>
              <a:gd name="connsiteY19" fmla="*/ 207265 h 720000"/>
              <a:gd name="connsiteX20" fmla="*/ 801875 w 870468"/>
              <a:gd name="connsiteY20" fmla="*/ 116151 h 720000"/>
              <a:gd name="connsiteX21" fmla="*/ 754317 w 870468"/>
              <a:gd name="connsiteY21" fmla="*/ 68593 h 720000"/>
              <a:gd name="connsiteX22" fmla="*/ 598821 w 870468"/>
              <a:gd name="connsiteY22" fmla="*/ 68593 h 720000"/>
              <a:gd name="connsiteX23" fmla="*/ 116266 w 870468"/>
              <a:gd name="connsiteY23" fmla="*/ 0 h 720000"/>
              <a:gd name="connsiteX24" fmla="*/ 598821 w 870468"/>
              <a:gd name="connsiteY24" fmla="*/ 0 h 720000"/>
              <a:gd name="connsiteX25" fmla="*/ 754317 w 870468"/>
              <a:gd name="connsiteY25" fmla="*/ 0 h 720000"/>
              <a:gd name="connsiteX26" fmla="*/ 870468 w 870468"/>
              <a:gd name="connsiteY26" fmla="*/ 116151 h 720000"/>
              <a:gd name="connsiteX27" fmla="*/ 870468 w 870468"/>
              <a:gd name="connsiteY27" fmla="*/ 241562 h 720000"/>
              <a:gd name="connsiteX28" fmla="*/ 870468 w 870468"/>
              <a:gd name="connsiteY28" fmla="*/ 603735 h 720000"/>
              <a:gd name="connsiteX29" fmla="*/ 754317 w 870468"/>
              <a:gd name="connsiteY29" fmla="*/ 720000 h 720000"/>
              <a:gd name="connsiteX30" fmla="*/ 598821 w 870468"/>
              <a:gd name="connsiteY30" fmla="*/ 720000 h 720000"/>
              <a:gd name="connsiteX31" fmla="*/ 116266 w 870468"/>
              <a:gd name="connsiteY31" fmla="*/ 720000 h 720000"/>
              <a:gd name="connsiteX32" fmla="*/ 115 w 870468"/>
              <a:gd name="connsiteY32" fmla="*/ 603849 h 720000"/>
              <a:gd name="connsiteX33" fmla="*/ 115 w 870468"/>
              <a:gd name="connsiteY33" fmla="*/ 241841 h 720000"/>
              <a:gd name="connsiteX34" fmla="*/ 0 w 870468"/>
              <a:gd name="connsiteY34" fmla="*/ 241562 h 720000"/>
              <a:gd name="connsiteX35" fmla="*/ 115 w 870468"/>
              <a:gd name="connsiteY35" fmla="*/ 241284 h 720000"/>
              <a:gd name="connsiteX36" fmla="*/ 115 w 870468"/>
              <a:gd name="connsiteY36" fmla="*/ 116151 h 720000"/>
              <a:gd name="connsiteX37" fmla="*/ 116266 w 870468"/>
              <a:gd name="connsiteY37" fmla="*/ 0 h 720000"/>
            </a:gdLst>
            <a:ahLst/>
            <a:cxnLst/>
            <a:rect l="l" t="t" r="r" b="b"/>
            <a:pathLst>
              <a:path w="870468" h="720000">
                <a:moveTo>
                  <a:pt x="153878" y="353026"/>
                </a:moveTo>
                <a:lnTo>
                  <a:pt x="449972" y="353026"/>
                </a:lnTo>
                <a:cubicBezTo>
                  <a:pt x="472036" y="353026"/>
                  <a:pt x="489985" y="370975"/>
                  <a:pt x="489985" y="393039"/>
                </a:cubicBezTo>
                <a:cubicBezTo>
                  <a:pt x="489985" y="415103"/>
                  <a:pt x="472150" y="433051"/>
                  <a:pt x="449972" y="433051"/>
                </a:cubicBezTo>
                <a:lnTo>
                  <a:pt x="153878" y="433051"/>
                </a:lnTo>
                <a:cubicBezTo>
                  <a:pt x="131814" y="433051"/>
                  <a:pt x="113865" y="415103"/>
                  <a:pt x="113865" y="393039"/>
                </a:cubicBezTo>
                <a:cubicBezTo>
                  <a:pt x="113865" y="370975"/>
                  <a:pt x="131814" y="353026"/>
                  <a:pt x="153878" y="353026"/>
                </a:cubicBezTo>
                <a:close/>
                <a:moveTo>
                  <a:pt x="68708" y="275858"/>
                </a:moveTo>
                <a:lnTo>
                  <a:pt x="68708" y="603735"/>
                </a:lnTo>
                <a:cubicBezTo>
                  <a:pt x="68708" y="630029"/>
                  <a:pt x="90087" y="651293"/>
                  <a:pt x="116266" y="651293"/>
                </a:cubicBezTo>
                <a:lnTo>
                  <a:pt x="598821" y="651293"/>
                </a:lnTo>
                <a:lnTo>
                  <a:pt x="754317" y="651293"/>
                </a:lnTo>
                <a:cubicBezTo>
                  <a:pt x="780611" y="651293"/>
                  <a:pt x="801875" y="629915"/>
                  <a:pt x="801875" y="603735"/>
                </a:cubicBezTo>
                <a:lnTo>
                  <a:pt x="801875" y="275858"/>
                </a:lnTo>
                <a:lnTo>
                  <a:pt x="598821" y="275858"/>
                </a:lnTo>
                <a:close/>
                <a:moveTo>
                  <a:pt x="116266" y="68593"/>
                </a:moveTo>
                <a:cubicBezTo>
                  <a:pt x="89972" y="68593"/>
                  <a:pt x="68708" y="89972"/>
                  <a:pt x="68708" y="116151"/>
                </a:cubicBezTo>
                <a:lnTo>
                  <a:pt x="68708" y="207265"/>
                </a:lnTo>
                <a:lnTo>
                  <a:pt x="598821" y="207265"/>
                </a:lnTo>
                <a:lnTo>
                  <a:pt x="801875" y="207265"/>
                </a:lnTo>
                <a:lnTo>
                  <a:pt x="801875" y="116151"/>
                </a:lnTo>
                <a:cubicBezTo>
                  <a:pt x="801875" y="89857"/>
                  <a:pt x="780497" y="68593"/>
                  <a:pt x="754317" y="68593"/>
                </a:cubicBezTo>
                <a:lnTo>
                  <a:pt x="598821" y="68593"/>
                </a:lnTo>
                <a:close/>
                <a:moveTo>
                  <a:pt x="116266" y="0"/>
                </a:moveTo>
                <a:lnTo>
                  <a:pt x="598821" y="0"/>
                </a:lnTo>
                <a:lnTo>
                  <a:pt x="754317" y="0"/>
                </a:lnTo>
                <a:cubicBezTo>
                  <a:pt x="818338" y="0"/>
                  <a:pt x="870468" y="52131"/>
                  <a:pt x="870468" y="116151"/>
                </a:cubicBezTo>
                <a:lnTo>
                  <a:pt x="870468" y="241562"/>
                </a:lnTo>
                <a:lnTo>
                  <a:pt x="870468" y="603735"/>
                </a:lnTo>
                <a:cubicBezTo>
                  <a:pt x="870468" y="667869"/>
                  <a:pt x="818338" y="720000"/>
                  <a:pt x="754317" y="720000"/>
                </a:cubicBezTo>
                <a:lnTo>
                  <a:pt x="598821" y="720000"/>
                </a:lnTo>
                <a:lnTo>
                  <a:pt x="116266" y="720000"/>
                </a:lnTo>
                <a:cubicBezTo>
                  <a:pt x="52246" y="720000"/>
                  <a:pt x="115" y="667869"/>
                  <a:pt x="115" y="603849"/>
                </a:cubicBezTo>
                <a:lnTo>
                  <a:pt x="115" y="241841"/>
                </a:lnTo>
                <a:lnTo>
                  <a:pt x="0" y="241562"/>
                </a:lnTo>
                <a:lnTo>
                  <a:pt x="115" y="241284"/>
                </a:lnTo>
                <a:lnTo>
                  <a:pt x="115" y="116151"/>
                </a:lnTo>
                <a:cubicBezTo>
                  <a:pt x="115" y="52131"/>
                  <a:pt x="52246" y="0"/>
                  <a:pt x="116266" y="0"/>
                </a:cubicBezTo>
                <a:close/>
              </a:path>
            </a:pathLst>
          </a:custGeom>
          <a:solidFill>
            <a:schemeClr val="bg1"/>
          </a:solidFill>
          <a:ln w="12700" cap="sq">
            <a:noFill/>
            <a:miter/>
          </a:ln>
        </p:spPr>
        <p:txBody>
          <a:bodyPr vert="horz" wrap="square" lIns="91440" tIns="45720" rIns="91440" bIns="45720" rtlCol="0" anchor="ctr"/>
          <a:lstStyle/>
          <a:p>
            <a:pPr algn="ctr"/>
            <a:endParaRPr kumimoji="1" lang="zh-CN" altLang="en-US"/>
          </a:p>
        </p:txBody>
      </p:sp>
      <p:sp>
        <p:nvSpPr>
          <p:cNvPr id="4" name="标题 1"/>
          <p:cNvSpPr txBox="1"/>
          <p:nvPr/>
        </p:nvSpPr>
        <p:spPr>
          <a:xfrm>
            <a:off x="982575" y="2023304"/>
            <a:ext cx="4795677" cy="430076"/>
          </a:xfrm>
          <a:prstGeom prst="rect">
            <a:avLst/>
          </a:prstGeom>
          <a:noFill/>
          <a:ln w="12700" cap="sq">
            <a:noFill/>
            <a:miter/>
          </a:ln>
        </p:spPr>
        <p:txBody>
          <a:bodyPr vert="horz" wrap="square" lIns="0" tIns="0" rIns="0" bIns="0" rtlCol="0" anchor="ctr"/>
          <a:lstStyle/>
          <a:p>
            <a:pPr algn="l"/>
            <a:r>
              <a:rPr kumimoji="1" lang="en-US" altLang="zh-CN" sz="1600">
                <a:ln w="12700">
                  <a:noFill/>
                </a:ln>
                <a:solidFill>
                  <a:srgbClr val="262626">
                    <a:alpha val="100000"/>
                  </a:srgbClr>
                </a:solidFill>
                <a:latin typeface="poppins-bold"/>
                <a:ea typeface="poppins-bold"/>
                <a:cs typeface="poppins-bold"/>
              </a:rPr>
              <a:t>Monitoreo (Real vs. Presupuestado)</a:t>
            </a:r>
            <a:endParaRPr kumimoji="1" lang="zh-CN" altLang="en-US"/>
          </a:p>
        </p:txBody>
      </p:sp>
      <p:sp>
        <p:nvSpPr>
          <p:cNvPr id="5" name="标题 1"/>
          <p:cNvSpPr txBox="1"/>
          <p:nvPr/>
        </p:nvSpPr>
        <p:spPr>
          <a:xfrm>
            <a:off x="978850" y="2531761"/>
            <a:ext cx="4795677" cy="914657"/>
          </a:xfrm>
          <a:prstGeom prst="rect">
            <a:avLst/>
          </a:prstGeom>
          <a:noFill/>
          <a:ln>
            <a:noFill/>
          </a:ln>
        </p:spPr>
        <p:txBody>
          <a:bodyPr vert="horz" wrap="square" lIns="0" tIns="0" rIns="0" bIns="0" rtlCol="0" anchor="t"/>
          <a:lstStyle/>
          <a:p>
            <a:pPr algn="l"/>
            <a:r>
              <a:rPr kumimoji="1" lang="en-US" altLang="zh-CN" sz="1400">
                <a:ln w="12700">
                  <a:noFill/>
                </a:ln>
                <a:solidFill>
                  <a:srgbClr val="262626">
                    <a:alpha val="100000"/>
                  </a:srgbClr>
                </a:solidFill>
                <a:latin typeface="Poppins"/>
                <a:ea typeface="Poppins"/>
                <a:cs typeface="Poppins"/>
              </a:rPr>
              <a:t>Realizar revisiones mensuales o trimestrales comparando el gasto real con lo planificado.</a:t>
            </a:r>
            <a:endParaRPr kumimoji="1" lang="zh-CN" altLang="en-US"/>
          </a:p>
        </p:txBody>
      </p:sp>
      <p:sp>
        <p:nvSpPr>
          <p:cNvPr id="6" name="标题 1"/>
          <p:cNvSpPr txBox="1"/>
          <p:nvPr/>
        </p:nvSpPr>
        <p:spPr>
          <a:xfrm>
            <a:off x="6404773" y="4671652"/>
            <a:ext cx="4795677" cy="430076"/>
          </a:xfrm>
          <a:prstGeom prst="rect">
            <a:avLst/>
          </a:prstGeom>
          <a:noFill/>
          <a:ln w="12700" cap="sq">
            <a:noFill/>
            <a:miter/>
          </a:ln>
        </p:spPr>
        <p:txBody>
          <a:bodyPr vert="horz" wrap="square" lIns="0" tIns="0" rIns="0" bIns="0" rtlCol="0" anchor="ctr"/>
          <a:lstStyle/>
          <a:p>
            <a:pPr algn="l"/>
            <a:r>
              <a:rPr kumimoji="1" lang="en-US" altLang="zh-CN" sz="1600">
                <a:ln w="12700">
                  <a:noFill/>
                </a:ln>
                <a:solidFill>
                  <a:srgbClr val="262626">
                    <a:alpha val="100000"/>
                  </a:srgbClr>
                </a:solidFill>
                <a:latin typeface="poppins-bold"/>
                <a:ea typeface="poppins-bold"/>
                <a:cs typeface="poppins-bold"/>
              </a:rPr>
              <a:t>Forecasting (Proyección)</a:t>
            </a:r>
            <a:endParaRPr kumimoji="1" lang="zh-CN" altLang="en-US"/>
          </a:p>
        </p:txBody>
      </p:sp>
      <p:sp>
        <p:nvSpPr>
          <p:cNvPr id="7" name="标题 1"/>
          <p:cNvSpPr txBox="1"/>
          <p:nvPr/>
        </p:nvSpPr>
        <p:spPr>
          <a:xfrm>
            <a:off x="6401049" y="5180111"/>
            <a:ext cx="4795677" cy="914657"/>
          </a:xfrm>
          <a:prstGeom prst="rect">
            <a:avLst/>
          </a:prstGeom>
          <a:noFill/>
          <a:ln>
            <a:noFill/>
          </a:ln>
        </p:spPr>
        <p:txBody>
          <a:bodyPr vert="horz" wrap="square" lIns="0" tIns="0" rIns="0" bIns="0" rtlCol="0" anchor="t"/>
          <a:lstStyle/>
          <a:p>
            <a:pPr algn="l"/>
            <a:r>
              <a:rPr kumimoji="1" lang="en-US" altLang="zh-CN" sz="1400">
                <a:ln w="12700">
                  <a:noFill/>
                </a:ln>
                <a:solidFill>
                  <a:srgbClr val="262626">
                    <a:alpha val="100000"/>
                  </a:srgbClr>
                </a:solidFill>
                <a:latin typeface="Poppins"/>
                <a:ea typeface="Poppins"/>
                <a:cs typeface="Poppins"/>
              </a:rPr>
              <a:t>Usar los datos de gasto actuales para predecir cómo terminará el año.</a:t>
            </a:r>
            <a:endParaRPr kumimoji="1" lang="zh-CN" altLang="en-US"/>
          </a:p>
        </p:txBody>
      </p:sp>
      <p:sp>
        <p:nvSpPr>
          <p:cNvPr id="8" name="标题 1"/>
          <p:cNvSpPr txBox="1"/>
          <p:nvPr/>
        </p:nvSpPr>
        <p:spPr>
          <a:xfrm>
            <a:off x="6404776" y="3779537"/>
            <a:ext cx="720000" cy="720000"/>
          </a:xfrm>
          <a:prstGeom prst="roundRect">
            <a:avLst/>
          </a:prstGeom>
          <a:gradFill>
            <a:gsLst>
              <a:gs pos="1000">
                <a:schemeClr val="accent2">
                  <a:alpha val="100000"/>
                </a:schemeClr>
              </a:gs>
              <a:gs pos="100000">
                <a:schemeClr val="accent2">
                  <a:lumMod val="60000"/>
                  <a:lumOff val="40000"/>
                  <a:alpha val="100000"/>
                </a:schemeClr>
              </a:gs>
            </a:gsLst>
            <a:lin ang="3000000" scaled="0"/>
          </a:gradFill>
          <a:ln cap="flat">
            <a:noFill/>
            <a:prstDash val="solid"/>
            <a:miter/>
          </a:ln>
          <a:effectLst>
            <a:outerShdw blurRad="381000" dist="127000" dir="3000000" algn="t" rotWithShape="0">
              <a:schemeClr val="accent2">
                <a:alpha val="20000"/>
              </a:schemeClr>
            </a:outerShdw>
          </a:effectLst>
        </p:spPr>
        <p:txBody>
          <a:bodyPr vert="horz" wrap="square" lIns="91440" tIns="45720" rIns="91440" bIns="45720" rtlCol="0" anchor="ctr"/>
          <a:lstStyle/>
          <a:p>
            <a:pPr algn="l"/>
            <a:endParaRPr kumimoji="1" lang="zh-CN" altLang="en-US"/>
          </a:p>
        </p:txBody>
      </p:sp>
      <p:sp>
        <p:nvSpPr>
          <p:cNvPr id="9" name="标题 1"/>
          <p:cNvSpPr txBox="1"/>
          <p:nvPr/>
        </p:nvSpPr>
        <p:spPr>
          <a:xfrm>
            <a:off x="6604863" y="3979602"/>
            <a:ext cx="319824" cy="319871"/>
          </a:xfrm>
          <a:custGeom>
            <a:avLst/>
            <a:gdLst>
              <a:gd name="connsiteX0" fmla="*/ 669168 w 1599855"/>
              <a:gd name="connsiteY0" fmla="*/ 111621 h 1600088"/>
              <a:gd name="connsiteX1" fmla="*/ 886086 w 1599855"/>
              <a:gd name="connsiteY1" fmla="*/ 155339 h 1600088"/>
              <a:gd name="connsiteX2" fmla="*/ 1063377 w 1599855"/>
              <a:gd name="connsiteY2" fmla="*/ 274960 h 1600088"/>
              <a:gd name="connsiteX3" fmla="*/ 1182998 w 1599855"/>
              <a:gd name="connsiteY3" fmla="*/ 452251 h 1600088"/>
              <a:gd name="connsiteX4" fmla="*/ 1226716 w 1599855"/>
              <a:gd name="connsiteY4" fmla="*/ 669168 h 1600088"/>
              <a:gd name="connsiteX5" fmla="*/ 1182998 w 1599855"/>
              <a:gd name="connsiteY5" fmla="*/ 886085 h 1600088"/>
              <a:gd name="connsiteX6" fmla="*/ 1063377 w 1599855"/>
              <a:gd name="connsiteY6" fmla="*/ 1063377 h 1600088"/>
              <a:gd name="connsiteX7" fmla="*/ 886086 w 1599855"/>
              <a:gd name="connsiteY7" fmla="*/ 1182998 h 1600088"/>
              <a:gd name="connsiteX8" fmla="*/ 669168 w 1599855"/>
              <a:gd name="connsiteY8" fmla="*/ 1226716 h 1600088"/>
              <a:gd name="connsiteX9" fmla="*/ 452251 w 1599855"/>
              <a:gd name="connsiteY9" fmla="*/ 1182998 h 1600088"/>
              <a:gd name="connsiteX10" fmla="*/ 274960 w 1599855"/>
              <a:gd name="connsiteY10" fmla="*/ 1063377 h 1600088"/>
              <a:gd name="connsiteX11" fmla="*/ 155339 w 1599855"/>
              <a:gd name="connsiteY11" fmla="*/ 886085 h 1600088"/>
              <a:gd name="connsiteX12" fmla="*/ 111621 w 1599855"/>
              <a:gd name="connsiteY12" fmla="*/ 669168 h 1600088"/>
              <a:gd name="connsiteX13" fmla="*/ 155339 w 1599855"/>
              <a:gd name="connsiteY13" fmla="*/ 452251 h 1600088"/>
              <a:gd name="connsiteX14" fmla="*/ 274960 w 1599855"/>
              <a:gd name="connsiteY14" fmla="*/ 274960 h 1600088"/>
              <a:gd name="connsiteX15" fmla="*/ 452251 w 1599855"/>
              <a:gd name="connsiteY15" fmla="*/ 155339 h 1600088"/>
              <a:gd name="connsiteX16" fmla="*/ 669168 w 1599855"/>
              <a:gd name="connsiteY16" fmla="*/ 111621 h 1600088"/>
              <a:gd name="connsiteX17" fmla="*/ 669168 w 1599855"/>
              <a:gd name="connsiteY17" fmla="*/ 0 h 1600088"/>
              <a:gd name="connsiteX18" fmla="*/ 0 w 1599855"/>
              <a:gd name="connsiteY18" fmla="*/ 669168 h 1600088"/>
              <a:gd name="connsiteX19" fmla="*/ 669168 w 1599855"/>
              <a:gd name="connsiteY19" fmla="*/ 1338337 h 1600088"/>
              <a:gd name="connsiteX20" fmla="*/ 1338337 w 1599855"/>
              <a:gd name="connsiteY20" fmla="*/ 669168 h 1600088"/>
              <a:gd name="connsiteX21" fmla="*/ 669168 w 1599855"/>
              <a:gd name="connsiteY21" fmla="*/ 0 h 1600088"/>
              <a:gd name="connsiteX22" fmla="*/ 1544278 w 1599855"/>
              <a:gd name="connsiteY22" fmla="*/ 1600088 h 1600088"/>
              <a:gd name="connsiteX23" fmla="*/ 1504838 w 1599855"/>
              <a:gd name="connsiteY23" fmla="*/ 1583717 h 1600088"/>
              <a:gd name="connsiteX24" fmla="*/ 1247366 w 1599855"/>
              <a:gd name="connsiteY24" fmla="*/ 1326431 h 1600088"/>
              <a:gd name="connsiteX25" fmla="*/ 1247366 w 1599855"/>
              <a:gd name="connsiteY25" fmla="*/ 1247552 h 1600088"/>
              <a:gd name="connsiteX26" fmla="*/ 1326245 w 1599855"/>
              <a:gd name="connsiteY26" fmla="*/ 1247552 h 1600088"/>
              <a:gd name="connsiteX27" fmla="*/ 1583531 w 1599855"/>
              <a:gd name="connsiteY27" fmla="*/ 1504838 h 1600088"/>
              <a:gd name="connsiteX28" fmla="*/ 1583531 w 1599855"/>
              <a:gd name="connsiteY28" fmla="*/ 1583717 h 1600088"/>
              <a:gd name="connsiteX29" fmla="*/ 1544278 w 1599855"/>
              <a:gd name="connsiteY29" fmla="*/ 1600088 h 1600088"/>
            </a:gdLst>
            <a:ahLst/>
            <a:cxnLst/>
            <a:rect l="l" t="t" r="r" b="b"/>
            <a:pathLst>
              <a:path w="1599855" h="1600088">
                <a:moveTo>
                  <a:pt x="669168" y="111621"/>
                </a:moveTo>
                <a:cubicBezTo>
                  <a:pt x="744513" y="111621"/>
                  <a:pt x="817438" y="126318"/>
                  <a:pt x="886086" y="155339"/>
                </a:cubicBezTo>
                <a:cubicBezTo>
                  <a:pt x="952500" y="183431"/>
                  <a:pt x="1012031" y="223614"/>
                  <a:pt x="1063377" y="274960"/>
                </a:cubicBezTo>
                <a:cubicBezTo>
                  <a:pt x="1114537" y="326120"/>
                  <a:pt x="1154906" y="385837"/>
                  <a:pt x="1182998" y="452251"/>
                </a:cubicBezTo>
                <a:cubicBezTo>
                  <a:pt x="1212019" y="520898"/>
                  <a:pt x="1226716" y="594010"/>
                  <a:pt x="1226716" y="669168"/>
                </a:cubicBezTo>
                <a:cubicBezTo>
                  <a:pt x="1226716" y="744327"/>
                  <a:pt x="1212019" y="817438"/>
                  <a:pt x="1182998" y="886085"/>
                </a:cubicBezTo>
                <a:cubicBezTo>
                  <a:pt x="1154906" y="952500"/>
                  <a:pt x="1114723" y="1012031"/>
                  <a:pt x="1063377" y="1063377"/>
                </a:cubicBezTo>
                <a:cubicBezTo>
                  <a:pt x="1012217" y="1114537"/>
                  <a:pt x="952500" y="1154906"/>
                  <a:pt x="886086" y="1182998"/>
                </a:cubicBezTo>
                <a:cubicBezTo>
                  <a:pt x="817438" y="1212019"/>
                  <a:pt x="744327" y="1226716"/>
                  <a:pt x="669168" y="1226716"/>
                </a:cubicBezTo>
                <a:cubicBezTo>
                  <a:pt x="594010" y="1226716"/>
                  <a:pt x="520898" y="1212019"/>
                  <a:pt x="452251" y="1182998"/>
                </a:cubicBezTo>
                <a:cubicBezTo>
                  <a:pt x="385837" y="1154906"/>
                  <a:pt x="326306" y="1114723"/>
                  <a:pt x="274960" y="1063377"/>
                </a:cubicBezTo>
                <a:cubicBezTo>
                  <a:pt x="223800" y="1012217"/>
                  <a:pt x="183431" y="952500"/>
                  <a:pt x="155339" y="886085"/>
                </a:cubicBezTo>
                <a:cubicBezTo>
                  <a:pt x="126318" y="817438"/>
                  <a:pt x="111621" y="744327"/>
                  <a:pt x="111621" y="669168"/>
                </a:cubicBezTo>
                <a:cubicBezTo>
                  <a:pt x="111621" y="594010"/>
                  <a:pt x="126318" y="520898"/>
                  <a:pt x="155339" y="452251"/>
                </a:cubicBezTo>
                <a:cubicBezTo>
                  <a:pt x="183431" y="385837"/>
                  <a:pt x="223614" y="326306"/>
                  <a:pt x="274960" y="274960"/>
                </a:cubicBezTo>
                <a:cubicBezTo>
                  <a:pt x="326306" y="223614"/>
                  <a:pt x="385837" y="183431"/>
                  <a:pt x="452251" y="155339"/>
                </a:cubicBezTo>
                <a:cubicBezTo>
                  <a:pt x="520898" y="126318"/>
                  <a:pt x="593824" y="111621"/>
                  <a:pt x="669168" y="111621"/>
                </a:cubicBezTo>
                <a:moveTo>
                  <a:pt x="669168" y="0"/>
                </a:moveTo>
                <a:cubicBezTo>
                  <a:pt x="299517" y="0"/>
                  <a:pt x="0" y="299517"/>
                  <a:pt x="0" y="669168"/>
                </a:cubicBezTo>
                <a:cubicBezTo>
                  <a:pt x="0" y="1038820"/>
                  <a:pt x="299517" y="1338337"/>
                  <a:pt x="669168" y="1338337"/>
                </a:cubicBezTo>
                <a:cubicBezTo>
                  <a:pt x="1038820" y="1338337"/>
                  <a:pt x="1338337" y="1038820"/>
                  <a:pt x="1338337" y="669168"/>
                </a:cubicBezTo>
                <a:cubicBezTo>
                  <a:pt x="1338337" y="299703"/>
                  <a:pt x="1038820" y="0"/>
                  <a:pt x="669168" y="0"/>
                </a:cubicBezTo>
                <a:close/>
                <a:moveTo>
                  <a:pt x="1544278" y="1600088"/>
                </a:moveTo>
                <a:cubicBezTo>
                  <a:pt x="1529953" y="1600088"/>
                  <a:pt x="1515628" y="1594693"/>
                  <a:pt x="1504838" y="1583717"/>
                </a:cubicBezTo>
                <a:lnTo>
                  <a:pt x="1247366" y="1326431"/>
                </a:lnTo>
                <a:cubicBezTo>
                  <a:pt x="1225600" y="1304665"/>
                  <a:pt x="1225600" y="1269318"/>
                  <a:pt x="1247366" y="1247552"/>
                </a:cubicBezTo>
                <a:cubicBezTo>
                  <a:pt x="1269132" y="1225786"/>
                  <a:pt x="1304479" y="1225786"/>
                  <a:pt x="1326245" y="1247552"/>
                </a:cubicBezTo>
                <a:lnTo>
                  <a:pt x="1583531" y="1504838"/>
                </a:lnTo>
                <a:cubicBezTo>
                  <a:pt x="1605297" y="1526605"/>
                  <a:pt x="1605297" y="1561951"/>
                  <a:pt x="1583531" y="1583717"/>
                </a:cubicBezTo>
                <a:cubicBezTo>
                  <a:pt x="1572927" y="1594693"/>
                  <a:pt x="1558603" y="1600088"/>
                  <a:pt x="1544278" y="1600088"/>
                </a:cubicBezTo>
                <a:close/>
              </a:path>
            </a:pathLst>
          </a:custGeom>
          <a:solidFill>
            <a:schemeClr val="bg1"/>
          </a:solidFill>
          <a:ln w="12700" cap="sq">
            <a:noFill/>
            <a:miter/>
          </a:ln>
        </p:spPr>
        <p:txBody>
          <a:bodyPr vert="horz" wrap="square" lIns="91440" tIns="45720" rIns="91440" bIns="45720" rtlCol="0" anchor="ctr"/>
          <a:lstStyle/>
          <a:p>
            <a:pPr algn="ctr"/>
            <a:endParaRPr kumimoji="1" lang="zh-CN" altLang="en-US"/>
          </a:p>
        </p:txBody>
      </p:sp>
      <p:sp>
        <p:nvSpPr>
          <p:cNvPr id="10" name="标题 1"/>
          <p:cNvSpPr txBox="1"/>
          <p:nvPr/>
        </p:nvSpPr>
        <p:spPr>
          <a:xfrm>
            <a:off x="6401050" y="1112379"/>
            <a:ext cx="720000" cy="720000"/>
          </a:xfrm>
          <a:prstGeom prst="roundRect">
            <a:avLst/>
          </a:prstGeom>
          <a:gradFill>
            <a:gsLst>
              <a:gs pos="1000">
                <a:schemeClr val="accent1">
                  <a:alpha val="100000"/>
                </a:schemeClr>
              </a:gs>
              <a:gs pos="100000">
                <a:schemeClr val="accent1">
                  <a:lumMod val="40000"/>
                  <a:lumOff val="60000"/>
                  <a:alpha val="100000"/>
                </a:schemeClr>
              </a:gs>
            </a:gsLst>
            <a:lin ang="3000000" scaled="0"/>
          </a:gradFill>
          <a:ln cap="flat">
            <a:noFill/>
            <a:prstDash val="solid"/>
            <a:miter/>
          </a:ln>
          <a:effectLst>
            <a:outerShdw blurRad="381000" dist="127000" dir="3000000" algn="t" rotWithShape="0">
              <a:schemeClr val="accent1">
                <a:alpha val="20000"/>
              </a:schemeClr>
            </a:outerShdw>
          </a:effectLst>
        </p:spPr>
        <p:txBody>
          <a:bodyPr vert="horz" wrap="square" lIns="91440" tIns="45720" rIns="91440" bIns="45720" rtlCol="0" anchor="ctr"/>
          <a:lstStyle/>
          <a:p>
            <a:pPr algn="l"/>
            <a:endParaRPr kumimoji="1" lang="zh-CN" altLang="en-US"/>
          </a:p>
        </p:txBody>
      </p:sp>
      <p:sp>
        <p:nvSpPr>
          <p:cNvPr id="11" name="标题 1"/>
          <p:cNvSpPr txBox="1"/>
          <p:nvPr/>
        </p:nvSpPr>
        <p:spPr>
          <a:xfrm>
            <a:off x="6591698" y="1303028"/>
            <a:ext cx="338702" cy="338702"/>
          </a:xfrm>
          <a:custGeom>
            <a:avLst/>
            <a:gdLst>
              <a:gd name="connsiteX0" fmla="*/ 457070 w 720001"/>
              <a:gd name="connsiteY0" fmla="*/ 57166 h 720001"/>
              <a:gd name="connsiteX1" fmla="*/ 457070 w 720001"/>
              <a:gd name="connsiteY1" fmla="*/ 263017 h 720001"/>
              <a:gd name="connsiteX2" fmla="*/ 662921 w 720001"/>
              <a:gd name="connsiteY2" fmla="*/ 263017 h 720001"/>
              <a:gd name="connsiteX3" fmla="*/ 647393 w 720001"/>
              <a:gd name="connsiteY3" fmla="*/ 212704 h 720001"/>
              <a:gd name="connsiteX4" fmla="*/ 591008 w 720001"/>
              <a:gd name="connsiteY4" fmla="*/ 129079 h 720001"/>
              <a:gd name="connsiteX5" fmla="*/ 507383 w 720001"/>
              <a:gd name="connsiteY5" fmla="*/ 72694 h 720001"/>
              <a:gd name="connsiteX6" fmla="*/ 457070 w 720001"/>
              <a:gd name="connsiteY6" fmla="*/ 57166 h 720001"/>
              <a:gd name="connsiteX7" fmla="*/ 307952 w 720001"/>
              <a:gd name="connsiteY7" fmla="*/ 56386 h 720001"/>
              <a:gd name="connsiteX8" fmla="*/ 240115 w 720001"/>
              <a:gd name="connsiteY8" fmla="*/ 76251 h 720001"/>
              <a:gd name="connsiteX9" fmla="*/ 142092 w 720001"/>
              <a:gd name="connsiteY9" fmla="*/ 142179 h 720001"/>
              <a:gd name="connsiteX10" fmla="*/ 76077 w 720001"/>
              <a:gd name="connsiteY10" fmla="*/ 240116 h 720001"/>
              <a:gd name="connsiteX11" fmla="*/ 51874 w 720001"/>
              <a:gd name="connsiteY11" fmla="*/ 360000 h 720001"/>
              <a:gd name="connsiteX12" fmla="*/ 76077 w 720001"/>
              <a:gd name="connsiteY12" fmla="*/ 479885 h 720001"/>
              <a:gd name="connsiteX13" fmla="*/ 142092 w 720001"/>
              <a:gd name="connsiteY13" fmla="*/ 577822 h 720001"/>
              <a:gd name="connsiteX14" fmla="*/ 240029 w 720001"/>
              <a:gd name="connsiteY14" fmla="*/ 643837 h 720001"/>
              <a:gd name="connsiteX15" fmla="*/ 359913 w 720001"/>
              <a:gd name="connsiteY15" fmla="*/ 668039 h 720001"/>
              <a:gd name="connsiteX16" fmla="*/ 479798 w 720001"/>
              <a:gd name="connsiteY16" fmla="*/ 643837 h 720001"/>
              <a:gd name="connsiteX17" fmla="*/ 577735 w 720001"/>
              <a:gd name="connsiteY17" fmla="*/ 577822 h 720001"/>
              <a:gd name="connsiteX18" fmla="*/ 643750 w 720001"/>
              <a:gd name="connsiteY18" fmla="*/ 479885 h 720001"/>
              <a:gd name="connsiteX19" fmla="*/ 663615 w 720001"/>
              <a:gd name="connsiteY19" fmla="*/ 412049 h 720001"/>
              <a:gd name="connsiteX20" fmla="*/ 360000 w 720001"/>
              <a:gd name="connsiteY20" fmla="*/ 412049 h 720001"/>
              <a:gd name="connsiteX21" fmla="*/ 307952 w 720001"/>
              <a:gd name="connsiteY21" fmla="*/ 360000 h 720001"/>
              <a:gd name="connsiteX22" fmla="*/ 405022 w 720001"/>
              <a:gd name="connsiteY22" fmla="*/ 0 h 720001"/>
              <a:gd name="connsiteX23" fmla="*/ 720001 w 720001"/>
              <a:gd name="connsiteY23" fmla="*/ 314979 h 720001"/>
              <a:gd name="connsiteX24" fmla="*/ 405022 w 720001"/>
              <a:gd name="connsiteY24" fmla="*/ 314979 h 720001"/>
              <a:gd name="connsiteX25" fmla="*/ 360000 w 720001"/>
              <a:gd name="connsiteY25" fmla="*/ 0 h 720001"/>
              <a:gd name="connsiteX26" fmla="*/ 360000 w 720001"/>
              <a:gd name="connsiteY26" fmla="*/ 360000 h 720001"/>
              <a:gd name="connsiteX27" fmla="*/ 720001 w 720001"/>
              <a:gd name="connsiteY27" fmla="*/ 360000 h 720001"/>
              <a:gd name="connsiteX28" fmla="*/ 360000 w 720001"/>
              <a:gd name="connsiteY28" fmla="*/ 720001 h 720001"/>
              <a:gd name="connsiteX29" fmla="*/ 0 w 720001"/>
              <a:gd name="connsiteY29" fmla="*/ 360000 h 720001"/>
              <a:gd name="connsiteX30" fmla="*/ 360000 w 720001"/>
              <a:gd name="connsiteY30" fmla="*/ 0 h 720001"/>
            </a:gdLst>
            <a:ahLst/>
            <a:cxnLst/>
            <a:rect l="l" t="t" r="r" b="b"/>
            <a:pathLst>
              <a:path w="720001" h="720001">
                <a:moveTo>
                  <a:pt x="457070" y="57166"/>
                </a:moveTo>
                <a:lnTo>
                  <a:pt x="457070" y="263017"/>
                </a:lnTo>
                <a:lnTo>
                  <a:pt x="662921" y="263017"/>
                </a:lnTo>
                <a:cubicBezTo>
                  <a:pt x="659451" y="245755"/>
                  <a:pt x="654246" y="229012"/>
                  <a:pt x="647393" y="212704"/>
                </a:cubicBezTo>
                <a:cubicBezTo>
                  <a:pt x="634121" y="181388"/>
                  <a:pt x="615210" y="153282"/>
                  <a:pt x="591008" y="129079"/>
                </a:cubicBezTo>
                <a:cubicBezTo>
                  <a:pt x="566806" y="104877"/>
                  <a:pt x="538699" y="85966"/>
                  <a:pt x="507383" y="72694"/>
                </a:cubicBezTo>
                <a:cubicBezTo>
                  <a:pt x="491075" y="65755"/>
                  <a:pt x="474246" y="60636"/>
                  <a:pt x="457070" y="57166"/>
                </a:cubicBezTo>
                <a:close/>
                <a:moveTo>
                  <a:pt x="307952" y="56386"/>
                </a:moveTo>
                <a:cubicBezTo>
                  <a:pt x="284703" y="60376"/>
                  <a:pt x="262062" y="66969"/>
                  <a:pt x="240115" y="76251"/>
                </a:cubicBezTo>
                <a:cubicBezTo>
                  <a:pt x="203508" y="91778"/>
                  <a:pt x="170544" y="113986"/>
                  <a:pt x="142092" y="142179"/>
                </a:cubicBezTo>
                <a:cubicBezTo>
                  <a:pt x="113812" y="170545"/>
                  <a:pt x="91605" y="203422"/>
                  <a:pt x="76077" y="240116"/>
                </a:cubicBezTo>
                <a:cubicBezTo>
                  <a:pt x="60029" y="278111"/>
                  <a:pt x="51874" y="318362"/>
                  <a:pt x="51874" y="360000"/>
                </a:cubicBezTo>
                <a:cubicBezTo>
                  <a:pt x="51874" y="401639"/>
                  <a:pt x="60029" y="441976"/>
                  <a:pt x="76077" y="479885"/>
                </a:cubicBezTo>
                <a:cubicBezTo>
                  <a:pt x="91605" y="516579"/>
                  <a:pt x="113812" y="549543"/>
                  <a:pt x="142092" y="577822"/>
                </a:cubicBezTo>
                <a:cubicBezTo>
                  <a:pt x="170458" y="606102"/>
                  <a:pt x="203335" y="628309"/>
                  <a:pt x="240029" y="643837"/>
                </a:cubicBezTo>
                <a:cubicBezTo>
                  <a:pt x="278024" y="659885"/>
                  <a:pt x="318275" y="668039"/>
                  <a:pt x="359913" y="668039"/>
                </a:cubicBezTo>
                <a:cubicBezTo>
                  <a:pt x="401552" y="668039"/>
                  <a:pt x="441890" y="659885"/>
                  <a:pt x="479798" y="643837"/>
                </a:cubicBezTo>
                <a:cubicBezTo>
                  <a:pt x="516492" y="628309"/>
                  <a:pt x="549456" y="606102"/>
                  <a:pt x="577735" y="577822"/>
                </a:cubicBezTo>
                <a:cubicBezTo>
                  <a:pt x="606015" y="549456"/>
                  <a:pt x="628222" y="516579"/>
                  <a:pt x="643750" y="479885"/>
                </a:cubicBezTo>
                <a:cubicBezTo>
                  <a:pt x="653032" y="457938"/>
                  <a:pt x="659625" y="435297"/>
                  <a:pt x="663615" y="412049"/>
                </a:cubicBezTo>
                <a:lnTo>
                  <a:pt x="360000" y="412049"/>
                </a:lnTo>
                <a:cubicBezTo>
                  <a:pt x="331287" y="412049"/>
                  <a:pt x="307952" y="388714"/>
                  <a:pt x="307952" y="360000"/>
                </a:cubicBezTo>
                <a:close/>
                <a:moveTo>
                  <a:pt x="405022" y="0"/>
                </a:moveTo>
                <a:cubicBezTo>
                  <a:pt x="578950" y="0"/>
                  <a:pt x="720001" y="141051"/>
                  <a:pt x="720001" y="314979"/>
                </a:cubicBezTo>
                <a:lnTo>
                  <a:pt x="405022" y="314979"/>
                </a:lnTo>
                <a:close/>
                <a:moveTo>
                  <a:pt x="360000" y="0"/>
                </a:moveTo>
                <a:lnTo>
                  <a:pt x="360000" y="360000"/>
                </a:lnTo>
                <a:lnTo>
                  <a:pt x="720001" y="360000"/>
                </a:lnTo>
                <a:cubicBezTo>
                  <a:pt x="720001" y="558825"/>
                  <a:pt x="558824" y="720001"/>
                  <a:pt x="360000" y="720001"/>
                </a:cubicBezTo>
                <a:cubicBezTo>
                  <a:pt x="161176" y="720001"/>
                  <a:pt x="0" y="558825"/>
                  <a:pt x="0" y="360000"/>
                </a:cubicBezTo>
                <a:cubicBezTo>
                  <a:pt x="0" y="161176"/>
                  <a:pt x="161176" y="0"/>
                  <a:pt x="360000" y="0"/>
                </a:cubicBezTo>
                <a:close/>
              </a:path>
            </a:pathLst>
          </a:custGeom>
          <a:solidFill>
            <a:schemeClr val="bg1"/>
          </a:solidFill>
          <a:ln w="12700" cap="sq">
            <a:noFill/>
            <a:miter/>
          </a:ln>
        </p:spPr>
        <p:txBody>
          <a:bodyPr vert="horz" wrap="square" lIns="91440" tIns="45720" rIns="91440" bIns="45720" rtlCol="0" anchor="ctr"/>
          <a:lstStyle/>
          <a:p>
            <a:pPr algn="ctr"/>
            <a:endParaRPr kumimoji="1" lang="zh-CN" altLang="en-US"/>
          </a:p>
        </p:txBody>
      </p:sp>
      <p:sp>
        <p:nvSpPr>
          <p:cNvPr id="12" name="标题 1"/>
          <p:cNvSpPr txBox="1"/>
          <p:nvPr/>
        </p:nvSpPr>
        <p:spPr>
          <a:xfrm>
            <a:off x="6404773" y="2023304"/>
            <a:ext cx="4795677" cy="430076"/>
          </a:xfrm>
          <a:prstGeom prst="rect">
            <a:avLst/>
          </a:prstGeom>
          <a:noFill/>
          <a:ln w="12700" cap="sq">
            <a:noFill/>
            <a:miter/>
          </a:ln>
        </p:spPr>
        <p:txBody>
          <a:bodyPr vert="horz" wrap="square" lIns="0" tIns="0" rIns="0" bIns="0" rtlCol="0" anchor="ctr"/>
          <a:lstStyle/>
          <a:p>
            <a:pPr algn="l"/>
            <a:r>
              <a:rPr kumimoji="1" lang="en-US" altLang="zh-CN" sz="1600">
                <a:ln w="12700">
                  <a:noFill/>
                </a:ln>
                <a:solidFill>
                  <a:srgbClr val="262626">
                    <a:alpha val="100000"/>
                  </a:srgbClr>
                </a:solidFill>
                <a:latin typeface="poppins-bold"/>
                <a:ea typeface="poppins-bold"/>
                <a:cs typeface="poppins-bold"/>
              </a:rPr>
              <a:t>Análisis de Variaciones</a:t>
            </a:r>
            <a:endParaRPr kumimoji="1" lang="zh-CN" altLang="en-US"/>
          </a:p>
        </p:txBody>
      </p:sp>
      <p:sp>
        <p:nvSpPr>
          <p:cNvPr id="13" name="标题 1"/>
          <p:cNvSpPr txBox="1"/>
          <p:nvPr/>
        </p:nvSpPr>
        <p:spPr>
          <a:xfrm>
            <a:off x="6401049" y="2531761"/>
            <a:ext cx="4795677" cy="914657"/>
          </a:xfrm>
          <a:prstGeom prst="rect">
            <a:avLst/>
          </a:prstGeom>
          <a:noFill/>
          <a:ln>
            <a:noFill/>
          </a:ln>
        </p:spPr>
        <p:txBody>
          <a:bodyPr vert="horz" wrap="square" lIns="0" tIns="0" rIns="0" bIns="0" rtlCol="0" anchor="t"/>
          <a:lstStyle/>
          <a:p>
            <a:pPr algn="l"/>
            <a:r>
              <a:rPr kumimoji="1" lang="en-US" altLang="zh-CN" sz="1400">
                <a:ln w="12700">
                  <a:noFill/>
                </a:ln>
                <a:solidFill>
                  <a:srgbClr val="262626">
                    <a:alpha val="100000"/>
                  </a:srgbClr>
                </a:solidFill>
                <a:latin typeface="Poppins"/>
                <a:ea typeface="Poppins"/>
                <a:cs typeface="Poppins"/>
              </a:rPr>
              <a:t>Investigar por qué existen diferencias.</a:t>
            </a:r>
            <a:endParaRPr kumimoji="1" lang="zh-CN" altLang="en-US"/>
          </a:p>
        </p:txBody>
      </p:sp>
      <p:sp>
        <p:nvSpPr>
          <p:cNvPr id="14" name="标题 1"/>
          <p:cNvSpPr txBox="1"/>
          <p:nvPr/>
        </p:nvSpPr>
        <p:spPr>
          <a:xfrm>
            <a:off x="986301" y="4671652"/>
            <a:ext cx="4795677" cy="430076"/>
          </a:xfrm>
          <a:prstGeom prst="rect">
            <a:avLst/>
          </a:prstGeom>
          <a:noFill/>
          <a:ln w="12700" cap="sq">
            <a:noFill/>
            <a:miter/>
          </a:ln>
        </p:spPr>
        <p:txBody>
          <a:bodyPr vert="horz" wrap="square" lIns="0" tIns="0" rIns="0" bIns="0" rtlCol="0" anchor="ctr"/>
          <a:lstStyle/>
          <a:p>
            <a:pPr algn="l"/>
            <a:r>
              <a:rPr kumimoji="1" lang="en-US" altLang="zh-CN" sz="1600">
                <a:ln w="12700">
                  <a:noFill/>
                </a:ln>
                <a:solidFill>
                  <a:srgbClr val="262626">
                    <a:alpha val="100000"/>
                  </a:srgbClr>
                </a:solidFill>
                <a:latin typeface="poppins-bold"/>
                <a:ea typeface="poppins-bold"/>
                <a:cs typeface="poppins-bold"/>
              </a:rPr>
              <a:t>Gestión de Cambios</a:t>
            </a:r>
            <a:endParaRPr kumimoji="1" lang="zh-CN" altLang="en-US"/>
          </a:p>
        </p:txBody>
      </p:sp>
      <p:sp>
        <p:nvSpPr>
          <p:cNvPr id="15" name="标题 1"/>
          <p:cNvSpPr txBox="1"/>
          <p:nvPr/>
        </p:nvSpPr>
        <p:spPr>
          <a:xfrm>
            <a:off x="986301" y="5180111"/>
            <a:ext cx="4795677" cy="914657"/>
          </a:xfrm>
          <a:prstGeom prst="rect">
            <a:avLst/>
          </a:prstGeom>
          <a:noFill/>
          <a:ln>
            <a:noFill/>
          </a:ln>
        </p:spPr>
        <p:txBody>
          <a:bodyPr vert="horz" wrap="square" lIns="0" tIns="0" rIns="0" bIns="0" rtlCol="0" anchor="t"/>
          <a:lstStyle/>
          <a:p>
            <a:pPr algn="l"/>
            <a:r>
              <a:rPr kumimoji="1" lang="en-US" altLang="zh-CN" sz="1400">
                <a:ln w="12700">
                  <a:noFill/>
                </a:ln>
                <a:solidFill>
                  <a:srgbClr val="262626">
                    <a:alpha val="100000"/>
                  </a:srgbClr>
                </a:solidFill>
                <a:latin typeface="Poppins"/>
                <a:ea typeface="Poppins"/>
                <a:cs typeface="Poppins"/>
              </a:rPr>
              <a:t>Establecer un proceso formal para aprobar gastos no planificados.</a:t>
            </a:r>
            <a:endParaRPr kumimoji="1" lang="zh-CN" altLang="en-US"/>
          </a:p>
        </p:txBody>
      </p:sp>
      <p:sp>
        <p:nvSpPr>
          <p:cNvPr id="16" name="标题 1"/>
          <p:cNvSpPr txBox="1"/>
          <p:nvPr/>
        </p:nvSpPr>
        <p:spPr>
          <a:xfrm>
            <a:off x="982577" y="3779537"/>
            <a:ext cx="720000" cy="720000"/>
          </a:xfrm>
          <a:prstGeom prst="roundRect">
            <a:avLst/>
          </a:prstGeom>
          <a:gradFill>
            <a:gsLst>
              <a:gs pos="1000">
                <a:schemeClr val="accent2">
                  <a:alpha val="100000"/>
                </a:schemeClr>
              </a:gs>
              <a:gs pos="100000">
                <a:schemeClr val="accent2">
                  <a:lumMod val="60000"/>
                  <a:lumOff val="40000"/>
                  <a:alpha val="100000"/>
                </a:schemeClr>
              </a:gs>
            </a:gsLst>
            <a:lin ang="3000000" scaled="0"/>
          </a:gradFill>
          <a:ln cap="flat">
            <a:noFill/>
            <a:prstDash val="solid"/>
            <a:miter/>
          </a:ln>
          <a:effectLst>
            <a:outerShdw blurRad="381000" dist="127000" dir="3000000" algn="t" rotWithShape="0">
              <a:schemeClr val="accent2">
                <a:alpha val="20000"/>
              </a:schemeClr>
            </a:outerShdw>
          </a:effectLst>
        </p:spPr>
        <p:txBody>
          <a:bodyPr vert="horz" wrap="square" lIns="91440" tIns="45720" rIns="91440" bIns="45720" rtlCol="0" anchor="ctr"/>
          <a:lstStyle/>
          <a:p>
            <a:pPr algn="l"/>
            <a:endParaRPr kumimoji="1" lang="zh-CN" altLang="en-US"/>
          </a:p>
        </p:txBody>
      </p:sp>
      <p:sp>
        <p:nvSpPr>
          <p:cNvPr id="17" name="标题 1"/>
          <p:cNvSpPr txBox="1"/>
          <p:nvPr/>
        </p:nvSpPr>
        <p:spPr>
          <a:xfrm>
            <a:off x="1173226" y="3979919"/>
            <a:ext cx="338702" cy="319234"/>
          </a:xfrm>
          <a:custGeom>
            <a:avLst/>
            <a:gdLst>
              <a:gd name="connsiteX0" fmla="*/ 1110072 w 1498885"/>
              <a:gd name="connsiteY0" fmla="*/ 1039039 h 1412736"/>
              <a:gd name="connsiteX1" fmla="*/ 1149511 w 1498885"/>
              <a:gd name="connsiteY1" fmla="*/ 1055363 h 1412736"/>
              <a:gd name="connsiteX2" fmla="*/ 1371451 w 1498885"/>
              <a:gd name="connsiteY2" fmla="*/ 1277303 h 1412736"/>
              <a:gd name="connsiteX3" fmla="*/ 1371451 w 1498885"/>
              <a:gd name="connsiteY3" fmla="*/ 1356182 h 1412736"/>
              <a:gd name="connsiteX4" fmla="*/ 1332012 w 1498885"/>
              <a:gd name="connsiteY4" fmla="*/ 1372553 h 1412736"/>
              <a:gd name="connsiteX5" fmla="*/ 1292572 w 1498885"/>
              <a:gd name="connsiteY5" fmla="*/ 1356182 h 1412736"/>
              <a:gd name="connsiteX6" fmla="*/ 1070632 w 1498885"/>
              <a:gd name="connsiteY6" fmla="*/ 1134242 h 1412736"/>
              <a:gd name="connsiteX7" fmla="*/ 1070632 w 1498885"/>
              <a:gd name="connsiteY7" fmla="*/ 1055363 h 1412736"/>
              <a:gd name="connsiteX8" fmla="*/ 1110072 w 1498885"/>
              <a:gd name="connsiteY8" fmla="*/ 1039039 h 1412736"/>
              <a:gd name="connsiteX9" fmla="*/ 1110072 w 1498885"/>
              <a:gd name="connsiteY9" fmla="*/ 705989 h 1412736"/>
              <a:gd name="connsiteX10" fmla="*/ 1443075 w 1498885"/>
              <a:gd name="connsiteY10" fmla="*/ 705989 h 1412736"/>
              <a:gd name="connsiteX11" fmla="*/ 1498885 w 1498885"/>
              <a:gd name="connsiteY11" fmla="*/ 761800 h 1412736"/>
              <a:gd name="connsiteX12" fmla="*/ 1443075 w 1498885"/>
              <a:gd name="connsiteY12" fmla="*/ 817611 h 1412736"/>
              <a:gd name="connsiteX13" fmla="*/ 1110072 w 1498885"/>
              <a:gd name="connsiteY13" fmla="*/ 817611 h 1412736"/>
              <a:gd name="connsiteX14" fmla="*/ 1054261 w 1498885"/>
              <a:gd name="connsiteY14" fmla="*/ 761800 h 1412736"/>
              <a:gd name="connsiteX15" fmla="*/ 1110072 w 1498885"/>
              <a:gd name="connsiteY15" fmla="*/ 705989 h 1412736"/>
              <a:gd name="connsiteX16" fmla="*/ 1332012 w 1498885"/>
              <a:gd name="connsiteY16" fmla="*/ 151093 h 1412736"/>
              <a:gd name="connsiteX17" fmla="*/ 1371451 w 1498885"/>
              <a:gd name="connsiteY17" fmla="*/ 167418 h 1412736"/>
              <a:gd name="connsiteX18" fmla="*/ 1371451 w 1498885"/>
              <a:gd name="connsiteY18" fmla="*/ 246297 h 1412736"/>
              <a:gd name="connsiteX19" fmla="*/ 1149511 w 1498885"/>
              <a:gd name="connsiteY19" fmla="*/ 468236 h 1412736"/>
              <a:gd name="connsiteX20" fmla="*/ 1110072 w 1498885"/>
              <a:gd name="connsiteY20" fmla="*/ 484608 h 1412736"/>
              <a:gd name="connsiteX21" fmla="*/ 1070632 w 1498885"/>
              <a:gd name="connsiteY21" fmla="*/ 468236 h 1412736"/>
              <a:gd name="connsiteX22" fmla="*/ 1070632 w 1498885"/>
              <a:gd name="connsiteY22" fmla="*/ 389358 h 1412736"/>
              <a:gd name="connsiteX23" fmla="*/ 1292572 w 1498885"/>
              <a:gd name="connsiteY23" fmla="*/ 167418 h 1412736"/>
              <a:gd name="connsiteX24" fmla="*/ 1332012 w 1498885"/>
              <a:gd name="connsiteY24" fmla="*/ 151093 h 1412736"/>
              <a:gd name="connsiteX25" fmla="*/ 709724 w 1498885"/>
              <a:gd name="connsiteY25" fmla="*/ 111607 h 1412736"/>
              <a:gd name="connsiteX26" fmla="*/ 649635 w 1498885"/>
              <a:gd name="connsiteY26" fmla="*/ 127420 h 1412736"/>
              <a:gd name="connsiteX27" fmla="*/ 174129 w 1498885"/>
              <a:gd name="connsiteY27" fmla="*/ 394752 h 1412736"/>
              <a:gd name="connsiteX28" fmla="*/ 111621 w 1498885"/>
              <a:gd name="connsiteY28" fmla="*/ 501536 h 1412736"/>
              <a:gd name="connsiteX29" fmla="*/ 111621 w 1498885"/>
              <a:gd name="connsiteY29" fmla="*/ 910814 h 1412736"/>
              <a:gd name="connsiteX30" fmla="*/ 174129 w 1498885"/>
              <a:gd name="connsiteY30" fmla="*/ 1017598 h 1412736"/>
              <a:gd name="connsiteX31" fmla="*/ 649821 w 1498885"/>
              <a:gd name="connsiteY31" fmla="*/ 1284930 h 1412736"/>
              <a:gd name="connsiteX32" fmla="*/ 771674 w 1498885"/>
              <a:gd name="connsiteY32" fmla="*/ 1283814 h 1412736"/>
              <a:gd name="connsiteX33" fmla="*/ 832321 w 1498885"/>
              <a:gd name="connsiteY33" fmla="*/ 1178146 h 1412736"/>
              <a:gd name="connsiteX34" fmla="*/ 832321 w 1498885"/>
              <a:gd name="connsiteY34" fmla="*/ 234204 h 1412736"/>
              <a:gd name="connsiteX35" fmla="*/ 771674 w 1498885"/>
              <a:gd name="connsiteY35" fmla="*/ 128536 h 1412736"/>
              <a:gd name="connsiteX36" fmla="*/ 709724 w 1498885"/>
              <a:gd name="connsiteY36" fmla="*/ 111607 h 1412736"/>
              <a:gd name="connsiteX37" fmla="*/ 711864 w 1498885"/>
              <a:gd name="connsiteY37" fmla="*/ 9 h 1412736"/>
              <a:gd name="connsiteX38" fmla="*/ 828043 w 1498885"/>
              <a:gd name="connsiteY38" fmla="*/ 32356 h 1412736"/>
              <a:gd name="connsiteX39" fmla="*/ 943942 w 1498885"/>
              <a:gd name="connsiteY39" fmla="*/ 234390 h 1412736"/>
              <a:gd name="connsiteX40" fmla="*/ 943942 w 1498885"/>
              <a:gd name="connsiteY40" fmla="*/ 1178518 h 1412736"/>
              <a:gd name="connsiteX41" fmla="*/ 828043 w 1498885"/>
              <a:gd name="connsiteY41" fmla="*/ 1380552 h 1412736"/>
              <a:gd name="connsiteX42" fmla="*/ 709910 w 1498885"/>
              <a:gd name="connsiteY42" fmla="*/ 1412736 h 1412736"/>
              <a:gd name="connsiteX43" fmla="*/ 595126 w 1498885"/>
              <a:gd name="connsiteY43" fmla="*/ 1382413 h 1412736"/>
              <a:gd name="connsiteX44" fmla="*/ 119435 w 1498885"/>
              <a:gd name="connsiteY44" fmla="*/ 1115080 h 1412736"/>
              <a:gd name="connsiteX45" fmla="*/ 0 w 1498885"/>
              <a:gd name="connsiteY45" fmla="*/ 911000 h 1412736"/>
              <a:gd name="connsiteX46" fmla="*/ 0 w 1498885"/>
              <a:gd name="connsiteY46" fmla="*/ 501722 h 1412736"/>
              <a:gd name="connsiteX47" fmla="*/ 119435 w 1498885"/>
              <a:gd name="connsiteY47" fmla="*/ 297642 h 1412736"/>
              <a:gd name="connsiteX48" fmla="*/ 595126 w 1498885"/>
              <a:gd name="connsiteY48" fmla="*/ 30309 h 1412736"/>
              <a:gd name="connsiteX49" fmla="*/ 711864 w 1498885"/>
              <a:gd name="connsiteY49" fmla="*/ 9 h 1412736"/>
            </a:gdLst>
            <a:ahLst/>
            <a:cxnLst/>
            <a:rect l="l" t="t" r="r" b="b"/>
            <a:pathLst>
              <a:path w="1498885" h="1412736">
                <a:moveTo>
                  <a:pt x="1110072" y="1039039"/>
                </a:moveTo>
                <a:cubicBezTo>
                  <a:pt x="1124350" y="1039039"/>
                  <a:pt x="1138628" y="1044480"/>
                  <a:pt x="1149511" y="1055363"/>
                </a:cubicBezTo>
                <a:lnTo>
                  <a:pt x="1371451" y="1277303"/>
                </a:lnTo>
                <a:cubicBezTo>
                  <a:pt x="1393217" y="1299070"/>
                  <a:pt x="1393217" y="1334416"/>
                  <a:pt x="1371451" y="1356182"/>
                </a:cubicBezTo>
                <a:cubicBezTo>
                  <a:pt x="1360661" y="1366972"/>
                  <a:pt x="1346336" y="1372553"/>
                  <a:pt x="1332012" y="1372553"/>
                </a:cubicBezTo>
                <a:cubicBezTo>
                  <a:pt x="1317687" y="1372553"/>
                  <a:pt x="1303362" y="1367158"/>
                  <a:pt x="1292572" y="1356182"/>
                </a:cubicBezTo>
                <a:lnTo>
                  <a:pt x="1070632" y="1134242"/>
                </a:lnTo>
                <a:cubicBezTo>
                  <a:pt x="1048866" y="1112476"/>
                  <a:pt x="1048866" y="1077130"/>
                  <a:pt x="1070632" y="1055363"/>
                </a:cubicBezTo>
                <a:cubicBezTo>
                  <a:pt x="1081515" y="1044480"/>
                  <a:pt x="1095793" y="1039039"/>
                  <a:pt x="1110072" y="1039039"/>
                </a:cubicBezTo>
                <a:close/>
                <a:moveTo>
                  <a:pt x="1110072" y="705989"/>
                </a:moveTo>
                <a:lnTo>
                  <a:pt x="1443075" y="705989"/>
                </a:lnTo>
                <a:cubicBezTo>
                  <a:pt x="1473956" y="705989"/>
                  <a:pt x="1498885" y="730918"/>
                  <a:pt x="1498885" y="761800"/>
                </a:cubicBezTo>
                <a:cubicBezTo>
                  <a:pt x="1498885" y="792682"/>
                  <a:pt x="1473770" y="817611"/>
                  <a:pt x="1443075" y="817611"/>
                </a:cubicBezTo>
                <a:lnTo>
                  <a:pt x="1110072" y="817611"/>
                </a:lnTo>
                <a:cubicBezTo>
                  <a:pt x="1079190" y="817611"/>
                  <a:pt x="1054261" y="792682"/>
                  <a:pt x="1054261" y="761800"/>
                </a:cubicBezTo>
                <a:cubicBezTo>
                  <a:pt x="1054261" y="730918"/>
                  <a:pt x="1079190" y="705989"/>
                  <a:pt x="1110072" y="705989"/>
                </a:cubicBezTo>
                <a:close/>
                <a:moveTo>
                  <a:pt x="1332012" y="151093"/>
                </a:moveTo>
                <a:cubicBezTo>
                  <a:pt x="1346290" y="151093"/>
                  <a:pt x="1360568" y="156535"/>
                  <a:pt x="1371451" y="167418"/>
                </a:cubicBezTo>
                <a:cubicBezTo>
                  <a:pt x="1393217" y="189184"/>
                  <a:pt x="1393217" y="224530"/>
                  <a:pt x="1371451" y="246297"/>
                </a:cubicBezTo>
                <a:lnTo>
                  <a:pt x="1149511" y="468236"/>
                </a:lnTo>
                <a:cubicBezTo>
                  <a:pt x="1138721" y="479213"/>
                  <a:pt x="1124396" y="484608"/>
                  <a:pt x="1110072" y="484608"/>
                </a:cubicBezTo>
                <a:cubicBezTo>
                  <a:pt x="1095747" y="484608"/>
                  <a:pt x="1081422" y="479213"/>
                  <a:pt x="1070632" y="468236"/>
                </a:cubicBezTo>
                <a:cubicBezTo>
                  <a:pt x="1048866" y="446470"/>
                  <a:pt x="1048866" y="411124"/>
                  <a:pt x="1070632" y="389358"/>
                </a:cubicBezTo>
                <a:lnTo>
                  <a:pt x="1292572" y="167418"/>
                </a:lnTo>
                <a:cubicBezTo>
                  <a:pt x="1303455" y="156535"/>
                  <a:pt x="1317733" y="151093"/>
                  <a:pt x="1332012" y="151093"/>
                </a:cubicBezTo>
                <a:close/>
                <a:moveTo>
                  <a:pt x="709724" y="111607"/>
                </a:moveTo>
                <a:cubicBezTo>
                  <a:pt x="689074" y="111607"/>
                  <a:pt x="668610" y="116816"/>
                  <a:pt x="649635" y="127420"/>
                </a:cubicBezTo>
                <a:lnTo>
                  <a:pt x="174129" y="394752"/>
                </a:lnTo>
                <a:cubicBezTo>
                  <a:pt x="135620" y="416332"/>
                  <a:pt x="111621" y="457260"/>
                  <a:pt x="111621" y="501536"/>
                </a:cubicBezTo>
                <a:lnTo>
                  <a:pt x="111621" y="910814"/>
                </a:lnTo>
                <a:cubicBezTo>
                  <a:pt x="111621" y="955090"/>
                  <a:pt x="135620" y="996018"/>
                  <a:pt x="174129" y="1017598"/>
                </a:cubicBezTo>
                <a:lnTo>
                  <a:pt x="649821" y="1284930"/>
                </a:lnTo>
                <a:cubicBezTo>
                  <a:pt x="688144" y="1306510"/>
                  <a:pt x="733723" y="1306138"/>
                  <a:pt x="771674" y="1283814"/>
                </a:cubicBezTo>
                <a:cubicBezTo>
                  <a:pt x="809625" y="1261676"/>
                  <a:pt x="832321" y="1222050"/>
                  <a:pt x="832321" y="1178146"/>
                </a:cubicBezTo>
                <a:lnTo>
                  <a:pt x="832321" y="234204"/>
                </a:lnTo>
                <a:cubicBezTo>
                  <a:pt x="832321" y="190113"/>
                  <a:pt x="809625" y="150674"/>
                  <a:pt x="771674" y="128536"/>
                </a:cubicBezTo>
                <a:cubicBezTo>
                  <a:pt x="752326" y="117188"/>
                  <a:pt x="731118" y="111607"/>
                  <a:pt x="709724" y="111607"/>
                </a:cubicBezTo>
                <a:close/>
                <a:moveTo>
                  <a:pt x="711864" y="9"/>
                </a:moveTo>
                <a:cubicBezTo>
                  <a:pt x="751861" y="358"/>
                  <a:pt x="791766" y="11148"/>
                  <a:pt x="828043" y="32356"/>
                </a:cubicBezTo>
                <a:cubicBezTo>
                  <a:pt x="900596" y="74772"/>
                  <a:pt x="943942" y="150302"/>
                  <a:pt x="943942" y="234390"/>
                </a:cubicBezTo>
                <a:lnTo>
                  <a:pt x="943942" y="1178518"/>
                </a:lnTo>
                <a:cubicBezTo>
                  <a:pt x="943942" y="1262606"/>
                  <a:pt x="900596" y="1338136"/>
                  <a:pt x="828043" y="1380552"/>
                </a:cubicBezTo>
                <a:cubicBezTo>
                  <a:pt x="791208" y="1401946"/>
                  <a:pt x="750466" y="1412736"/>
                  <a:pt x="709910" y="1412736"/>
                </a:cubicBezTo>
                <a:cubicBezTo>
                  <a:pt x="670471" y="1412736"/>
                  <a:pt x="631217" y="1402691"/>
                  <a:pt x="595126" y="1382413"/>
                </a:cubicBezTo>
                <a:lnTo>
                  <a:pt x="119435" y="1115080"/>
                </a:lnTo>
                <a:cubicBezTo>
                  <a:pt x="45765" y="1073594"/>
                  <a:pt x="0" y="995460"/>
                  <a:pt x="0" y="911000"/>
                </a:cubicBezTo>
                <a:lnTo>
                  <a:pt x="0" y="501722"/>
                </a:lnTo>
                <a:cubicBezTo>
                  <a:pt x="0" y="417262"/>
                  <a:pt x="45765" y="338942"/>
                  <a:pt x="119435" y="297642"/>
                </a:cubicBezTo>
                <a:lnTo>
                  <a:pt x="595126" y="30309"/>
                </a:lnTo>
                <a:cubicBezTo>
                  <a:pt x="631775" y="9752"/>
                  <a:pt x="671866" y="-340"/>
                  <a:pt x="711864" y="9"/>
                </a:cubicBezTo>
                <a:close/>
              </a:path>
            </a:pathLst>
          </a:custGeom>
          <a:solidFill>
            <a:schemeClr val="bg1"/>
          </a:solidFill>
          <a:ln w="12700" cap="sq">
            <a:noFill/>
            <a:miter/>
          </a:ln>
        </p:spPr>
        <p:txBody>
          <a:bodyPr vert="horz" wrap="square" lIns="91440" tIns="45720" rIns="91440" bIns="45720" rtlCol="0" anchor="ctr"/>
          <a:lstStyle/>
          <a:p>
            <a:pPr algn="ctr"/>
            <a:endParaRPr kumimoji="1" lang="zh-CN" altLang="en-US"/>
          </a:p>
        </p:txBody>
      </p:sp>
      <p:sp>
        <p:nvSpPr>
          <p:cNvPr id="18" name="标题 1"/>
          <p:cNvSpPr txBox="1"/>
          <p:nvPr/>
        </p:nvSpPr>
        <p:spPr>
          <a:xfrm rot="10800000">
            <a:off x="660399" y="158962"/>
            <a:ext cx="10858499" cy="971338"/>
          </a:xfrm>
          <a:prstGeom prst="roundRect">
            <a:avLst/>
          </a:prstGeom>
          <a:gradFill>
            <a:gsLst>
              <a:gs pos="0">
                <a:schemeClr val="bg1">
                  <a:alpha val="0"/>
                </a:schemeClr>
              </a:gs>
              <a:gs pos="60000">
                <a:schemeClr val="accent1">
                  <a:lumMod val="20000"/>
                  <a:lumOff val="80000"/>
                </a:schemeClr>
              </a:gs>
              <a:gs pos="100000">
                <a:schemeClr val="bg1"/>
              </a:gs>
            </a:gsLst>
            <a:lin ang="16200000" scaled="0"/>
          </a:gradFill>
          <a:ln w="12700" cap="sq">
            <a:noFill/>
            <a:miter/>
          </a:ln>
        </p:spPr>
        <p:txBody>
          <a:bodyPr vert="horz" wrap="square" lIns="91440" tIns="45720" rIns="91440" bIns="45720" rtlCol="0" anchor="ctr"/>
          <a:lstStyle/>
          <a:p>
            <a:pPr algn="ctr"/>
            <a:endParaRPr kumimoji="1" lang="zh-CN" altLang="en-US"/>
          </a:p>
        </p:txBody>
      </p:sp>
      <p:sp>
        <p:nvSpPr>
          <p:cNvPr id="19" name="标题 1"/>
          <p:cNvSpPr txBox="1"/>
          <p:nvPr/>
        </p:nvSpPr>
        <p:spPr>
          <a:xfrm flipH="1">
            <a:off x="139042" y="296832"/>
            <a:ext cx="765810" cy="347799"/>
          </a:xfrm>
          <a:custGeom>
            <a:avLst/>
            <a:gdLst>
              <a:gd name="connsiteX0" fmla="*/ 651510 w 765810"/>
              <a:gd name="connsiteY0" fmla="*/ 253093 h 347799"/>
              <a:gd name="connsiteX1" fmla="*/ 543741 w 765810"/>
              <a:gd name="connsiteY1" fmla="*/ 318407 h 347799"/>
              <a:gd name="connsiteX2" fmla="*/ 435973 w 765810"/>
              <a:gd name="connsiteY2" fmla="*/ 253093 h 347799"/>
              <a:gd name="connsiteX3" fmla="*/ 329837 w 765810"/>
              <a:gd name="connsiteY3" fmla="*/ 318407 h 347799"/>
              <a:gd name="connsiteX4" fmla="*/ 222069 w 765810"/>
              <a:gd name="connsiteY4" fmla="*/ 253093 h 347799"/>
              <a:gd name="connsiteX5" fmla="*/ 114300 w 765810"/>
              <a:gd name="connsiteY5" fmla="*/ 318407 h 347799"/>
              <a:gd name="connsiteX6" fmla="*/ 13063 w 765810"/>
              <a:gd name="connsiteY6" fmla="*/ 256358 h 347799"/>
              <a:gd name="connsiteX7" fmla="*/ 0 w 765810"/>
              <a:gd name="connsiteY7" fmla="*/ 277586 h 347799"/>
              <a:gd name="connsiteX8" fmla="*/ 114300 w 765810"/>
              <a:gd name="connsiteY8" fmla="*/ 347799 h 347799"/>
              <a:gd name="connsiteX9" fmla="*/ 222069 w 765810"/>
              <a:gd name="connsiteY9" fmla="*/ 282484 h 347799"/>
              <a:gd name="connsiteX10" fmla="*/ 329837 w 765810"/>
              <a:gd name="connsiteY10" fmla="*/ 347799 h 347799"/>
              <a:gd name="connsiteX11" fmla="*/ 435973 w 765810"/>
              <a:gd name="connsiteY11" fmla="*/ 282484 h 347799"/>
              <a:gd name="connsiteX12" fmla="*/ 543741 w 765810"/>
              <a:gd name="connsiteY12" fmla="*/ 347799 h 347799"/>
              <a:gd name="connsiteX13" fmla="*/ 651510 w 765810"/>
              <a:gd name="connsiteY13" fmla="*/ 282484 h 347799"/>
              <a:gd name="connsiteX14" fmla="*/ 752747 w 765810"/>
              <a:gd name="connsiteY14" fmla="*/ 342900 h 347799"/>
              <a:gd name="connsiteX15" fmla="*/ 765810 w 765810"/>
              <a:gd name="connsiteY15" fmla="*/ 321673 h 347799"/>
              <a:gd name="connsiteX16" fmla="*/ 651510 w 765810"/>
              <a:gd name="connsiteY16" fmla="*/ 125730 h 347799"/>
              <a:gd name="connsiteX17" fmla="*/ 543741 w 765810"/>
              <a:gd name="connsiteY17" fmla="*/ 191044 h 347799"/>
              <a:gd name="connsiteX18" fmla="*/ 435973 w 765810"/>
              <a:gd name="connsiteY18" fmla="*/ 125730 h 347799"/>
              <a:gd name="connsiteX19" fmla="*/ 329837 w 765810"/>
              <a:gd name="connsiteY19" fmla="*/ 191044 h 347799"/>
              <a:gd name="connsiteX20" fmla="*/ 222069 w 765810"/>
              <a:gd name="connsiteY20" fmla="*/ 125730 h 347799"/>
              <a:gd name="connsiteX21" fmla="*/ 114300 w 765810"/>
              <a:gd name="connsiteY21" fmla="*/ 191044 h 347799"/>
              <a:gd name="connsiteX22" fmla="*/ 13063 w 765810"/>
              <a:gd name="connsiteY22" fmla="*/ 130629 h 347799"/>
              <a:gd name="connsiteX23" fmla="*/ 0 w 765810"/>
              <a:gd name="connsiteY23" fmla="*/ 151856 h 347799"/>
              <a:gd name="connsiteX24" fmla="*/ 114300 w 765810"/>
              <a:gd name="connsiteY24" fmla="*/ 220436 h 347799"/>
              <a:gd name="connsiteX25" fmla="*/ 222069 w 765810"/>
              <a:gd name="connsiteY25" fmla="*/ 155122 h 347799"/>
              <a:gd name="connsiteX26" fmla="*/ 329837 w 765810"/>
              <a:gd name="connsiteY26" fmla="*/ 220436 h 347799"/>
              <a:gd name="connsiteX27" fmla="*/ 435973 w 765810"/>
              <a:gd name="connsiteY27" fmla="*/ 155122 h 347799"/>
              <a:gd name="connsiteX28" fmla="*/ 543741 w 765810"/>
              <a:gd name="connsiteY28" fmla="*/ 220436 h 347799"/>
              <a:gd name="connsiteX29" fmla="*/ 651510 w 765810"/>
              <a:gd name="connsiteY29" fmla="*/ 155122 h 347799"/>
              <a:gd name="connsiteX30" fmla="*/ 752747 w 765810"/>
              <a:gd name="connsiteY30" fmla="*/ 217170 h 347799"/>
              <a:gd name="connsiteX31" fmla="*/ 765810 w 765810"/>
              <a:gd name="connsiteY31" fmla="*/ 195943 h 347799"/>
              <a:gd name="connsiteX32" fmla="*/ 651510 w 765810"/>
              <a:gd name="connsiteY32" fmla="*/ 0 h 347799"/>
              <a:gd name="connsiteX33" fmla="*/ 543741 w 765810"/>
              <a:gd name="connsiteY33" fmla="*/ 65314 h 347799"/>
              <a:gd name="connsiteX34" fmla="*/ 435973 w 765810"/>
              <a:gd name="connsiteY34" fmla="*/ 0 h 347799"/>
              <a:gd name="connsiteX35" fmla="*/ 329837 w 765810"/>
              <a:gd name="connsiteY35" fmla="*/ 65314 h 347799"/>
              <a:gd name="connsiteX36" fmla="*/ 222069 w 765810"/>
              <a:gd name="connsiteY36" fmla="*/ 0 h 347799"/>
              <a:gd name="connsiteX37" fmla="*/ 114300 w 765810"/>
              <a:gd name="connsiteY37" fmla="*/ 65314 h 347799"/>
              <a:gd name="connsiteX38" fmla="*/ 13063 w 765810"/>
              <a:gd name="connsiteY38" fmla="*/ 3265 h 347799"/>
              <a:gd name="connsiteX39" fmla="*/ 0 w 765810"/>
              <a:gd name="connsiteY39" fmla="*/ 24493 h 347799"/>
              <a:gd name="connsiteX40" fmla="*/ 114300 w 765810"/>
              <a:gd name="connsiteY40" fmla="*/ 93073 h 347799"/>
              <a:gd name="connsiteX41" fmla="*/ 222069 w 765810"/>
              <a:gd name="connsiteY41" fmla="*/ 27758 h 347799"/>
              <a:gd name="connsiteX42" fmla="*/ 329837 w 765810"/>
              <a:gd name="connsiteY42" fmla="*/ 93073 h 347799"/>
              <a:gd name="connsiteX43" fmla="*/ 435973 w 765810"/>
              <a:gd name="connsiteY43" fmla="*/ 27758 h 347799"/>
              <a:gd name="connsiteX44" fmla="*/ 543741 w 765810"/>
              <a:gd name="connsiteY44" fmla="*/ 93073 h 347799"/>
              <a:gd name="connsiteX45" fmla="*/ 651510 w 765810"/>
              <a:gd name="connsiteY45" fmla="*/ 27758 h 347799"/>
              <a:gd name="connsiteX46" fmla="*/ 752747 w 765810"/>
              <a:gd name="connsiteY46" fmla="*/ 89807 h 347799"/>
              <a:gd name="connsiteX47" fmla="*/ 765810 w 765810"/>
              <a:gd name="connsiteY47" fmla="*/ 68580 h 347799"/>
            </a:gdLst>
            <a:ahLst/>
            <a:cxnLst/>
            <a:rect l="l" t="t" r="r" b="b"/>
            <a:pathLst>
              <a:path w="765810" h="347799">
                <a:moveTo>
                  <a:pt x="651510" y="253093"/>
                </a:moveTo>
                <a:lnTo>
                  <a:pt x="543741" y="318407"/>
                </a:lnTo>
                <a:lnTo>
                  <a:pt x="435973" y="253093"/>
                </a:lnTo>
                <a:lnTo>
                  <a:pt x="329837" y="318407"/>
                </a:lnTo>
                <a:lnTo>
                  <a:pt x="222069" y="253093"/>
                </a:lnTo>
                <a:lnTo>
                  <a:pt x="114300" y="318407"/>
                </a:lnTo>
                <a:lnTo>
                  <a:pt x="13063" y="256358"/>
                </a:lnTo>
                <a:lnTo>
                  <a:pt x="0" y="277586"/>
                </a:lnTo>
                <a:lnTo>
                  <a:pt x="114300" y="347799"/>
                </a:lnTo>
                <a:lnTo>
                  <a:pt x="222069" y="282484"/>
                </a:lnTo>
                <a:lnTo>
                  <a:pt x="329837" y="347799"/>
                </a:lnTo>
                <a:lnTo>
                  <a:pt x="435973" y="282484"/>
                </a:lnTo>
                <a:lnTo>
                  <a:pt x="543741" y="347799"/>
                </a:lnTo>
                <a:lnTo>
                  <a:pt x="651510" y="282484"/>
                </a:lnTo>
                <a:lnTo>
                  <a:pt x="752747" y="342900"/>
                </a:lnTo>
                <a:lnTo>
                  <a:pt x="765810" y="321673"/>
                </a:lnTo>
                <a:close/>
                <a:moveTo>
                  <a:pt x="651510" y="125730"/>
                </a:moveTo>
                <a:lnTo>
                  <a:pt x="543741" y="191044"/>
                </a:lnTo>
                <a:lnTo>
                  <a:pt x="435973" y="125730"/>
                </a:lnTo>
                <a:lnTo>
                  <a:pt x="329837" y="191044"/>
                </a:lnTo>
                <a:lnTo>
                  <a:pt x="222069" y="125730"/>
                </a:lnTo>
                <a:lnTo>
                  <a:pt x="114300" y="191044"/>
                </a:lnTo>
                <a:lnTo>
                  <a:pt x="13063" y="130629"/>
                </a:lnTo>
                <a:lnTo>
                  <a:pt x="0" y="151856"/>
                </a:lnTo>
                <a:lnTo>
                  <a:pt x="114300" y="220436"/>
                </a:lnTo>
                <a:lnTo>
                  <a:pt x="222069" y="155122"/>
                </a:lnTo>
                <a:lnTo>
                  <a:pt x="329837" y="220436"/>
                </a:lnTo>
                <a:lnTo>
                  <a:pt x="435973" y="155122"/>
                </a:lnTo>
                <a:lnTo>
                  <a:pt x="543741" y="220436"/>
                </a:lnTo>
                <a:lnTo>
                  <a:pt x="651510" y="155122"/>
                </a:lnTo>
                <a:lnTo>
                  <a:pt x="752747" y="217170"/>
                </a:lnTo>
                <a:lnTo>
                  <a:pt x="765810" y="195943"/>
                </a:lnTo>
                <a:close/>
                <a:moveTo>
                  <a:pt x="651510" y="0"/>
                </a:moveTo>
                <a:lnTo>
                  <a:pt x="543741" y="65314"/>
                </a:lnTo>
                <a:lnTo>
                  <a:pt x="435973" y="0"/>
                </a:lnTo>
                <a:lnTo>
                  <a:pt x="329837" y="65314"/>
                </a:lnTo>
                <a:lnTo>
                  <a:pt x="222069" y="0"/>
                </a:lnTo>
                <a:lnTo>
                  <a:pt x="114300" y="65314"/>
                </a:lnTo>
                <a:lnTo>
                  <a:pt x="13063" y="3265"/>
                </a:lnTo>
                <a:lnTo>
                  <a:pt x="0" y="24493"/>
                </a:lnTo>
                <a:lnTo>
                  <a:pt x="114300" y="93073"/>
                </a:lnTo>
                <a:lnTo>
                  <a:pt x="222069" y="27758"/>
                </a:lnTo>
                <a:lnTo>
                  <a:pt x="329837" y="93073"/>
                </a:lnTo>
                <a:lnTo>
                  <a:pt x="435973" y="27758"/>
                </a:lnTo>
                <a:lnTo>
                  <a:pt x="543741" y="93073"/>
                </a:lnTo>
                <a:lnTo>
                  <a:pt x="651510" y="27758"/>
                </a:lnTo>
                <a:lnTo>
                  <a:pt x="752747" y="89807"/>
                </a:lnTo>
                <a:lnTo>
                  <a:pt x="765810" y="68580"/>
                </a:lnTo>
                <a:close/>
              </a:path>
            </a:pathLst>
          </a:custGeom>
          <a:solidFill>
            <a:schemeClr val="accent1">
              <a:lumMod val="60000"/>
              <a:lumOff val="40000"/>
            </a:schemeClr>
          </a:solidFill>
          <a:ln w="16329" cap="flat">
            <a:noFill/>
            <a:miter/>
          </a:ln>
        </p:spPr>
        <p:txBody>
          <a:bodyPr vert="horz" wrap="square" lIns="91440" tIns="45720" rIns="91440" bIns="45720" rtlCol="0" anchor="ctr"/>
          <a:lstStyle/>
          <a:p>
            <a:pPr algn="l"/>
            <a:endParaRPr kumimoji="1" lang="zh-CN" altLang="en-US"/>
          </a:p>
        </p:txBody>
      </p:sp>
      <p:sp>
        <p:nvSpPr>
          <p:cNvPr id="20" name="标题 1"/>
          <p:cNvSpPr txBox="1"/>
          <p:nvPr/>
        </p:nvSpPr>
        <p:spPr>
          <a:xfrm>
            <a:off x="1201552" y="346492"/>
            <a:ext cx="8209148" cy="596278"/>
          </a:xfrm>
          <a:prstGeom prst="rect">
            <a:avLst/>
          </a:prstGeom>
          <a:noFill/>
          <a:ln>
            <a:noFill/>
          </a:ln>
        </p:spPr>
        <p:txBody>
          <a:bodyPr vert="horz" wrap="square" lIns="0" tIns="0" rIns="0" bIns="0" rtlCol="0" anchor="ctr"/>
          <a:lstStyle/>
          <a:p>
            <a:pPr algn="l"/>
            <a:r>
              <a:rPr kumimoji="1" lang="en-US" altLang="zh-CN" sz="2800">
                <a:ln w="12700">
                  <a:noFill/>
                </a:ln>
                <a:solidFill>
                  <a:srgbClr val="000000">
                    <a:alpha val="100000"/>
                  </a:srgbClr>
                </a:solidFill>
                <a:latin typeface="poppins-bold"/>
                <a:ea typeface="poppins-bold"/>
                <a:cs typeface="poppins-bold"/>
              </a:rPr>
              <a:t>Control del Presupuesto</a:t>
            </a:r>
            <a:endParaRPr kumimoji="1" lang="zh-CN" altLang="en-US"/>
          </a:p>
        </p:txBody>
      </p:sp>
      <p:sp>
        <p:nvSpPr>
          <p:cNvPr id="21" name="标题 1"/>
          <p:cNvSpPr txBox="1"/>
          <p:nvPr/>
        </p:nvSpPr>
        <p:spPr>
          <a:xfrm flipH="1">
            <a:off x="11148696" y="782502"/>
            <a:ext cx="765810" cy="347799"/>
          </a:xfrm>
          <a:custGeom>
            <a:avLst/>
            <a:gdLst>
              <a:gd name="connsiteX0" fmla="*/ 651510 w 765810"/>
              <a:gd name="connsiteY0" fmla="*/ 253093 h 347799"/>
              <a:gd name="connsiteX1" fmla="*/ 543741 w 765810"/>
              <a:gd name="connsiteY1" fmla="*/ 318407 h 347799"/>
              <a:gd name="connsiteX2" fmla="*/ 435973 w 765810"/>
              <a:gd name="connsiteY2" fmla="*/ 253093 h 347799"/>
              <a:gd name="connsiteX3" fmla="*/ 329837 w 765810"/>
              <a:gd name="connsiteY3" fmla="*/ 318407 h 347799"/>
              <a:gd name="connsiteX4" fmla="*/ 222069 w 765810"/>
              <a:gd name="connsiteY4" fmla="*/ 253093 h 347799"/>
              <a:gd name="connsiteX5" fmla="*/ 114300 w 765810"/>
              <a:gd name="connsiteY5" fmla="*/ 318407 h 347799"/>
              <a:gd name="connsiteX6" fmla="*/ 13063 w 765810"/>
              <a:gd name="connsiteY6" fmla="*/ 256358 h 347799"/>
              <a:gd name="connsiteX7" fmla="*/ 0 w 765810"/>
              <a:gd name="connsiteY7" fmla="*/ 277586 h 347799"/>
              <a:gd name="connsiteX8" fmla="*/ 114300 w 765810"/>
              <a:gd name="connsiteY8" fmla="*/ 347799 h 347799"/>
              <a:gd name="connsiteX9" fmla="*/ 222069 w 765810"/>
              <a:gd name="connsiteY9" fmla="*/ 282484 h 347799"/>
              <a:gd name="connsiteX10" fmla="*/ 329837 w 765810"/>
              <a:gd name="connsiteY10" fmla="*/ 347799 h 347799"/>
              <a:gd name="connsiteX11" fmla="*/ 435973 w 765810"/>
              <a:gd name="connsiteY11" fmla="*/ 282484 h 347799"/>
              <a:gd name="connsiteX12" fmla="*/ 543741 w 765810"/>
              <a:gd name="connsiteY12" fmla="*/ 347799 h 347799"/>
              <a:gd name="connsiteX13" fmla="*/ 651510 w 765810"/>
              <a:gd name="connsiteY13" fmla="*/ 282484 h 347799"/>
              <a:gd name="connsiteX14" fmla="*/ 752747 w 765810"/>
              <a:gd name="connsiteY14" fmla="*/ 342900 h 347799"/>
              <a:gd name="connsiteX15" fmla="*/ 765810 w 765810"/>
              <a:gd name="connsiteY15" fmla="*/ 321673 h 347799"/>
              <a:gd name="connsiteX16" fmla="*/ 651510 w 765810"/>
              <a:gd name="connsiteY16" fmla="*/ 125730 h 347799"/>
              <a:gd name="connsiteX17" fmla="*/ 543741 w 765810"/>
              <a:gd name="connsiteY17" fmla="*/ 191044 h 347799"/>
              <a:gd name="connsiteX18" fmla="*/ 435973 w 765810"/>
              <a:gd name="connsiteY18" fmla="*/ 125730 h 347799"/>
              <a:gd name="connsiteX19" fmla="*/ 329837 w 765810"/>
              <a:gd name="connsiteY19" fmla="*/ 191044 h 347799"/>
              <a:gd name="connsiteX20" fmla="*/ 222069 w 765810"/>
              <a:gd name="connsiteY20" fmla="*/ 125730 h 347799"/>
              <a:gd name="connsiteX21" fmla="*/ 114300 w 765810"/>
              <a:gd name="connsiteY21" fmla="*/ 191044 h 347799"/>
              <a:gd name="connsiteX22" fmla="*/ 13063 w 765810"/>
              <a:gd name="connsiteY22" fmla="*/ 130629 h 347799"/>
              <a:gd name="connsiteX23" fmla="*/ 0 w 765810"/>
              <a:gd name="connsiteY23" fmla="*/ 151856 h 347799"/>
              <a:gd name="connsiteX24" fmla="*/ 114300 w 765810"/>
              <a:gd name="connsiteY24" fmla="*/ 220436 h 347799"/>
              <a:gd name="connsiteX25" fmla="*/ 222069 w 765810"/>
              <a:gd name="connsiteY25" fmla="*/ 155122 h 347799"/>
              <a:gd name="connsiteX26" fmla="*/ 329837 w 765810"/>
              <a:gd name="connsiteY26" fmla="*/ 220436 h 347799"/>
              <a:gd name="connsiteX27" fmla="*/ 435973 w 765810"/>
              <a:gd name="connsiteY27" fmla="*/ 155122 h 347799"/>
              <a:gd name="connsiteX28" fmla="*/ 543741 w 765810"/>
              <a:gd name="connsiteY28" fmla="*/ 220436 h 347799"/>
              <a:gd name="connsiteX29" fmla="*/ 651510 w 765810"/>
              <a:gd name="connsiteY29" fmla="*/ 155122 h 347799"/>
              <a:gd name="connsiteX30" fmla="*/ 752747 w 765810"/>
              <a:gd name="connsiteY30" fmla="*/ 217170 h 347799"/>
              <a:gd name="connsiteX31" fmla="*/ 765810 w 765810"/>
              <a:gd name="connsiteY31" fmla="*/ 195943 h 347799"/>
              <a:gd name="connsiteX32" fmla="*/ 651510 w 765810"/>
              <a:gd name="connsiteY32" fmla="*/ 0 h 347799"/>
              <a:gd name="connsiteX33" fmla="*/ 543741 w 765810"/>
              <a:gd name="connsiteY33" fmla="*/ 65314 h 347799"/>
              <a:gd name="connsiteX34" fmla="*/ 435973 w 765810"/>
              <a:gd name="connsiteY34" fmla="*/ 0 h 347799"/>
              <a:gd name="connsiteX35" fmla="*/ 329837 w 765810"/>
              <a:gd name="connsiteY35" fmla="*/ 65314 h 347799"/>
              <a:gd name="connsiteX36" fmla="*/ 222069 w 765810"/>
              <a:gd name="connsiteY36" fmla="*/ 0 h 347799"/>
              <a:gd name="connsiteX37" fmla="*/ 114300 w 765810"/>
              <a:gd name="connsiteY37" fmla="*/ 65314 h 347799"/>
              <a:gd name="connsiteX38" fmla="*/ 13063 w 765810"/>
              <a:gd name="connsiteY38" fmla="*/ 3265 h 347799"/>
              <a:gd name="connsiteX39" fmla="*/ 0 w 765810"/>
              <a:gd name="connsiteY39" fmla="*/ 24493 h 347799"/>
              <a:gd name="connsiteX40" fmla="*/ 114300 w 765810"/>
              <a:gd name="connsiteY40" fmla="*/ 93073 h 347799"/>
              <a:gd name="connsiteX41" fmla="*/ 222069 w 765810"/>
              <a:gd name="connsiteY41" fmla="*/ 27758 h 347799"/>
              <a:gd name="connsiteX42" fmla="*/ 329837 w 765810"/>
              <a:gd name="connsiteY42" fmla="*/ 93073 h 347799"/>
              <a:gd name="connsiteX43" fmla="*/ 435973 w 765810"/>
              <a:gd name="connsiteY43" fmla="*/ 27758 h 347799"/>
              <a:gd name="connsiteX44" fmla="*/ 543741 w 765810"/>
              <a:gd name="connsiteY44" fmla="*/ 93073 h 347799"/>
              <a:gd name="connsiteX45" fmla="*/ 651510 w 765810"/>
              <a:gd name="connsiteY45" fmla="*/ 27758 h 347799"/>
              <a:gd name="connsiteX46" fmla="*/ 752747 w 765810"/>
              <a:gd name="connsiteY46" fmla="*/ 89807 h 347799"/>
              <a:gd name="connsiteX47" fmla="*/ 765810 w 765810"/>
              <a:gd name="connsiteY47" fmla="*/ 68580 h 347799"/>
            </a:gdLst>
            <a:ahLst/>
            <a:cxnLst/>
            <a:rect l="l" t="t" r="r" b="b"/>
            <a:pathLst>
              <a:path w="765810" h="347799">
                <a:moveTo>
                  <a:pt x="651510" y="253093"/>
                </a:moveTo>
                <a:lnTo>
                  <a:pt x="543741" y="318407"/>
                </a:lnTo>
                <a:lnTo>
                  <a:pt x="435973" y="253093"/>
                </a:lnTo>
                <a:lnTo>
                  <a:pt x="329837" y="318407"/>
                </a:lnTo>
                <a:lnTo>
                  <a:pt x="222069" y="253093"/>
                </a:lnTo>
                <a:lnTo>
                  <a:pt x="114300" y="318407"/>
                </a:lnTo>
                <a:lnTo>
                  <a:pt x="13063" y="256358"/>
                </a:lnTo>
                <a:lnTo>
                  <a:pt x="0" y="277586"/>
                </a:lnTo>
                <a:lnTo>
                  <a:pt x="114300" y="347799"/>
                </a:lnTo>
                <a:lnTo>
                  <a:pt x="222069" y="282484"/>
                </a:lnTo>
                <a:lnTo>
                  <a:pt x="329837" y="347799"/>
                </a:lnTo>
                <a:lnTo>
                  <a:pt x="435973" y="282484"/>
                </a:lnTo>
                <a:lnTo>
                  <a:pt x="543741" y="347799"/>
                </a:lnTo>
                <a:lnTo>
                  <a:pt x="651510" y="282484"/>
                </a:lnTo>
                <a:lnTo>
                  <a:pt x="752747" y="342900"/>
                </a:lnTo>
                <a:lnTo>
                  <a:pt x="765810" y="321673"/>
                </a:lnTo>
                <a:close/>
                <a:moveTo>
                  <a:pt x="651510" y="125730"/>
                </a:moveTo>
                <a:lnTo>
                  <a:pt x="543741" y="191044"/>
                </a:lnTo>
                <a:lnTo>
                  <a:pt x="435973" y="125730"/>
                </a:lnTo>
                <a:lnTo>
                  <a:pt x="329837" y="191044"/>
                </a:lnTo>
                <a:lnTo>
                  <a:pt x="222069" y="125730"/>
                </a:lnTo>
                <a:lnTo>
                  <a:pt x="114300" y="191044"/>
                </a:lnTo>
                <a:lnTo>
                  <a:pt x="13063" y="130629"/>
                </a:lnTo>
                <a:lnTo>
                  <a:pt x="0" y="151856"/>
                </a:lnTo>
                <a:lnTo>
                  <a:pt x="114300" y="220436"/>
                </a:lnTo>
                <a:lnTo>
                  <a:pt x="222069" y="155122"/>
                </a:lnTo>
                <a:lnTo>
                  <a:pt x="329837" y="220436"/>
                </a:lnTo>
                <a:lnTo>
                  <a:pt x="435973" y="155122"/>
                </a:lnTo>
                <a:lnTo>
                  <a:pt x="543741" y="220436"/>
                </a:lnTo>
                <a:lnTo>
                  <a:pt x="651510" y="155122"/>
                </a:lnTo>
                <a:lnTo>
                  <a:pt x="752747" y="217170"/>
                </a:lnTo>
                <a:lnTo>
                  <a:pt x="765810" y="195943"/>
                </a:lnTo>
                <a:close/>
                <a:moveTo>
                  <a:pt x="651510" y="0"/>
                </a:moveTo>
                <a:lnTo>
                  <a:pt x="543741" y="65314"/>
                </a:lnTo>
                <a:lnTo>
                  <a:pt x="435973" y="0"/>
                </a:lnTo>
                <a:lnTo>
                  <a:pt x="329837" y="65314"/>
                </a:lnTo>
                <a:lnTo>
                  <a:pt x="222069" y="0"/>
                </a:lnTo>
                <a:lnTo>
                  <a:pt x="114300" y="65314"/>
                </a:lnTo>
                <a:lnTo>
                  <a:pt x="13063" y="3265"/>
                </a:lnTo>
                <a:lnTo>
                  <a:pt x="0" y="24493"/>
                </a:lnTo>
                <a:lnTo>
                  <a:pt x="114300" y="93073"/>
                </a:lnTo>
                <a:lnTo>
                  <a:pt x="222069" y="27758"/>
                </a:lnTo>
                <a:lnTo>
                  <a:pt x="329837" y="93073"/>
                </a:lnTo>
                <a:lnTo>
                  <a:pt x="435973" y="27758"/>
                </a:lnTo>
                <a:lnTo>
                  <a:pt x="543741" y="93073"/>
                </a:lnTo>
                <a:lnTo>
                  <a:pt x="651510" y="27758"/>
                </a:lnTo>
                <a:lnTo>
                  <a:pt x="752747" y="89807"/>
                </a:lnTo>
                <a:lnTo>
                  <a:pt x="765810" y="68580"/>
                </a:lnTo>
                <a:close/>
              </a:path>
            </a:pathLst>
          </a:custGeom>
          <a:solidFill>
            <a:schemeClr val="accent1">
              <a:lumMod val="60000"/>
              <a:lumOff val="40000"/>
            </a:schemeClr>
          </a:solidFill>
          <a:ln w="16329" cap="flat">
            <a:noFill/>
            <a:miter/>
          </a:ln>
        </p:spPr>
        <p:txBody>
          <a:bodyPr vert="horz" wrap="square" lIns="91440" tIns="45720" rIns="91440" bIns="45720" rtlCol="0" anchor="ctr"/>
          <a:lstStyle/>
          <a:p>
            <a:pPr algn="l"/>
            <a:endParaRPr kumimoji="1"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标题 1"/>
          <p:cNvSpPr txBox="1"/>
          <p:nvPr/>
        </p:nvSpPr>
        <p:spPr>
          <a:xfrm>
            <a:off x="3305035" y="519976"/>
            <a:ext cx="1651390" cy="1651390"/>
          </a:xfrm>
          <a:prstGeom prst="ellips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6" name="标题 1"/>
          <p:cNvSpPr txBox="1"/>
          <p:nvPr/>
        </p:nvSpPr>
        <p:spPr>
          <a:xfrm>
            <a:off x="5605670" y="1831259"/>
            <a:ext cx="1755485" cy="1117115"/>
          </a:xfrm>
          <a:prstGeom prst="rect">
            <a:avLst/>
          </a:prstGeom>
          <a:noFill/>
          <a:ln w="12700" cap="sq">
            <a:noFill/>
            <a:miter/>
          </a:ln>
        </p:spPr>
        <p:txBody>
          <a:bodyPr vert="horz" wrap="square" lIns="0" tIns="0" rIns="0" bIns="0" rtlCol="0" anchor="ctr"/>
          <a:lstStyle/>
          <a:p>
            <a:pPr algn="l"/>
            <a:r>
              <a:rPr kumimoji="1" lang="en-US" altLang="zh-CN" sz="8000">
                <a:ln w="12700">
                  <a:noFill/>
                </a:ln>
                <a:solidFill>
                  <a:srgbClr val="262626">
                    <a:alpha val="100000"/>
                  </a:srgbClr>
                </a:solidFill>
                <a:latin typeface="poppins-bold"/>
                <a:ea typeface="poppins-bold"/>
                <a:cs typeface="poppins-bold"/>
              </a:rPr>
              <a:t> 03</a:t>
            </a:r>
            <a:endParaRPr kumimoji="1" lang="zh-CN" altLang="en-US"/>
          </a:p>
        </p:txBody>
      </p:sp>
      <p:sp>
        <p:nvSpPr>
          <p:cNvPr id="7" name="标题 1"/>
          <p:cNvSpPr txBox="1"/>
          <p:nvPr/>
        </p:nvSpPr>
        <p:spPr>
          <a:xfrm>
            <a:off x="5605670" y="3309275"/>
            <a:ext cx="5911783" cy="2020369"/>
          </a:xfrm>
          <a:prstGeom prst="rect">
            <a:avLst/>
          </a:prstGeom>
          <a:noFill/>
          <a:ln w="12700" cap="sq">
            <a:noFill/>
            <a:miter/>
          </a:ln>
        </p:spPr>
        <p:txBody>
          <a:bodyPr vert="horz" wrap="square" lIns="0" tIns="0" rIns="0" bIns="0" rtlCol="0" anchor="t"/>
          <a:lstStyle/>
          <a:p>
            <a:pPr algn="l"/>
            <a:r>
              <a:rPr kumimoji="1" lang="en-US" altLang="zh-CN" sz="2400">
                <a:ln w="12700">
                  <a:noFill/>
                </a:ln>
                <a:solidFill>
                  <a:srgbClr val="262626">
                    <a:alpha val="100000"/>
                  </a:srgbClr>
                </a:solidFill>
                <a:latin typeface="poppins-bold"/>
                <a:ea typeface="poppins-bold"/>
                <a:cs typeface="poppins-bold"/>
              </a:rPr>
              <a:t>Casos Prácticos</a:t>
            </a:r>
            <a:endParaRPr kumimoji="1" lang="zh-CN" altLang="en-US"/>
          </a:p>
        </p:txBody>
      </p:sp>
      <p:pic>
        <p:nvPicPr>
          <p:cNvPr id="2" name="Imagen 1">
            <a:extLst>
              <a:ext uri="{FF2B5EF4-FFF2-40B4-BE49-F238E27FC236}">
                <a16:creationId xmlns:a16="http://schemas.microsoft.com/office/drawing/2014/main" id="{9BA989EA-7CA4-5D3A-CE06-F072C976052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标题 1"/>
          <p:cNvSpPr txBox="1"/>
          <p:nvPr/>
        </p:nvSpPr>
        <p:spPr>
          <a:xfrm>
            <a:off x="1259755" y="2830888"/>
            <a:ext cx="2451633" cy="598112"/>
          </a:xfrm>
          <a:prstGeom prst="parallelogram">
            <a:avLst>
              <a:gd name="adj" fmla="val 44352"/>
            </a:avLst>
          </a:prstGeom>
          <a:solidFill>
            <a:schemeClr val="accent1"/>
          </a:solidFill>
          <a:ln w="12700" cap="sq">
            <a:noFill/>
            <a:miter/>
          </a:ln>
        </p:spPr>
        <p:txBody>
          <a:bodyPr vert="horz" wrap="square" lIns="0" tIns="0" rIns="0" bIns="0" rtlCol="0" anchor="ctr"/>
          <a:lstStyle/>
          <a:p>
            <a:pPr algn="ctr"/>
            <a:endParaRPr kumimoji="1" lang="zh-CN" altLang="en-US"/>
          </a:p>
        </p:txBody>
      </p:sp>
      <p:sp>
        <p:nvSpPr>
          <p:cNvPr id="4" name="标题 1"/>
          <p:cNvSpPr txBox="1"/>
          <p:nvPr/>
        </p:nvSpPr>
        <p:spPr>
          <a:xfrm>
            <a:off x="3677664" y="2830888"/>
            <a:ext cx="2451633" cy="598112"/>
          </a:xfrm>
          <a:prstGeom prst="parallelogram">
            <a:avLst>
              <a:gd name="adj" fmla="val 44352"/>
            </a:avLst>
          </a:prstGeom>
          <a:solidFill>
            <a:schemeClr val="accent2"/>
          </a:solidFill>
          <a:ln w="12700" cap="sq">
            <a:noFill/>
            <a:miter/>
          </a:ln>
        </p:spPr>
        <p:txBody>
          <a:bodyPr vert="horz" wrap="square" lIns="0" tIns="0" rIns="0" bIns="0" rtlCol="0" anchor="ctr"/>
          <a:lstStyle/>
          <a:p>
            <a:pPr algn="ctr"/>
            <a:endParaRPr kumimoji="1" lang="zh-CN" altLang="en-US"/>
          </a:p>
        </p:txBody>
      </p:sp>
      <p:sp>
        <p:nvSpPr>
          <p:cNvPr id="5" name="标题 1"/>
          <p:cNvSpPr txBox="1"/>
          <p:nvPr/>
        </p:nvSpPr>
        <p:spPr>
          <a:xfrm>
            <a:off x="6095573" y="2830888"/>
            <a:ext cx="2451633" cy="598112"/>
          </a:xfrm>
          <a:prstGeom prst="parallelogram">
            <a:avLst>
              <a:gd name="adj" fmla="val 44352"/>
            </a:avLst>
          </a:prstGeom>
          <a:solidFill>
            <a:schemeClr val="accent1"/>
          </a:solidFill>
          <a:ln w="12700" cap="sq">
            <a:noFill/>
            <a:miter/>
          </a:ln>
        </p:spPr>
        <p:txBody>
          <a:bodyPr vert="horz" wrap="square" lIns="0" tIns="0" rIns="0" bIns="0" rtlCol="0" anchor="ctr"/>
          <a:lstStyle/>
          <a:p>
            <a:pPr algn="ctr"/>
            <a:endParaRPr kumimoji="1" lang="zh-CN" altLang="en-US"/>
          </a:p>
        </p:txBody>
      </p:sp>
      <p:sp>
        <p:nvSpPr>
          <p:cNvPr id="6" name="标题 1"/>
          <p:cNvSpPr txBox="1"/>
          <p:nvPr/>
        </p:nvSpPr>
        <p:spPr>
          <a:xfrm>
            <a:off x="8513483" y="2830888"/>
            <a:ext cx="2451633" cy="598112"/>
          </a:xfrm>
          <a:prstGeom prst="parallelogram">
            <a:avLst>
              <a:gd name="adj" fmla="val 44352"/>
            </a:avLst>
          </a:prstGeom>
          <a:solidFill>
            <a:schemeClr val="accent1"/>
          </a:solidFill>
          <a:ln w="12700" cap="sq">
            <a:noFill/>
            <a:miter/>
          </a:ln>
        </p:spPr>
        <p:txBody>
          <a:bodyPr vert="horz" wrap="square" lIns="0" tIns="0" rIns="0" bIns="0" rtlCol="0" anchor="ctr"/>
          <a:lstStyle/>
          <a:p>
            <a:pPr algn="ctr"/>
            <a:endParaRPr kumimoji="1" lang="zh-CN" altLang="en-US"/>
          </a:p>
        </p:txBody>
      </p:sp>
      <p:sp>
        <p:nvSpPr>
          <p:cNvPr id="7" name="标题 1"/>
          <p:cNvSpPr txBox="1"/>
          <p:nvPr/>
        </p:nvSpPr>
        <p:spPr>
          <a:xfrm>
            <a:off x="1917308" y="2738152"/>
            <a:ext cx="1130300" cy="783585"/>
          </a:xfrm>
          <a:prstGeom prst="rect">
            <a:avLst/>
          </a:prstGeom>
          <a:noFill/>
          <a:ln cap="sq">
            <a:noFill/>
          </a:ln>
        </p:spPr>
        <p:txBody>
          <a:bodyPr vert="horz" wrap="square" lIns="0" tIns="0" rIns="0" bIns="0" rtlCol="0" anchor="ctr"/>
          <a:lstStyle/>
          <a:p>
            <a:pPr algn="ctr"/>
            <a:r>
              <a:rPr kumimoji="1" lang="en-US" altLang="zh-CN" sz="3200">
                <a:ln w="12700">
                  <a:noFill/>
                </a:ln>
                <a:solidFill>
                  <a:srgbClr val="FFFFFF">
                    <a:alpha val="100000"/>
                  </a:srgbClr>
                </a:solidFill>
                <a:latin typeface="poppins-bold"/>
                <a:ea typeface="poppins-bold"/>
                <a:cs typeface="poppins-bold"/>
              </a:rPr>
              <a:t>01</a:t>
            </a:r>
            <a:endParaRPr kumimoji="1" lang="zh-CN" altLang="en-US"/>
          </a:p>
        </p:txBody>
      </p:sp>
      <p:sp>
        <p:nvSpPr>
          <p:cNvPr id="8" name="标题 1"/>
          <p:cNvSpPr txBox="1"/>
          <p:nvPr/>
        </p:nvSpPr>
        <p:spPr>
          <a:xfrm>
            <a:off x="4335217" y="2738152"/>
            <a:ext cx="1130300" cy="783585"/>
          </a:xfrm>
          <a:prstGeom prst="rect">
            <a:avLst/>
          </a:prstGeom>
          <a:noFill/>
          <a:ln cap="sq">
            <a:noFill/>
          </a:ln>
        </p:spPr>
        <p:txBody>
          <a:bodyPr vert="horz" wrap="square" lIns="0" tIns="0" rIns="0" bIns="0" rtlCol="0" anchor="ctr"/>
          <a:lstStyle/>
          <a:p>
            <a:pPr algn="ctr"/>
            <a:r>
              <a:rPr kumimoji="1" lang="en-US" altLang="zh-CN" sz="3200">
                <a:ln w="12700">
                  <a:noFill/>
                </a:ln>
                <a:solidFill>
                  <a:srgbClr val="FFFFFF">
                    <a:alpha val="100000"/>
                  </a:srgbClr>
                </a:solidFill>
                <a:latin typeface="poppins-bold"/>
                <a:ea typeface="poppins-bold"/>
                <a:cs typeface="poppins-bold"/>
              </a:rPr>
              <a:t>02</a:t>
            </a:r>
            <a:endParaRPr kumimoji="1" lang="zh-CN" altLang="en-US"/>
          </a:p>
        </p:txBody>
      </p:sp>
      <p:sp>
        <p:nvSpPr>
          <p:cNvPr id="9" name="标题 1"/>
          <p:cNvSpPr txBox="1"/>
          <p:nvPr/>
        </p:nvSpPr>
        <p:spPr>
          <a:xfrm>
            <a:off x="6753126" y="2738152"/>
            <a:ext cx="1130300" cy="783585"/>
          </a:xfrm>
          <a:prstGeom prst="rect">
            <a:avLst/>
          </a:prstGeom>
          <a:noFill/>
          <a:ln cap="sq">
            <a:noFill/>
          </a:ln>
        </p:spPr>
        <p:txBody>
          <a:bodyPr vert="horz" wrap="square" lIns="0" tIns="0" rIns="0" bIns="0" rtlCol="0" anchor="ctr"/>
          <a:lstStyle/>
          <a:p>
            <a:pPr algn="ctr"/>
            <a:r>
              <a:rPr kumimoji="1" lang="en-US" altLang="zh-CN" sz="3200">
                <a:ln w="12700">
                  <a:noFill/>
                </a:ln>
                <a:solidFill>
                  <a:srgbClr val="FFFFFF">
                    <a:alpha val="100000"/>
                  </a:srgbClr>
                </a:solidFill>
                <a:latin typeface="poppins-bold"/>
                <a:ea typeface="poppins-bold"/>
                <a:cs typeface="poppins-bold"/>
              </a:rPr>
              <a:t>03</a:t>
            </a:r>
            <a:endParaRPr kumimoji="1" lang="zh-CN" altLang="en-US"/>
          </a:p>
        </p:txBody>
      </p:sp>
      <p:sp>
        <p:nvSpPr>
          <p:cNvPr id="10" name="标题 1"/>
          <p:cNvSpPr txBox="1"/>
          <p:nvPr/>
        </p:nvSpPr>
        <p:spPr>
          <a:xfrm>
            <a:off x="9171036" y="2738152"/>
            <a:ext cx="1130300" cy="783585"/>
          </a:xfrm>
          <a:prstGeom prst="rect">
            <a:avLst/>
          </a:prstGeom>
          <a:noFill/>
          <a:ln cap="sq">
            <a:noFill/>
          </a:ln>
        </p:spPr>
        <p:txBody>
          <a:bodyPr vert="horz" wrap="square" lIns="0" tIns="0" rIns="0" bIns="0" rtlCol="0" anchor="ctr"/>
          <a:lstStyle/>
          <a:p>
            <a:pPr algn="ctr"/>
            <a:r>
              <a:rPr kumimoji="1" lang="en-US" altLang="zh-CN" sz="3200">
                <a:ln w="12700">
                  <a:noFill/>
                </a:ln>
                <a:solidFill>
                  <a:srgbClr val="FFFFFF">
                    <a:alpha val="100000"/>
                  </a:srgbClr>
                </a:solidFill>
                <a:latin typeface="poppins-bold"/>
                <a:ea typeface="poppins-bold"/>
                <a:cs typeface="poppins-bold"/>
              </a:rPr>
              <a:t>04</a:t>
            </a:r>
            <a:endParaRPr kumimoji="1" lang="zh-CN" altLang="en-US"/>
          </a:p>
        </p:txBody>
      </p:sp>
      <p:sp>
        <p:nvSpPr>
          <p:cNvPr id="11" name="标题 1"/>
          <p:cNvSpPr txBox="1"/>
          <p:nvPr/>
        </p:nvSpPr>
        <p:spPr>
          <a:xfrm>
            <a:off x="1405751" y="3619500"/>
            <a:ext cx="1981200" cy="487875"/>
          </a:xfrm>
          <a:prstGeom prst="rect">
            <a:avLst/>
          </a:prstGeom>
          <a:noFill/>
          <a:ln cap="sq">
            <a:noFill/>
          </a:ln>
        </p:spPr>
        <p:txBody>
          <a:bodyPr vert="horz" wrap="square" lIns="0" tIns="0" rIns="0" bIns="0" rtlCol="0" anchor="b"/>
          <a:lstStyle/>
          <a:p>
            <a:pPr algn="l"/>
            <a:r>
              <a:rPr kumimoji="1" lang="en-US" altLang="zh-CN" sz="1600">
                <a:ln w="12700">
                  <a:noFill/>
                </a:ln>
                <a:solidFill>
                  <a:srgbClr val="C53645">
                    <a:alpha val="100000"/>
                  </a:srgbClr>
                </a:solidFill>
                <a:latin typeface="poppins-bold"/>
                <a:ea typeface="poppins-bold"/>
                <a:cs typeface="poppins-bold"/>
              </a:rPr>
              <a:t>Contexto</a:t>
            </a:r>
            <a:endParaRPr kumimoji="1" lang="zh-CN" altLang="en-US"/>
          </a:p>
        </p:txBody>
      </p:sp>
      <p:sp>
        <p:nvSpPr>
          <p:cNvPr id="12" name="标题 1"/>
          <p:cNvSpPr txBox="1"/>
          <p:nvPr/>
        </p:nvSpPr>
        <p:spPr>
          <a:xfrm>
            <a:off x="1405751" y="4217071"/>
            <a:ext cx="2108200" cy="2056730"/>
          </a:xfrm>
          <a:prstGeom prst="rect">
            <a:avLst/>
          </a:prstGeom>
          <a:noFill/>
          <a:ln cap="sq">
            <a:noFill/>
          </a:ln>
        </p:spPr>
        <p:txBody>
          <a:bodyPr vert="horz" wrap="square" lIns="0" tIns="0" rIns="0" bIns="0" rtlCol="0" anchor="t"/>
          <a:lstStyle/>
          <a:p>
            <a:pPr algn="l"/>
            <a:r>
              <a:rPr kumimoji="1" lang="en-US" altLang="zh-CN" sz="1400">
                <a:ln w="12700">
                  <a:noFill/>
                </a:ln>
                <a:solidFill>
                  <a:srgbClr val="000000">
                    <a:alpha val="100000"/>
                  </a:srgbClr>
                </a:solidFill>
                <a:latin typeface="Poppins"/>
                <a:ea typeface="Poppins"/>
                <a:cs typeface="Poppins"/>
              </a:rPr>
              <a:t>Una empresa mediana con servidores locales que están llegando al final de su vida útil.</a:t>
            </a:r>
            <a:endParaRPr kumimoji="1" lang="zh-CN" altLang="en-US"/>
          </a:p>
        </p:txBody>
      </p:sp>
      <p:sp>
        <p:nvSpPr>
          <p:cNvPr id="13" name="标题 1"/>
          <p:cNvSpPr txBox="1"/>
          <p:nvPr/>
        </p:nvSpPr>
        <p:spPr>
          <a:xfrm>
            <a:off x="3823660" y="3619500"/>
            <a:ext cx="1981200" cy="487875"/>
          </a:xfrm>
          <a:prstGeom prst="rect">
            <a:avLst/>
          </a:prstGeom>
          <a:noFill/>
          <a:ln cap="sq">
            <a:noFill/>
          </a:ln>
        </p:spPr>
        <p:txBody>
          <a:bodyPr vert="horz" wrap="square" lIns="0" tIns="0" rIns="0" bIns="0" rtlCol="0" anchor="b"/>
          <a:lstStyle/>
          <a:p>
            <a:pPr algn="l"/>
            <a:r>
              <a:rPr kumimoji="1" lang="en-US" altLang="zh-CN" sz="1600">
                <a:ln w="12700">
                  <a:noFill/>
                </a:ln>
                <a:solidFill>
                  <a:srgbClr val="30556B">
                    <a:alpha val="100000"/>
                  </a:srgbClr>
                </a:solidFill>
                <a:latin typeface="poppins-bold"/>
                <a:ea typeface="poppins-bold"/>
                <a:cs typeface="poppins-bold"/>
              </a:rPr>
              <a:t>POA</a:t>
            </a:r>
            <a:endParaRPr kumimoji="1" lang="zh-CN" altLang="en-US"/>
          </a:p>
        </p:txBody>
      </p:sp>
      <p:sp>
        <p:nvSpPr>
          <p:cNvPr id="14" name="标题 1"/>
          <p:cNvSpPr txBox="1"/>
          <p:nvPr/>
        </p:nvSpPr>
        <p:spPr>
          <a:xfrm>
            <a:off x="3823660" y="4217070"/>
            <a:ext cx="2082800" cy="2056730"/>
          </a:xfrm>
          <a:prstGeom prst="rect">
            <a:avLst/>
          </a:prstGeom>
          <a:noFill/>
          <a:ln cap="sq">
            <a:noFill/>
          </a:ln>
        </p:spPr>
        <p:txBody>
          <a:bodyPr vert="horz" wrap="square" lIns="0" tIns="0" rIns="0" bIns="0" rtlCol="0" anchor="t"/>
          <a:lstStyle/>
          <a:p>
            <a:pPr algn="l"/>
            <a:r>
              <a:rPr kumimoji="1" lang="en-US" altLang="zh-CN" sz="841">
                <a:ln w="12700">
                  <a:noFill/>
                </a:ln>
                <a:solidFill>
                  <a:srgbClr val="000000">
                    <a:alpha val="100000"/>
                  </a:srgbClr>
                </a:solidFill>
                <a:latin typeface="Poppins"/>
                <a:ea typeface="Poppins"/>
                <a:cs typeface="Poppins"/>
              </a:rPr>
              <a:t>Objetivo EstratégicoAumentar la agilidad del negocio y reducir el riesgo de fallos de hardware.
Objetivo SMART del POA: "Migrar el 70% de las aplicaciones críticas a una plataforma IaaS antes del 31 de diciembre, manteniendo un uptime del 99.9% durante la migración."
Actividades: Evaluación de proveedores, diseño de arquitectura en la nube, migración de datos, capacitación de personal.</a:t>
            </a:r>
            <a:endParaRPr kumimoji="1" lang="zh-CN" altLang="en-US"/>
          </a:p>
        </p:txBody>
      </p:sp>
      <p:sp>
        <p:nvSpPr>
          <p:cNvPr id="15" name="标题 1"/>
          <p:cNvSpPr txBox="1"/>
          <p:nvPr/>
        </p:nvSpPr>
        <p:spPr>
          <a:xfrm>
            <a:off x="6241569" y="3619500"/>
            <a:ext cx="1981200" cy="487875"/>
          </a:xfrm>
          <a:prstGeom prst="rect">
            <a:avLst/>
          </a:prstGeom>
          <a:noFill/>
          <a:ln cap="sq">
            <a:noFill/>
          </a:ln>
        </p:spPr>
        <p:txBody>
          <a:bodyPr vert="horz" wrap="square" lIns="0" tIns="0" rIns="0" bIns="0" rtlCol="0" anchor="b"/>
          <a:lstStyle/>
          <a:p>
            <a:pPr algn="l"/>
            <a:r>
              <a:rPr kumimoji="1" lang="en-US" altLang="zh-CN" sz="1350">
                <a:ln w="12700">
                  <a:noFill/>
                </a:ln>
                <a:solidFill>
                  <a:srgbClr val="C53645">
                    <a:alpha val="100000"/>
                  </a:srgbClr>
                </a:solidFill>
                <a:latin typeface="poppins-bold"/>
                <a:ea typeface="poppins-bold"/>
                <a:cs typeface="poppins-bold"/>
              </a:rPr>
              <a:t>Presupuesto (Diseño)</a:t>
            </a:r>
            <a:endParaRPr kumimoji="1" lang="zh-CN" altLang="en-US"/>
          </a:p>
        </p:txBody>
      </p:sp>
      <p:sp>
        <p:nvSpPr>
          <p:cNvPr id="16" name="标题 1"/>
          <p:cNvSpPr txBox="1"/>
          <p:nvPr/>
        </p:nvSpPr>
        <p:spPr>
          <a:xfrm>
            <a:off x="6241569" y="4217070"/>
            <a:ext cx="2070100" cy="2056730"/>
          </a:xfrm>
          <a:prstGeom prst="rect">
            <a:avLst/>
          </a:prstGeom>
          <a:noFill/>
          <a:ln cap="sq">
            <a:noFill/>
          </a:ln>
        </p:spPr>
        <p:txBody>
          <a:bodyPr vert="horz" wrap="square" lIns="0" tIns="0" rIns="0" bIns="0" rtlCol="0" anchor="t"/>
          <a:lstStyle/>
          <a:p>
            <a:pPr algn="l"/>
            <a:r>
              <a:rPr kumimoji="1" lang="en-US" altLang="zh-CN" sz="998">
                <a:ln w="12700">
                  <a:noFill/>
                </a:ln>
                <a:solidFill>
                  <a:srgbClr val="000000">
                    <a:alpha val="100000"/>
                  </a:srgbClr>
                </a:solidFill>
                <a:latin typeface="Poppins"/>
                <a:ea typeface="Poppins"/>
                <a:cs typeface="Poppins"/>
              </a:rPr>
              <a:t>Reducción de CAPEXNo se comprarán nuevos servidores.
Aumento de OPEX: Costo de consultoría, costo mensual de IaaS, costo de capacitación.
Reducción de OPEX: Ahorro en electricidad, refrigeración y contratos de mantenimiento de hardware.</a:t>
            </a:r>
            <a:endParaRPr kumimoji="1" lang="zh-CN" altLang="en-US"/>
          </a:p>
        </p:txBody>
      </p:sp>
      <p:sp>
        <p:nvSpPr>
          <p:cNvPr id="17" name="标题 1"/>
          <p:cNvSpPr txBox="1"/>
          <p:nvPr/>
        </p:nvSpPr>
        <p:spPr>
          <a:xfrm>
            <a:off x="8659479" y="3619500"/>
            <a:ext cx="1981200" cy="487875"/>
          </a:xfrm>
          <a:prstGeom prst="rect">
            <a:avLst/>
          </a:prstGeom>
          <a:noFill/>
          <a:ln cap="sq">
            <a:noFill/>
          </a:ln>
        </p:spPr>
        <p:txBody>
          <a:bodyPr vert="horz" wrap="square" lIns="0" tIns="0" rIns="0" bIns="0" rtlCol="0" anchor="b"/>
          <a:lstStyle/>
          <a:p>
            <a:pPr algn="l"/>
            <a:r>
              <a:rPr kumimoji="1" lang="en-US" altLang="zh-CN" sz="1314">
                <a:ln w="12700">
                  <a:noFill/>
                </a:ln>
                <a:solidFill>
                  <a:srgbClr val="C53645">
                    <a:alpha val="100000"/>
                  </a:srgbClr>
                </a:solidFill>
                <a:latin typeface="poppins-bold"/>
                <a:ea typeface="poppins-bold"/>
                <a:cs typeface="poppins-bold"/>
              </a:rPr>
              <a:t>Presupuesto (Control)</a:t>
            </a:r>
            <a:endParaRPr kumimoji="1" lang="zh-CN" altLang="en-US"/>
          </a:p>
        </p:txBody>
      </p:sp>
      <p:sp>
        <p:nvSpPr>
          <p:cNvPr id="18" name="标题 1"/>
          <p:cNvSpPr txBox="1"/>
          <p:nvPr/>
        </p:nvSpPr>
        <p:spPr>
          <a:xfrm>
            <a:off x="8659479" y="4217070"/>
            <a:ext cx="2108200" cy="2056730"/>
          </a:xfrm>
          <a:prstGeom prst="rect">
            <a:avLst/>
          </a:prstGeom>
          <a:noFill/>
          <a:ln cap="sq">
            <a:noFill/>
          </a:ln>
        </p:spPr>
        <p:txBody>
          <a:bodyPr vert="horz" wrap="square" lIns="0" tIns="0" rIns="0" bIns="0" rtlCol="0" anchor="t"/>
          <a:lstStyle/>
          <a:p>
            <a:pPr algn="l"/>
            <a:r>
              <a:rPr kumimoji="1" lang="en-US" altLang="zh-CN" sz="1227">
                <a:ln w="12700">
                  <a:noFill/>
                </a:ln>
                <a:solidFill>
                  <a:srgbClr val="000000">
                    <a:alpha val="100000"/>
                  </a:srgbClr>
                </a:solidFill>
                <a:latin typeface="Poppins"/>
                <a:ea typeface="Poppins"/>
                <a:cs typeface="Poppins"/>
              </a:rPr>
              <a:t>Análisis de Variación muestra que el gasto de IaaS es de $18,000 en lugar de $12,000.
AcciónImplementar una política de auto- apagado y etiquetado de recursos.</a:t>
            </a:r>
            <a:endParaRPr kumimoji="1" lang="zh-CN" altLang="en-US"/>
          </a:p>
        </p:txBody>
      </p:sp>
      <p:sp>
        <p:nvSpPr>
          <p:cNvPr id="19" name="标题 1"/>
          <p:cNvSpPr txBox="1"/>
          <p:nvPr/>
        </p:nvSpPr>
        <p:spPr>
          <a:xfrm rot="10800000">
            <a:off x="660399" y="158962"/>
            <a:ext cx="10858499" cy="971338"/>
          </a:xfrm>
          <a:prstGeom prst="roundRect">
            <a:avLst/>
          </a:prstGeom>
          <a:gradFill>
            <a:gsLst>
              <a:gs pos="0">
                <a:schemeClr val="bg1">
                  <a:alpha val="0"/>
                </a:schemeClr>
              </a:gs>
              <a:gs pos="60000">
                <a:schemeClr val="accent1">
                  <a:lumMod val="20000"/>
                  <a:lumOff val="80000"/>
                </a:schemeClr>
              </a:gs>
              <a:gs pos="100000">
                <a:schemeClr val="bg1"/>
              </a:gs>
            </a:gsLst>
            <a:lin ang="16200000" scaled="0"/>
          </a:gradFill>
          <a:ln w="12700" cap="sq">
            <a:noFill/>
            <a:miter/>
          </a:ln>
        </p:spPr>
        <p:txBody>
          <a:bodyPr vert="horz" wrap="square" lIns="91440" tIns="45720" rIns="91440" bIns="45720" rtlCol="0" anchor="ctr"/>
          <a:lstStyle/>
          <a:p>
            <a:pPr algn="ctr"/>
            <a:endParaRPr kumimoji="1" lang="zh-CN" altLang="en-US"/>
          </a:p>
        </p:txBody>
      </p:sp>
      <p:sp>
        <p:nvSpPr>
          <p:cNvPr id="20" name="标题 1"/>
          <p:cNvSpPr txBox="1"/>
          <p:nvPr/>
        </p:nvSpPr>
        <p:spPr>
          <a:xfrm flipH="1">
            <a:off x="139042" y="296832"/>
            <a:ext cx="765810" cy="347799"/>
          </a:xfrm>
          <a:custGeom>
            <a:avLst/>
            <a:gdLst>
              <a:gd name="connsiteX0" fmla="*/ 651510 w 765810"/>
              <a:gd name="connsiteY0" fmla="*/ 253093 h 347799"/>
              <a:gd name="connsiteX1" fmla="*/ 543741 w 765810"/>
              <a:gd name="connsiteY1" fmla="*/ 318407 h 347799"/>
              <a:gd name="connsiteX2" fmla="*/ 435973 w 765810"/>
              <a:gd name="connsiteY2" fmla="*/ 253093 h 347799"/>
              <a:gd name="connsiteX3" fmla="*/ 329837 w 765810"/>
              <a:gd name="connsiteY3" fmla="*/ 318407 h 347799"/>
              <a:gd name="connsiteX4" fmla="*/ 222069 w 765810"/>
              <a:gd name="connsiteY4" fmla="*/ 253093 h 347799"/>
              <a:gd name="connsiteX5" fmla="*/ 114300 w 765810"/>
              <a:gd name="connsiteY5" fmla="*/ 318407 h 347799"/>
              <a:gd name="connsiteX6" fmla="*/ 13063 w 765810"/>
              <a:gd name="connsiteY6" fmla="*/ 256358 h 347799"/>
              <a:gd name="connsiteX7" fmla="*/ 0 w 765810"/>
              <a:gd name="connsiteY7" fmla="*/ 277586 h 347799"/>
              <a:gd name="connsiteX8" fmla="*/ 114300 w 765810"/>
              <a:gd name="connsiteY8" fmla="*/ 347799 h 347799"/>
              <a:gd name="connsiteX9" fmla="*/ 222069 w 765810"/>
              <a:gd name="connsiteY9" fmla="*/ 282484 h 347799"/>
              <a:gd name="connsiteX10" fmla="*/ 329837 w 765810"/>
              <a:gd name="connsiteY10" fmla="*/ 347799 h 347799"/>
              <a:gd name="connsiteX11" fmla="*/ 435973 w 765810"/>
              <a:gd name="connsiteY11" fmla="*/ 282484 h 347799"/>
              <a:gd name="connsiteX12" fmla="*/ 543741 w 765810"/>
              <a:gd name="connsiteY12" fmla="*/ 347799 h 347799"/>
              <a:gd name="connsiteX13" fmla="*/ 651510 w 765810"/>
              <a:gd name="connsiteY13" fmla="*/ 282484 h 347799"/>
              <a:gd name="connsiteX14" fmla="*/ 752747 w 765810"/>
              <a:gd name="connsiteY14" fmla="*/ 342900 h 347799"/>
              <a:gd name="connsiteX15" fmla="*/ 765810 w 765810"/>
              <a:gd name="connsiteY15" fmla="*/ 321673 h 347799"/>
              <a:gd name="connsiteX16" fmla="*/ 651510 w 765810"/>
              <a:gd name="connsiteY16" fmla="*/ 125730 h 347799"/>
              <a:gd name="connsiteX17" fmla="*/ 543741 w 765810"/>
              <a:gd name="connsiteY17" fmla="*/ 191044 h 347799"/>
              <a:gd name="connsiteX18" fmla="*/ 435973 w 765810"/>
              <a:gd name="connsiteY18" fmla="*/ 125730 h 347799"/>
              <a:gd name="connsiteX19" fmla="*/ 329837 w 765810"/>
              <a:gd name="connsiteY19" fmla="*/ 191044 h 347799"/>
              <a:gd name="connsiteX20" fmla="*/ 222069 w 765810"/>
              <a:gd name="connsiteY20" fmla="*/ 125730 h 347799"/>
              <a:gd name="connsiteX21" fmla="*/ 114300 w 765810"/>
              <a:gd name="connsiteY21" fmla="*/ 191044 h 347799"/>
              <a:gd name="connsiteX22" fmla="*/ 13063 w 765810"/>
              <a:gd name="connsiteY22" fmla="*/ 130629 h 347799"/>
              <a:gd name="connsiteX23" fmla="*/ 0 w 765810"/>
              <a:gd name="connsiteY23" fmla="*/ 151856 h 347799"/>
              <a:gd name="connsiteX24" fmla="*/ 114300 w 765810"/>
              <a:gd name="connsiteY24" fmla="*/ 220436 h 347799"/>
              <a:gd name="connsiteX25" fmla="*/ 222069 w 765810"/>
              <a:gd name="connsiteY25" fmla="*/ 155122 h 347799"/>
              <a:gd name="connsiteX26" fmla="*/ 329837 w 765810"/>
              <a:gd name="connsiteY26" fmla="*/ 220436 h 347799"/>
              <a:gd name="connsiteX27" fmla="*/ 435973 w 765810"/>
              <a:gd name="connsiteY27" fmla="*/ 155122 h 347799"/>
              <a:gd name="connsiteX28" fmla="*/ 543741 w 765810"/>
              <a:gd name="connsiteY28" fmla="*/ 220436 h 347799"/>
              <a:gd name="connsiteX29" fmla="*/ 651510 w 765810"/>
              <a:gd name="connsiteY29" fmla="*/ 155122 h 347799"/>
              <a:gd name="connsiteX30" fmla="*/ 752747 w 765810"/>
              <a:gd name="connsiteY30" fmla="*/ 217170 h 347799"/>
              <a:gd name="connsiteX31" fmla="*/ 765810 w 765810"/>
              <a:gd name="connsiteY31" fmla="*/ 195943 h 347799"/>
              <a:gd name="connsiteX32" fmla="*/ 651510 w 765810"/>
              <a:gd name="connsiteY32" fmla="*/ 0 h 347799"/>
              <a:gd name="connsiteX33" fmla="*/ 543741 w 765810"/>
              <a:gd name="connsiteY33" fmla="*/ 65314 h 347799"/>
              <a:gd name="connsiteX34" fmla="*/ 435973 w 765810"/>
              <a:gd name="connsiteY34" fmla="*/ 0 h 347799"/>
              <a:gd name="connsiteX35" fmla="*/ 329837 w 765810"/>
              <a:gd name="connsiteY35" fmla="*/ 65314 h 347799"/>
              <a:gd name="connsiteX36" fmla="*/ 222069 w 765810"/>
              <a:gd name="connsiteY36" fmla="*/ 0 h 347799"/>
              <a:gd name="connsiteX37" fmla="*/ 114300 w 765810"/>
              <a:gd name="connsiteY37" fmla="*/ 65314 h 347799"/>
              <a:gd name="connsiteX38" fmla="*/ 13063 w 765810"/>
              <a:gd name="connsiteY38" fmla="*/ 3265 h 347799"/>
              <a:gd name="connsiteX39" fmla="*/ 0 w 765810"/>
              <a:gd name="connsiteY39" fmla="*/ 24493 h 347799"/>
              <a:gd name="connsiteX40" fmla="*/ 114300 w 765810"/>
              <a:gd name="connsiteY40" fmla="*/ 93073 h 347799"/>
              <a:gd name="connsiteX41" fmla="*/ 222069 w 765810"/>
              <a:gd name="connsiteY41" fmla="*/ 27758 h 347799"/>
              <a:gd name="connsiteX42" fmla="*/ 329837 w 765810"/>
              <a:gd name="connsiteY42" fmla="*/ 93073 h 347799"/>
              <a:gd name="connsiteX43" fmla="*/ 435973 w 765810"/>
              <a:gd name="connsiteY43" fmla="*/ 27758 h 347799"/>
              <a:gd name="connsiteX44" fmla="*/ 543741 w 765810"/>
              <a:gd name="connsiteY44" fmla="*/ 93073 h 347799"/>
              <a:gd name="connsiteX45" fmla="*/ 651510 w 765810"/>
              <a:gd name="connsiteY45" fmla="*/ 27758 h 347799"/>
              <a:gd name="connsiteX46" fmla="*/ 752747 w 765810"/>
              <a:gd name="connsiteY46" fmla="*/ 89807 h 347799"/>
              <a:gd name="connsiteX47" fmla="*/ 765810 w 765810"/>
              <a:gd name="connsiteY47" fmla="*/ 68580 h 347799"/>
            </a:gdLst>
            <a:ahLst/>
            <a:cxnLst/>
            <a:rect l="l" t="t" r="r" b="b"/>
            <a:pathLst>
              <a:path w="765810" h="347799">
                <a:moveTo>
                  <a:pt x="651510" y="253093"/>
                </a:moveTo>
                <a:lnTo>
                  <a:pt x="543741" y="318407"/>
                </a:lnTo>
                <a:lnTo>
                  <a:pt x="435973" y="253093"/>
                </a:lnTo>
                <a:lnTo>
                  <a:pt x="329837" y="318407"/>
                </a:lnTo>
                <a:lnTo>
                  <a:pt x="222069" y="253093"/>
                </a:lnTo>
                <a:lnTo>
                  <a:pt x="114300" y="318407"/>
                </a:lnTo>
                <a:lnTo>
                  <a:pt x="13063" y="256358"/>
                </a:lnTo>
                <a:lnTo>
                  <a:pt x="0" y="277586"/>
                </a:lnTo>
                <a:lnTo>
                  <a:pt x="114300" y="347799"/>
                </a:lnTo>
                <a:lnTo>
                  <a:pt x="222069" y="282484"/>
                </a:lnTo>
                <a:lnTo>
                  <a:pt x="329837" y="347799"/>
                </a:lnTo>
                <a:lnTo>
                  <a:pt x="435973" y="282484"/>
                </a:lnTo>
                <a:lnTo>
                  <a:pt x="543741" y="347799"/>
                </a:lnTo>
                <a:lnTo>
                  <a:pt x="651510" y="282484"/>
                </a:lnTo>
                <a:lnTo>
                  <a:pt x="752747" y="342900"/>
                </a:lnTo>
                <a:lnTo>
                  <a:pt x="765810" y="321673"/>
                </a:lnTo>
                <a:close/>
                <a:moveTo>
                  <a:pt x="651510" y="125730"/>
                </a:moveTo>
                <a:lnTo>
                  <a:pt x="543741" y="191044"/>
                </a:lnTo>
                <a:lnTo>
                  <a:pt x="435973" y="125730"/>
                </a:lnTo>
                <a:lnTo>
                  <a:pt x="329837" y="191044"/>
                </a:lnTo>
                <a:lnTo>
                  <a:pt x="222069" y="125730"/>
                </a:lnTo>
                <a:lnTo>
                  <a:pt x="114300" y="191044"/>
                </a:lnTo>
                <a:lnTo>
                  <a:pt x="13063" y="130629"/>
                </a:lnTo>
                <a:lnTo>
                  <a:pt x="0" y="151856"/>
                </a:lnTo>
                <a:lnTo>
                  <a:pt x="114300" y="220436"/>
                </a:lnTo>
                <a:lnTo>
                  <a:pt x="222069" y="155122"/>
                </a:lnTo>
                <a:lnTo>
                  <a:pt x="329837" y="220436"/>
                </a:lnTo>
                <a:lnTo>
                  <a:pt x="435973" y="155122"/>
                </a:lnTo>
                <a:lnTo>
                  <a:pt x="543741" y="220436"/>
                </a:lnTo>
                <a:lnTo>
                  <a:pt x="651510" y="155122"/>
                </a:lnTo>
                <a:lnTo>
                  <a:pt x="752747" y="217170"/>
                </a:lnTo>
                <a:lnTo>
                  <a:pt x="765810" y="195943"/>
                </a:lnTo>
                <a:close/>
                <a:moveTo>
                  <a:pt x="651510" y="0"/>
                </a:moveTo>
                <a:lnTo>
                  <a:pt x="543741" y="65314"/>
                </a:lnTo>
                <a:lnTo>
                  <a:pt x="435973" y="0"/>
                </a:lnTo>
                <a:lnTo>
                  <a:pt x="329837" y="65314"/>
                </a:lnTo>
                <a:lnTo>
                  <a:pt x="222069" y="0"/>
                </a:lnTo>
                <a:lnTo>
                  <a:pt x="114300" y="65314"/>
                </a:lnTo>
                <a:lnTo>
                  <a:pt x="13063" y="3265"/>
                </a:lnTo>
                <a:lnTo>
                  <a:pt x="0" y="24493"/>
                </a:lnTo>
                <a:lnTo>
                  <a:pt x="114300" y="93073"/>
                </a:lnTo>
                <a:lnTo>
                  <a:pt x="222069" y="27758"/>
                </a:lnTo>
                <a:lnTo>
                  <a:pt x="329837" y="93073"/>
                </a:lnTo>
                <a:lnTo>
                  <a:pt x="435973" y="27758"/>
                </a:lnTo>
                <a:lnTo>
                  <a:pt x="543741" y="93073"/>
                </a:lnTo>
                <a:lnTo>
                  <a:pt x="651510" y="27758"/>
                </a:lnTo>
                <a:lnTo>
                  <a:pt x="752747" y="89807"/>
                </a:lnTo>
                <a:lnTo>
                  <a:pt x="765810" y="68580"/>
                </a:lnTo>
                <a:close/>
              </a:path>
            </a:pathLst>
          </a:custGeom>
          <a:solidFill>
            <a:schemeClr val="accent1">
              <a:lumMod val="60000"/>
              <a:lumOff val="40000"/>
            </a:schemeClr>
          </a:solidFill>
          <a:ln w="16329" cap="flat">
            <a:noFill/>
            <a:miter/>
          </a:ln>
        </p:spPr>
        <p:txBody>
          <a:bodyPr vert="horz" wrap="square" lIns="91440" tIns="45720" rIns="91440" bIns="45720" rtlCol="0" anchor="ctr"/>
          <a:lstStyle/>
          <a:p>
            <a:pPr algn="l"/>
            <a:endParaRPr kumimoji="1" lang="zh-CN" altLang="en-US"/>
          </a:p>
        </p:txBody>
      </p:sp>
      <p:sp>
        <p:nvSpPr>
          <p:cNvPr id="21" name="标题 1"/>
          <p:cNvSpPr txBox="1"/>
          <p:nvPr/>
        </p:nvSpPr>
        <p:spPr>
          <a:xfrm>
            <a:off x="1201552" y="346492"/>
            <a:ext cx="8209148" cy="596278"/>
          </a:xfrm>
          <a:prstGeom prst="rect">
            <a:avLst/>
          </a:prstGeom>
          <a:noFill/>
          <a:ln>
            <a:noFill/>
          </a:ln>
        </p:spPr>
        <p:txBody>
          <a:bodyPr vert="horz" wrap="square" lIns="0" tIns="0" rIns="0" bIns="0" rtlCol="0" anchor="ctr"/>
          <a:lstStyle/>
          <a:p>
            <a:pPr algn="l"/>
            <a:r>
              <a:rPr kumimoji="1" lang="en-US" altLang="zh-CN" sz="2157">
                <a:ln w="12700">
                  <a:noFill/>
                </a:ln>
                <a:solidFill>
                  <a:srgbClr val="000000">
                    <a:alpha val="100000"/>
                  </a:srgbClr>
                </a:solidFill>
                <a:latin typeface="poppins-bold"/>
                <a:ea typeface="poppins-bold"/>
                <a:cs typeface="poppins-bold"/>
              </a:rPr>
              <a:t>Caso Práctico 1: Migración a la Nube (Enfoque en OPEX)</a:t>
            </a:r>
            <a:endParaRPr kumimoji="1" lang="zh-CN" altLang="en-US"/>
          </a:p>
        </p:txBody>
      </p:sp>
      <p:sp>
        <p:nvSpPr>
          <p:cNvPr id="22" name="标题 1"/>
          <p:cNvSpPr txBox="1"/>
          <p:nvPr/>
        </p:nvSpPr>
        <p:spPr>
          <a:xfrm flipH="1">
            <a:off x="11148696" y="782502"/>
            <a:ext cx="765810" cy="347799"/>
          </a:xfrm>
          <a:custGeom>
            <a:avLst/>
            <a:gdLst>
              <a:gd name="connsiteX0" fmla="*/ 651510 w 765810"/>
              <a:gd name="connsiteY0" fmla="*/ 253093 h 347799"/>
              <a:gd name="connsiteX1" fmla="*/ 543741 w 765810"/>
              <a:gd name="connsiteY1" fmla="*/ 318407 h 347799"/>
              <a:gd name="connsiteX2" fmla="*/ 435973 w 765810"/>
              <a:gd name="connsiteY2" fmla="*/ 253093 h 347799"/>
              <a:gd name="connsiteX3" fmla="*/ 329837 w 765810"/>
              <a:gd name="connsiteY3" fmla="*/ 318407 h 347799"/>
              <a:gd name="connsiteX4" fmla="*/ 222069 w 765810"/>
              <a:gd name="connsiteY4" fmla="*/ 253093 h 347799"/>
              <a:gd name="connsiteX5" fmla="*/ 114300 w 765810"/>
              <a:gd name="connsiteY5" fmla="*/ 318407 h 347799"/>
              <a:gd name="connsiteX6" fmla="*/ 13063 w 765810"/>
              <a:gd name="connsiteY6" fmla="*/ 256358 h 347799"/>
              <a:gd name="connsiteX7" fmla="*/ 0 w 765810"/>
              <a:gd name="connsiteY7" fmla="*/ 277586 h 347799"/>
              <a:gd name="connsiteX8" fmla="*/ 114300 w 765810"/>
              <a:gd name="connsiteY8" fmla="*/ 347799 h 347799"/>
              <a:gd name="connsiteX9" fmla="*/ 222069 w 765810"/>
              <a:gd name="connsiteY9" fmla="*/ 282484 h 347799"/>
              <a:gd name="connsiteX10" fmla="*/ 329837 w 765810"/>
              <a:gd name="connsiteY10" fmla="*/ 347799 h 347799"/>
              <a:gd name="connsiteX11" fmla="*/ 435973 w 765810"/>
              <a:gd name="connsiteY11" fmla="*/ 282484 h 347799"/>
              <a:gd name="connsiteX12" fmla="*/ 543741 w 765810"/>
              <a:gd name="connsiteY12" fmla="*/ 347799 h 347799"/>
              <a:gd name="connsiteX13" fmla="*/ 651510 w 765810"/>
              <a:gd name="connsiteY13" fmla="*/ 282484 h 347799"/>
              <a:gd name="connsiteX14" fmla="*/ 752747 w 765810"/>
              <a:gd name="connsiteY14" fmla="*/ 342900 h 347799"/>
              <a:gd name="connsiteX15" fmla="*/ 765810 w 765810"/>
              <a:gd name="connsiteY15" fmla="*/ 321673 h 347799"/>
              <a:gd name="connsiteX16" fmla="*/ 651510 w 765810"/>
              <a:gd name="connsiteY16" fmla="*/ 125730 h 347799"/>
              <a:gd name="connsiteX17" fmla="*/ 543741 w 765810"/>
              <a:gd name="connsiteY17" fmla="*/ 191044 h 347799"/>
              <a:gd name="connsiteX18" fmla="*/ 435973 w 765810"/>
              <a:gd name="connsiteY18" fmla="*/ 125730 h 347799"/>
              <a:gd name="connsiteX19" fmla="*/ 329837 w 765810"/>
              <a:gd name="connsiteY19" fmla="*/ 191044 h 347799"/>
              <a:gd name="connsiteX20" fmla="*/ 222069 w 765810"/>
              <a:gd name="connsiteY20" fmla="*/ 125730 h 347799"/>
              <a:gd name="connsiteX21" fmla="*/ 114300 w 765810"/>
              <a:gd name="connsiteY21" fmla="*/ 191044 h 347799"/>
              <a:gd name="connsiteX22" fmla="*/ 13063 w 765810"/>
              <a:gd name="connsiteY22" fmla="*/ 130629 h 347799"/>
              <a:gd name="connsiteX23" fmla="*/ 0 w 765810"/>
              <a:gd name="connsiteY23" fmla="*/ 151856 h 347799"/>
              <a:gd name="connsiteX24" fmla="*/ 114300 w 765810"/>
              <a:gd name="connsiteY24" fmla="*/ 220436 h 347799"/>
              <a:gd name="connsiteX25" fmla="*/ 222069 w 765810"/>
              <a:gd name="connsiteY25" fmla="*/ 155122 h 347799"/>
              <a:gd name="connsiteX26" fmla="*/ 329837 w 765810"/>
              <a:gd name="connsiteY26" fmla="*/ 220436 h 347799"/>
              <a:gd name="connsiteX27" fmla="*/ 435973 w 765810"/>
              <a:gd name="connsiteY27" fmla="*/ 155122 h 347799"/>
              <a:gd name="connsiteX28" fmla="*/ 543741 w 765810"/>
              <a:gd name="connsiteY28" fmla="*/ 220436 h 347799"/>
              <a:gd name="connsiteX29" fmla="*/ 651510 w 765810"/>
              <a:gd name="connsiteY29" fmla="*/ 155122 h 347799"/>
              <a:gd name="connsiteX30" fmla="*/ 752747 w 765810"/>
              <a:gd name="connsiteY30" fmla="*/ 217170 h 347799"/>
              <a:gd name="connsiteX31" fmla="*/ 765810 w 765810"/>
              <a:gd name="connsiteY31" fmla="*/ 195943 h 347799"/>
              <a:gd name="connsiteX32" fmla="*/ 651510 w 765810"/>
              <a:gd name="connsiteY32" fmla="*/ 0 h 347799"/>
              <a:gd name="connsiteX33" fmla="*/ 543741 w 765810"/>
              <a:gd name="connsiteY33" fmla="*/ 65314 h 347799"/>
              <a:gd name="connsiteX34" fmla="*/ 435973 w 765810"/>
              <a:gd name="connsiteY34" fmla="*/ 0 h 347799"/>
              <a:gd name="connsiteX35" fmla="*/ 329837 w 765810"/>
              <a:gd name="connsiteY35" fmla="*/ 65314 h 347799"/>
              <a:gd name="connsiteX36" fmla="*/ 222069 w 765810"/>
              <a:gd name="connsiteY36" fmla="*/ 0 h 347799"/>
              <a:gd name="connsiteX37" fmla="*/ 114300 w 765810"/>
              <a:gd name="connsiteY37" fmla="*/ 65314 h 347799"/>
              <a:gd name="connsiteX38" fmla="*/ 13063 w 765810"/>
              <a:gd name="connsiteY38" fmla="*/ 3265 h 347799"/>
              <a:gd name="connsiteX39" fmla="*/ 0 w 765810"/>
              <a:gd name="connsiteY39" fmla="*/ 24493 h 347799"/>
              <a:gd name="connsiteX40" fmla="*/ 114300 w 765810"/>
              <a:gd name="connsiteY40" fmla="*/ 93073 h 347799"/>
              <a:gd name="connsiteX41" fmla="*/ 222069 w 765810"/>
              <a:gd name="connsiteY41" fmla="*/ 27758 h 347799"/>
              <a:gd name="connsiteX42" fmla="*/ 329837 w 765810"/>
              <a:gd name="connsiteY42" fmla="*/ 93073 h 347799"/>
              <a:gd name="connsiteX43" fmla="*/ 435973 w 765810"/>
              <a:gd name="connsiteY43" fmla="*/ 27758 h 347799"/>
              <a:gd name="connsiteX44" fmla="*/ 543741 w 765810"/>
              <a:gd name="connsiteY44" fmla="*/ 93073 h 347799"/>
              <a:gd name="connsiteX45" fmla="*/ 651510 w 765810"/>
              <a:gd name="connsiteY45" fmla="*/ 27758 h 347799"/>
              <a:gd name="connsiteX46" fmla="*/ 752747 w 765810"/>
              <a:gd name="connsiteY46" fmla="*/ 89807 h 347799"/>
              <a:gd name="connsiteX47" fmla="*/ 765810 w 765810"/>
              <a:gd name="connsiteY47" fmla="*/ 68580 h 347799"/>
            </a:gdLst>
            <a:ahLst/>
            <a:cxnLst/>
            <a:rect l="l" t="t" r="r" b="b"/>
            <a:pathLst>
              <a:path w="765810" h="347799">
                <a:moveTo>
                  <a:pt x="651510" y="253093"/>
                </a:moveTo>
                <a:lnTo>
                  <a:pt x="543741" y="318407"/>
                </a:lnTo>
                <a:lnTo>
                  <a:pt x="435973" y="253093"/>
                </a:lnTo>
                <a:lnTo>
                  <a:pt x="329837" y="318407"/>
                </a:lnTo>
                <a:lnTo>
                  <a:pt x="222069" y="253093"/>
                </a:lnTo>
                <a:lnTo>
                  <a:pt x="114300" y="318407"/>
                </a:lnTo>
                <a:lnTo>
                  <a:pt x="13063" y="256358"/>
                </a:lnTo>
                <a:lnTo>
                  <a:pt x="0" y="277586"/>
                </a:lnTo>
                <a:lnTo>
                  <a:pt x="114300" y="347799"/>
                </a:lnTo>
                <a:lnTo>
                  <a:pt x="222069" y="282484"/>
                </a:lnTo>
                <a:lnTo>
                  <a:pt x="329837" y="347799"/>
                </a:lnTo>
                <a:lnTo>
                  <a:pt x="435973" y="282484"/>
                </a:lnTo>
                <a:lnTo>
                  <a:pt x="543741" y="347799"/>
                </a:lnTo>
                <a:lnTo>
                  <a:pt x="651510" y="282484"/>
                </a:lnTo>
                <a:lnTo>
                  <a:pt x="752747" y="342900"/>
                </a:lnTo>
                <a:lnTo>
                  <a:pt x="765810" y="321673"/>
                </a:lnTo>
                <a:close/>
                <a:moveTo>
                  <a:pt x="651510" y="125730"/>
                </a:moveTo>
                <a:lnTo>
                  <a:pt x="543741" y="191044"/>
                </a:lnTo>
                <a:lnTo>
                  <a:pt x="435973" y="125730"/>
                </a:lnTo>
                <a:lnTo>
                  <a:pt x="329837" y="191044"/>
                </a:lnTo>
                <a:lnTo>
                  <a:pt x="222069" y="125730"/>
                </a:lnTo>
                <a:lnTo>
                  <a:pt x="114300" y="191044"/>
                </a:lnTo>
                <a:lnTo>
                  <a:pt x="13063" y="130629"/>
                </a:lnTo>
                <a:lnTo>
                  <a:pt x="0" y="151856"/>
                </a:lnTo>
                <a:lnTo>
                  <a:pt x="114300" y="220436"/>
                </a:lnTo>
                <a:lnTo>
                  <a:pt x="222069" y="155122"/>
                </a:lnTo>
                <a:lnTo>
                  <a:pt x="329837" y="220436"/>
                </a:lnTo>
                <a:lnTo>
                  <a:pt x="435973" y="155122"/>
                </a:lnTo>
                <a:lnTo>
                  <a:pt x="543741" y="220436"/>
                </a:lnTo>
                <a:lnTo>
                  <a:pt x="651510" y="155122"/>
                </a:lnTo>
                <a:lnTo>
                  <a:pt x="752747" y="217170"/>
                </a:lnTo>
                <a:lnTo>
                  <a:pt x="765810" y="195943"/>
                </a:lnTo>
                <a:close/>
                <a:moveTo>
                  <a:pt x="651510" y="0"/>
                </a:moveTo>
                <a:lnTo>
                  <a:pt x="543741" y="65314"/>
                </a:lnTo>
                <a:lnTo>
                  <a:pt x="435973" y="0"/>
                </a:lnTo>
                <a:lnTo>
                  <a:pt x="329837" y="65314"/>
                </a:lnTo>
                <a:lnTo>
                  <a:pt x="222069" y="0"/>
                </a:lnTo>
                <a:lnTo>
                  <a:pt x="114300" y="65314"/>
                </a:lnTo>
                <a:lnTo>
                  <a:pt x="13063" y="3265"/>
                </a:lnTo>
                <a:lnTo>
                  <a:pt x="0" y="24493"/>
                </a:lnTo>
                <a:lnTo>
                  <a:pt x="114300" y="93073"/>
                </a:lnTo>
                <a:lnTo>
                  <a:pt x="222069" y="27758"/>
                </a:lnTo>
                <a:lnTo>
                  <a:pt x="329837" y="93073"/>
                </a:lnTo>
                <a:lnTo>
                  <a:pt x="435973" y="27758"/>
                </a:lnTo>
                <a:lnTo>
                  <a:pt x="543741" y="93073"/>
                </a:lnTo>
                <a:lnTo>
                  <a:pt x="651510" y="27758"/>
                </a:lnTo>
                <a:lnTo>
                  <a:pt x="752747" y="89807"/>
                </a:lnTo>
                <a:lnTo>
                  <a:pt x="765810" y="68580"/>
                </a:lnTo>
                <a:close/>
              </a:path>
            </a:pathLst>
          </a:custGeom>
          <a:solidFill>
            <a:schemeClr val="accent1">
              <a:lumMod val="60000"/>
              <a:lumOff val="40000"/>
            </a:schemeClr>
          </a:solidFill>
          <a:ln w="16329" cap="flat">
            <a:noFill/>
            <a:miter/>
          </a:ln>
        </p:spPr>
        <p:txBody>
          <a:bodyPr vert="horz" wrap="square" lIns="91440" tIns="45720" rIns="91440" bIns="45720" rtlCol="0" anchor="ctr"/>
          <a:lstStyle/>
          <a:p>
            <a:pPr algn="l"/>
            <a:endParaRPr kumimoji="1" lang="zh-CN" altLang="en-US"/>
          </a:p>
        </p:txBody>
      </p:sp>
      <p:pic>
        <p:nvPicPr>
          <p:cNvPr id="2" name="Imagen 1">
            <a:extLst>
              <a:ext uri="{FF2B5EF4-FFF2-40B4-BE49-F238E27FC236}">
                <a16:creationId xmlns:a16="http://schemas.microsoft.com/office/drawing/2014/main" id="{94634AFD-6E18-6A58-C5AD-AC4E53ED5A5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1028700" y="6297773"/>
            <a:ext cx="14249400" cy="2274661"/>
          </a:xfrm>
          <a:prstGeom prst="ellipse">
            <a:avLst/>
          </a:prstGeom>
          <a:noFill/>
          <a:ln w="149225" cap="sq">
            <a:gradFill>
              <a:gsLst>
                <a:gs pos="0">
                  <a:schemeClr val="accent1"/>
                </a:gs>
                <a:gs pos="22000">
                  <a:schemeClr val="accent1">
                    <a:lumMod val="30000"/>
                    <a:lumOff val="70000"/>
                  </a:schemeClr>
                </a:gs>
              </a:gsLst>
              <a:lin ang="5400000" scaled="0"/>
            </a:gradFill>
            <a:miter/>
          </a:ln>
        </p:spPr>
        <p:txBody>
          <a:bodyPr vert="horz" wrap="square" lIns="0" tIns="0" rIns="0" bIns="0" rtlCol="0" anchor="ctr"/>
          <a:lstStyle/>
          <a:p>
            <a:pPr algn="ctr"/>
            <a:endParaRPr kumimoji="1" lang="zh-CN" altLang="en-US"/>
          </a:p>
        </p:txBody>
      </p:sp>
      <p:sp>
        <p:nvSpPr>
          <p:cNvPr id="3" name="标题 1"/>
          <p:cNvSpPr txBox="1"/>
          <p:nvPr/>
        </p:nvSpPr>
        <p:spPr>
          <a:xfrm>
            <a:off x="3803161" y="1617826"/>
            <a:ext cx="2092378" cy="960211"/>
          </a:xfrm>
          <a:prstGeom prst="roundRect">
            <a:avLst>
              <a:gd name="adj" fmla="val 50000"/>
            </a:avLst>
          </a:prstGeom>
          <a:gradFill>
            <a:gsLst>
              <a:gs pos="0">
                <a:schemeClr val="accent1">
                  <a:lumMod val="20000"/>
                  <a:lumOff val="80000"/>
                </a:schemeClr>
              </a:gs>
              <a:gs pos="100000">
                <a:schemeClr val="bg1">
                  <a:alpha val="0"/>
                </a:schemeClr>
              </a:gs>
            </a:gsLst>
            <a:lin ang="10800000" scaled="0"/>
          </a:gradFill>
          <a:ln w="57150" cap="sq">
            <a:gradFill>
              <a:gsLst>
                <a:gs pos="0">
                  <a:schemeClr val="accent1"/>
                </a:gs>
                <a:gs pos="87000">
                  <a:schemeClr val="accent1">
                    <a:lumMod val="20000"/>
                    <a:lumOff val="80000"/>
                    <a:alpha val="0"/>
                  </a:schemeClr>
                </a:gs>
              </a:gsLst>
              <a:lin ang="10800000" scaled="0"/>
            </a:gradFill>
            <a:miter/>
          </a:ln>
        </p:spPr>
        <p:txBody>
          <a:bodyPr vert="horz" wrap="square" lIns="0" tIns="0" rIns="0" bIns="0" rtlCol="0" anchor="ctr"/>
          <a:lstStyle/>
          <a:p>
            <a:pPr algn="ctr"/>
            <a:endParaRPr kumimoji="1" lang="zh-CN" altLang="en-US"/>
          </a:p>
        </p:txBody>
      </p:sp>
      <p:sp>
        <p:nvSpPr>
          <p:cNvPr id="4" name="标题 1"/>
          <p:cNvSpPr txBox="1"/>
          <p:nvPr/>
        </p:nvSpPr>
        <p:spPr>
          <a:xfrm>
            <a:off x="4056042" y="1771356"/>
            <a:ext cx="1586617" cy="653150"/>
          </a:xfrm>
          <a:prstGeom prst="rect">
            <a:avLst/>
          </a:prstGeom>
          <a:noFill/>
          <a:ln>
            <a:noFill/>
          </a:ln>
        </p:spPr>
        <p:txBody>
          <a:bodyPr vert="horz" wrap="square" lIns="0" tIns="0" rIns="0" bIns="0" rtlCol="0" anchor="ctr"/>
          <a:lstStyle/>
          <a:p>
            <a:pPr algn="ctr"/>
            <a:r>
              <a:rPr kumimoji="1" lang="en-US" altLang="zh-CN" sz="1138">
                <a:ln w="12700">
                  <a:noFill/>
                </a:ln>
                <a:solidFill>
                  <a:srgbClr val="000000">
                    <a:alpha val="100000"/>
                  </a:srgbClr>
                </a:solidFill>
                <a:latin typeface="poppins-bold"/>
                <a:ea typeface="poppins-bold"/>
                <a:cs typeface="poppins-bold"/>
              </a:rPr>
              <a:t>POA (Justificación ZBB)</a:t>
            </a:r>
            <a:endParaRPr kumimoji="1" lang="zh-CN" altLang="en-US"/>
          </a:p>
        </p:txBody>
      </p:sp>
      <p:sp>
        <p:nvSpPr>
          <p:cNvPr id="5" name="标题 1"/>
          <p:cNvSpPr txBox="1"/>
          <p:nvPr/>
        </p:nvSpPr>
        <p:spPr>
          <a:xfrm>
            <a:off x="3803161" y="2800121"/>
            <a:ext cx="2092378" cy="2990670"/>
          </a:xfrm>
          <a:prstGeom prst="roundRect">
            <a:avLst/>
          </a:prstGeom>
          <a:gradFill>
            <a:gsLst>
              <a:gs pos="0">
                <a:schemeClr val="accent1">
                  <a:lumMod val="20000"/>
                  <a:lumOff val="80000"/>
                </a:schemeClr>
              </a:gs>
              <a:gs pos="100000">
                <a:schemeClr val="bg1">
                  <a:alpha val="0"/>
                </a:schemeClr>
              </a:gs>
            </a:gsLst>
            <a:lin ang="5400000" scaled="0"/>
          </a:gradFill>
          <a:ln w="57150" cap="sq">
            <a:gradFill>
              <a:gsLst>
                <a:gs pos="0">
                  <a:schemeClr val="accent1"/>
                </a:gs>
                <a:gs pos="100000">
                  <a:schemeClr val="accent1">
                    <a:lumMod val="5000"/>
                    <a:lumOff val="95000"/>
                    <a:alpha val="0"/>
                  </a:schemeClr>
                </a:gs>
              </a:gsLst>
              <a:lin ang="5400000" scaled="0"/>
            </a:gradFill>
            <a:miter/>
          </a:ln>
        </p:spPr>
        <p:txBody>
          <a:bodyPr vert="horz" wrap="square" lIns="0" tIns="0" rIns="0" bIns="0" rtlCol="0" anchor="ctr"/>
          <a:lstStyle/>
          <a:p>
            <a:pPr algn="ctr"/>
            <a:endParaRPr kumimoji="1" lang="zh-CN" altLang="en-US"/>
          </a:p>
        </p:txBody>
      </p:sp>
      <p:sp>
        <p:nvSpPr>
          <p:cNvPr id="6" name="标题 1"/>
          <p:cNvSpPr txBox="1"/>
          <p:nvPr/>
        </p:nvSpPr>
        <p:spPr>
          <a:xfrm>
            <a:off x="3923090" y="3012829"/>
            <a:ext cx="1852521" cy="2351395"/>
          </a:xfrm>
          <a:prstGeom prst="rect">
            <a:avLst/>
          </a:prstGeom>
          <a:noFill/>
          <a:ln>
            <a:noFill/>
          </a:ln>
        </p:spPr>
        <p:txBody>
          <a:bodyPr vert="horz" wrap="square" lIns="0" tIns="0" rIns="0" bIns="0" rtlCol="0" anchor="t"/>
          <a:lstStyle/>
          <a:p>
            <a:pPr algn="ctr"/>
            <a:r>
              <a:rPr kumimoji="1" lang="en-US" altLang="zh-CN" sz="1006">
                <a:ln w="12700">
                  <a:noFill/>
                </a:ln>
                <a:solidFill>
                  <a:srgbClr val="262626">
                    <a:alpha val="100000"/>
                  </a:srgbClr>
                </a:solidFill>
                <a:latin typeface="Poppins"/>
                <a:ea typeface="Poppins"/>
                <a:cs typeface="Poppins"/>
              </a:rPr>
              <a:t>Objetivo EstratégicoProteger la propiedad intelectual y los datos del cliente.
Justificación ZBB: Solicitar fondos para un proyecto de SIEM para mitigar riesgos.
Objetivo SMART: "Implementar un sistema SIEM y un SOC básico para el Q2, reduciendo el tiempo de detección de amenazas de 'días' a 'minutos'."</a:t>
            </a:r>
            <a:endParaRPr kumimoji="1" lang="zh-CN" altLang="en-US"/>
          </a:p>
        </p:txBody>
      </p:sp>
      <p:sp>
        <p:nvSpPr>
          <p:cNvPr id="7" name="标题 1"/>
          <p:cNvSpPr txBox="1"/>
          <p:nvPr/>
        </p:nvSpPr>
        <p:spPr>
          <a:xfrm>
            <a:off x="4621544" y="6046067"/>
            <a:ext cx="455612" cy="455612"/>
          </a:xfrm>
          <a:prstGeom prst="ellipse">
            <a:avLst/>
          </a:prstGeom>
          <a:solidFill>
            <a:schemeClr val="accent1">
              <a:lumMod val="75000"/>
            </a:schemeClr>
          </a:solidFill>
          <a:ln w="152400" cap="sq">
            <a:solidFill>
              <a:schemeClr val="accent1">
                <a:lumMod val="60000"/>
                <a:lumOff val="40000"/>
              </a:schemeClr>
            </a:solidFill>
            <a:miter/>
          </a:ln>
        </p:spPr>
        <p:txBody>
          <a:bodyPr vert="horz" wrap="square" lIns="0" tIns="0" rIns="0" bIns="0" rtlCol="0" anchor="ctr"/>
          <a:lstStyle/>
          <a:p>
            <a:pPr algn="ctr"/>
            <a:endParaRPr kumimoji="1" lang="zh-CN" altLang="en-US"/>
          </a:p>
        </p:txBody>
      </p:sp>
      <p:sp>
        <p:nvSpPr>
          <p:cNvPr id="8" name="标题 1"/>
          <p:cNvSpPr txBox="1"/>
          <p:nvPr/>
        </p:nvSpPr>
        <p:spPr>
          <a:xfrm rot="5400000">
            <a:off x="11460436" y="2063381"/>
            <a:ext cx="143244" cy="143244"/>
          </a:xfrm>
          <a:prstGeom prst="ellipse">
            <a:avLst/>
          </a:prstGeom>
          <a:solidFill>
            <a:schemeClr val="accent1">
              <a:lumMod val="60000"/>
              <a:lumOff val="40000"/>
            </a:schemeClr>
          </a:solidFill>
          <a:ln w="12700" cap="sq">
            <a:noFill/>
            <a:miter/>
          </a:ln>
        </p:spPr>
        <p:txBody>
          <a:bodyPr vert="horz" wrap="square" lIns="0" tIns="0" rIns="0" bIns="0" rtlCol="0" anchor="ctr"/>
          <a:lstStyle/>
          <a:p>
            <a:pPr algn="ctr"/>
            <a:endParaRPr kumimoji="1" lang="zh-CN" altLang="en-US"/>
          </a:p>
        </p:txBody>
      </p:sp>
      <p:sp>
        <p:nvSpPr>
          <p:cNvPr id="9" name="标题 1"/>
          <p:cNvSpPr txBox="1"/>
          <p:nvPr/>
        </p:nvSpPr>
        <p:spPr>
          <a:xfrm rot="5400000">
            <a:off x="11460436" y="2323884"/>
            <a:ext cx="143244" cy="143244"/>
          </a:xfrm>
          <a:prstGeom prst="ellipse">
            <a:avLst/>
          </a:prstGeom>
          <a:solidFill>
            <a:schemeClr val="accent1">
              <a:lumMod val="40000"/>
              <a:lumOff val="60000"/>
            </a:schemeClr>
          </a:solidFill>
          <a:ln w="12700" cap="sq">
            <a:noFill/>
            <a:miter/>
          </a:ln>
        </p:spPr>
        <p:txBody>
          <a:bodyPr vert="horz" wrap="square" lIns="0" tIns="0" rIns="0" bIns="0" rtlCol="0" anchor="ctr"/>
          <a:lstStyle/>
          <a:p>
            <a:pPr algn="ctr"/>
            <a:endParaRPr kumimoji="1" lang="zh-CN" altLang="en-US"/>
          </a:p>
        </p:txBody>
      </p:sp>
      <p:sp>
        <p:nvSpPr>
          <p:cNvPr id="10" name="标题 1"/>
          <p:cNvSpPr txBox="1"/>
          <p:nvPr/>
        </p:nvSpPr>
        <p:spPr>
          <a:xfrm rot="5400000">
            <a:off x="11460436" y="2584387"/>
            <a:ext cx="143244" cy="143244"/>
          </a:xfrm>
          <a:prstGeom prst="ellipse">
            <a:avLst/>
          </a:prstGeom>
          <a:solidFill>
            <a:schemeClr val="accent1">
              <a:lumMod val="20000"/>
              <a:lumOff val="80000"/>
            </a:schemeClr>
          </a:solidFill>
          <a:ln w="12700" cap="sq">
            <a:noFill/>
            <a:miter/>
          </a:ln>
        </p:spPr>
        <p:txBody>
          <a:bodyPr vert="horz" wrap="square" lIns="0" tIns="0" rIns="0" bIns="0" rtlCol="0" anchor="ctr"/>
          <a:lstStyle/>
          <a:p>
            <a:pPr algn="ctr"/>
            <a:endParaRPr kumimoji="1" lang="zh-CN" altLang="en-US"/>
          </a:p>
        </p:txBody>
      </p:sp>
      <p:sp>
        <p:nvSpPr>
          <p:cNvPr id="11" name="标题 1"/>
          <p:cNvSpPr txBox="1"/>
          <p:nvPr/>
        </p:nvSpPr>
        <p:spPr>
          <a:xfrm rot="16200000" flipH="1">
            <a:off x="9944061" y="4512485"/>
            <a:ext cx="3175994" cy="45719"/>
          </a:xfrm>
          <a:prstGeom prst="rect">
            <a:avLst/>
          </a:prstGeom>
          <a:gradFill>
            <a:gsLst>
              <a:gs pos="33000">
                <a:schemeClr val="accent1">
                  <a:lumMod val="60000"/>
                  <a:lumOff val="40000"/>
                </a:schemeClr>
              </a:gs>
              <a:gs pos="100000">
                <a:schemeClr val="accent1">
                  <a:lumMod val="40000"/>
                  <a:lumOff val="60000"/>
                  <a:alpha val="0"/>
                </a:schemeClr>
              </a:gs>
            </a:gsLst>
            <a:lin ang="0" scaled="0"/>
          </a:gradFill>
          <a:ln w="12700" cap="sq">
            <a:noFill/>
            <a:miter/>
          </a:ln>
        </p:spPr>
        <p:txBody>
          <a:bodyPr vert="horz" wrap="square" lIns="0" tIns="0" rIns="0" bIns="0" rtlCol="0" anchor="ctr"/>
          <a:lstStyle/>
          <a:p>
            <a:pPr algn="ctr"/>
            <a:endParaRPr kumimoji="1" lang="zh-CN" altLang="en-US"/>
          </a:p>
        </p:txBody>
      </p:sp>
      <p:sp>
        <p:nvSpPr>
          <p:cNvPr id="12" name="标题 1"/>
          <p:cNvSpPr txBox="1"/>
          <p:nvPr/>
        </p:nvSpPr>
        <p:spPr>
          <a:xfrm rot="5400000">
            <a:off x="599741" y="2063381"/>
            <a:ext cx="143244" cy="143244"/>
          </a:xfrm>
          <a:prstGeom prst="ellipse">
            <a:avLst/>
          </a:prstGeom>
          <a:solidFill>
            <a:schemeClr val="accent1">
              <a:lumMod val="60000"/>
              <a:lumOff val="40000"/>
            </a:schemeClr>
          </a:solidFill>
          <a:ln w="12700" cap="sq">
            <a:noFill/>
            <a:miter/>
          </a:ln>
        </p:spPr>
        <p:txBody>
          <a:bodyPr vert="horz" wrap="square" lIns="0" tIns="0" rIns="0" bIns="0" rtlCol="0" anchor="ctr"/>
          <a:lstStyle/>
          <a:p>
            <a:pPr algn="ctr"/>
            <a:endParaRPr kumimoji="1" lang="zh-CN" altLang="en-US"/>
          </a:p>
        </p:txBody>
      </p:sp>
      <p:sp>
        <p:nvSpPr>
          <p:cNvPr id="13" name="标题 1"/>
          <p:cNvSpPr txBox="1"/>
          <p:nvPr/>
        </p:nvSpPr>
        <p:spPr>
          <a:xfrm rot="5400000">
            <a:off x="599741" y="2323884"/>
            <a:ext cx="143244" cy="143244"/>
          </a:xfrm>
          <a:prstGeom prst="ellipse">
            <a:avLst/>
          </a:prstGeom>
          <a:solidFill>
            <a:schemeClr val="accent1">
              <a:lumMod val="40000"/>
              <a:lumOff val="60000"/>
            </a:schemeClr>
          </a:solidFill>
          <a:ln w="12700" cap="sq">
            <a:noFill/>
            <a:miter/>
          </a:ln>
        </p:spPr>
        <p:txBody>
          <a:bodyPr vert="horz" wrap="square" lIns="0" tIns="0" rIns="0" bIns="0" rtlCol="0" anchor="ctr"/>
          <a:lstStyle/>
          <a:p>
            <a:pPr algn="ctr"/>
            <a:endParaRPr kumimoji="1" lang="zh-CN" altLang="en-US"/>
          </a:p>
        </p:txBody>
      </p:sp>
      <p:sp>
        <p:nvSpPr>
          <p:cNvPr id="14" name="标题 1"/>
          <p:cNvSpPr txBox="1"/>
          <p:nvPr/>
        </p:nvSpPr>
        <p:spPr>
          <a:xfrm rot="5400000">
            <a:off x="599741" y="2584387"/>
            <a:ext cx="143244" cy="143244"/>
          </a:xfrm>
          <a:prstGeom prst="ellipse">
            <a:avLst/>
          </a:prstGeom>
          <a:solidFill>
            <a:schemeClr val="accent1">
              <a:lumMod val="20000"/>
              <a:lumOff val="80000"/>
            </a:schemeClr>
          </a:solidFill>
          <a:ln w="12700" cap="sq">
            <a:noFill/>
            <a:miter/>
          </a:ln>
        </p:spPr>
        <p:txBody>
          <a:bodyPr vert="horz" wrap="square" lIns="0" tIns="0" rIns="0" bIns="0" rtlCol="0" anchor="ctr"/>
          <a:lstStyle/>
          <a:p>
            <a:pPr algn="ctr"/>
            <a:endParaRPr kumimoji="1" lang="zh-CN" altLang="en-US"/>
          </a:p>
        </p:txBody>
      </p:sp>
      <p:sp>
        <p:nvSpPr>
          <p:cNvPr id="15" name="标题 1"/>
          <p:cNvSpPr txBox="1"/>
          <p:nvPr/>
        </p:nvSpPr>
        <p:spPr>
          <a:xfrm rot="16200000" flipH="1">
            <a:off x="-916634" y="4512485"/>
            <a:ext cx="3175994" cy="45719"/>
          </a:xfrm>
          <a:prstGeom prst="rect">
            <a:avLst/>
          </a:prstGeom>
          <a:gradFill>
            <a:gsLst>
              <a:gs pos="33000">
                <a:schemeClr val="accent1">
                  <a:lumMod val="60000"/>
                  <a:lumOff val="40000"/>
                </a:schemeClr>
              </a:gs>
              <a:gs pos="100000">
                <a:schemeClr val="accent1">
                  <a:lumMod val="40000"/>
                  <a:lumOff val="60000"/>
                  <a:alpha val="0"/>
                </a:schemeClr>
              </a:gs>
            </a:gsLst>
            <a:lin ang="0" scaled="0"/>
          </a:gradFill>
          <a:ln w="12700" cap="sq">
            <a:noFill/>
            <a:miter/>
          </a:ln>
        </p:spPr>
        <p:txBody>
          <a:bodyPr vert="horz" wrap="square" lIns="0" tIns="0" rIns="0" bIns="0" rtlCol="0" anchor="ctr"/>
          <a:lstStyle/>
          <a:p>
            <a:pPr algn="ctr"/>
            <a:endParaRPr kumimoji="1" lang="zh-CN" altLang="en-US"/>
          </a:p>
        </p:txBody>
      </p:sp>
      <p:sp>
        <p:nvSpPr>
          <p:cNvPr id="16" name="标题 1"/>
          <p:cNvSpPr txBox="1"/>
          <p:nvPr/>
        </p:nvSpPr>
        <p:spPr>
          <a:xfrm>
            <a:off x="1286963" y="2056005"/>
            <a:ext cx="2092378" cy="960211"/>
          </a:xfrm>
          <a:prstGeom prst="roundRect">
            <a:avLst>
              <a:gd name="adj" fmla="val 50000"/>
            </a:avLst>
          </a:prstGeom>
          <a:gradFill>
            <a:gsLst>
              <a:gs pos="0">
                <a:schemeClr val="accent1">
                  <a:lumMod val="20000"/>
                  <a:lumOff val="80000"/>
                </a:schemeClr>
              </a:gs>
              <a:gs pos="100000">
                <a:schemeClr val="bg1">
                  <a:alpha val="0"/>
                </a:schemeClr>
              </a:gs>
            </a:gsLst>
            <a:lin ang="10800000" scaled="0"/>
          </a:gradFill>
          <a:ln w="57150" cap="sq">
            <a:gradFill>
              <a:gsLst>
                <a:gs pos="0">
                  <a:schemeClr val="accent1"/>
                </a:gs>
                <a:gs pos="87000">
                  <a:schemeClr val="accent1">
                    <a:lumMod val="20000"/>
                    <a:lumOff val="80000"/>
                    <a:alpha val="0"/>
                  </a:schemeClr>
                </a:gs>
              </a:gsLst>
              <a:lin ang="10800000" scaled="0"/>
            </a:gradFill>
            <a:miter/>
          </a:ln>
        </p:spPr>
        <p:txBody>
          <a:bodyPr vert="horz" wrap="square" lIns="0" tIns="0" rIns="0" bIns="0" rtlCol="0" anchor="ctr"/>
          <a:lstStyle/>
          <a:p>
            <a:pPr algn="ctr"/>
            <a:endParaRPr kumimoji="1" lang="zh-CN" altLang="en-US"/>
          </a:p>
        </p:txBody>
      </p:sp>
      <p:sp>
        <p:nvSpPr>
          <p:cNvPr id="17" name="标题 1"/>
          <p:cNvSpPr txBox="1"/>
          <p:nvPr/>
        </p:nvSpPr>
        <p:spPr>
          <a:xfrm>
            <a:off x="1539844" y="2209535"/>
            <a:ext cx="1586617" cy="653150"/>
          </a:xfrm>
          <a:prstGeom prst="rect">
            <a:avLst/>
          </a:prstGeom>
          <a:noFill/>
          <a:ln>
            <a:noFill/>
          </a:ln>
        </p:spPr>
        <p:txBody>
          <a:bodyPr vert="horz" wrap="square" lIns="0" tIns="0" rIns="0" bIns="0" rtlCol="0" anchor="ctr"/>
          <a:lstStyle/>
          <a:p>
            <a:pPr algn="ctr"/>
            <a:r>
              <a:rPr kumimoji="1" lang="en-US" altLang="zh-CN" sz="1600">
                <a:ln w="12700">
                  <a:noFill/>
                </a:ln>
                <a:solidFill>
                  <a:srgbClr val="000000">
                    <a:alpha val="100000"/>
                  </a:srgbClr>
                </a:solidFill>
                <a:latin typeface="poppins-bold"/>
                <a:ea typeface="poppins-bold"/>
                <a:cs typeface="poppins-bold"/>
              </a:rPr>
              <a:t>Contexto</a:t>
            </a:r>
            <a:endParaRPr kumimoji="1" lang="zh-CN" altLang="en-US"/>
          </a:p>
        </p:txBody>
      </p:sp>
      <p:sp>
        <p:nvSpPr>
          <p:cNvPr id="18" name="标题 1"/>
          <p:cNvSpPr txBox="1"/>
          <p:nvPr/>
        </p:nvSpPr>
        <p:spPr>
          <a:xfrm>
            <a:off x="1286963" y="3238300"/>
            <a:ext cx="2092378" cy="2990670"/>
          </a:xfrm>
          <a:prstGeom prst="roundRect">
            <a:avLst/>
          </a:prstGeom>
          <a:gradFill>
            <a:gsLst>
              <a:gs pos="0">
                <a:schemeClr val="accent1">
                  <a:lumMod val="20000"/>
                  <a:lumOff val="80000"/>
                </a:schemeClr>
              </a:gs>
              <a:gs pos="100000">
                <a:schemeClr val="bg1">
                  <a:alpha val="0"/>
                </a:schemeClr>
              </a:gs>
            </a:gsLst>
            <a:lin ang="5400000" scaled="0"/>
          </a:gradFill>
          <a:ln w="57150" cap="sq">
            <a:gradFill>
              <a:gsLst>
                <a:gs pos="0">
                  <a:schemeClr val="accent1"/>
                </a:gs>
                <a:gs pos="100000">
                  <a:schemeClr val="accent1">
                    <a:lumMod val="5000"/>
                    <a:lumOff val="95000"/>
                    <a:alpha val="0"/>
                  </a:schemeClr>
                </a:gs>
              </a:gsLst>
              <a:lin ang="5400000" scaled="0"/>
            </a:gradFill>
            <a:miter/>
          </a:ln>
        </p:spPr>
        <p:txBody>
          <a:bodyPr vert="horz" wrap="square" lIns="0" tIns="0" rIns="0" bIns="0" rtlCol="0" anchor="ctr"/>
          <a:lstStyle/>
          <a:p>
            <a:pPr algn="ctr"/>
            <a:endParaRPr kumimoji="1" lang="zh-CN" altLang="en-US"/>
          </a:p>
        </p:txBody>
      </p:sp>
      <p:sp>
        <p:nvSpPr>
          <p:cNvPr id="19" name="标题 1"/>
          <p:cNvSpPr txBox="1"/>
          <p:nvPr/>
        </p:nvSpPr>
        <p:spPr>
          <a:xfrm>
            <a:off x="1406892" y="3451008"/>
            <a:ext cx="1852521" cy="2351395"/>
          </a:xfrm>
          <a:prstGeom prst="rect">
            <a:avLst/>
          </a:prstGeom>
          <a:noFill/>
          <a:ln>
            <a:noFill/>
          </a:ln>
        </p:spPr>
        <p:txBody>
          <a:bodyPr vert="horz" wrap="square" lIns="0" tIns="0" rIns="0" bIns="0" rtlCol="0" anchor="t"/>
          <a:lstStyle/>
          <a:p>
            <a:pPr algn="ctr"/>
            <a:r>
              <a:rPr kumimoji="1" lang="en-US" altLang="zh-CN" sz="1327">
                <a:ln w="12700">
                  <a:noFill/>
                </a:ln>
                <a:solidFill>
                  <a:srgbClr val="262626">
                    <a:alpha val="100000"/>
                  </a:srgbClr>
                </a:solidFill>
                <a:latin typeface="Poppins"/>
                <a:ea typeface="Poppins"/>
                <a:cs typeface="Poppins"/>
              </a:rPr>
              <a:t>Una auditoría externa revela vulnerabilidades críticas. La empresa ordena usar Presupuesto Base Cero (ZBB) para el próximo año.</a:t>
            </a:r>
            <a:endParaRPr kumimoji="1" lang="zh-CN" altLang="en-US"/>
          </a:p>
        </p:txBody>
      </p:sp>
      <p:sp>
        <p:nvSpPr>
          <p:cNvPr id="20" name="标题 1"/>
          <p:cNvSpPr txBox="1"/>
          <p:nvPr/>
        </p:nvSpPr>
        <p:spPr>
          <a:xfrm>
            <a:off x="2105346" y="6250771"/>
            <a:ext cx="455612" cy="455612"/>
          </a:xfrm>
          <a:prstGeom prst="ellipse">
            <a:avLst/>
          </a:prstGeom>
          <a:solidFill>
            <a:schemeClr val="accent1">
              <a:lumMod val="75000"/>
            </a:schemeClr>
          </a:solidFill>
          <a:ln w="152400" cap="sq">
            <a:solidFill>
              <a:schemeClr val="accent1">
                <a:lumMod val="60000"/>
                <a:lumOff val="40000"/>
              </a:schemeClr>
            </a:solidFill>
            <a:miter/>
          </a:ln>
        </p:spPr>
        <p:txBody>
          <a:bodyPr vert="horz" wrap="square" lIns="0" tIns="0" rIns="0" bIns="0" rtlCol="0" anchor="ctr"/>
          <a:lstStyle/>
          <a:p>
            <a:pPr algn="ctr"/>
            <a:endParaRPr kumimoji="1" lang="zh-CN" altLang="en-US"/>
          </a:p>
        </p:txBody>
      </p:sp>
      <p:sp>
        <p:nvSpPr>
          <p:cNvPr id="21" name="标题 1"/>
          <p:cNvSpPr txBox="1"/>
          <p:nvPr/>
        </p:nvSpPr>
        <p:spPr>
          <a:xfrm>
            <a:off x="8835556" y="2056005"/>
            <a:ext cx="2092378" cy="960211"/>
          </a:xfrm>
          <a:prstGeom prst="roundRect">
            <a:avLst>
              <a:gd name="adj" fmla="val 50000"/>
            </a:avLst>
          </a:prstGeom>
          <a:gradFill>
            <a:gsLst>
              <a:gs pos="0">
                <a:schemeClr val="accent1">
                  <a:lumMod val="20000"/>
                  <a:lumOff val="80000"/>
                </a:schemeClr>
              </a:gs>
              <a:gs pos="100000">
                <a:schemeClr val="bg1">
                  <a:alpha val="0"/>
                </a:schemeClr>
              </a:gs>
            </a:gsLst>
            <a:lin ang="10800000" scaled="0"/>
          </a:gradFill>
          <a:ln w="57150" cap="sq">
            <a:gradFill>
              <a:gsLst>
                <a:gs pos="0">
                  <a:schemeClr val="accent1"/>
                </a:gs>
                <a:gs pos="87000">
                  <a:schemeClr val="accent1">
                    <a:lumMod val="20000"/>
                    <a:lumOff val="80000"/>
                    <a:alpha val="0"/>
                  </a:schemeClr>
                </a:gs>
              </a:gsLst>
              <a:lin ang="10800000" scaled="0"/>
            </a:gradFill>
            <a:miter/>
          </a:ln>
        </p:spPr>
        <p:txBody>
          <a:bodyPr vert="horz" wrap="square" lIns="0" tIns="0" rIns="0" bIns="0" rtlCol="0" anchor="ctr"/>
          <a:lstStyle/>
          <a:p>
            <a:pPr algn="ctr"/>
            <a:endParaRPr kumimoji="1" lang="zh-CN" altLang="en-US"/>
          </a:p>
        </p:txBody>
      </p:sp>
      <p:sp>
        <p:nvSpPr>
          <p:cNvPr id="22" name="标题 1"/>
          <p:cNvSpPr txBox="1"/>
          <p:nvPr/>
        </p:nvSpPr>
        <p:spPr>
          <a:xfrm>
            <a:off x="9088437" y="2209535"/>
            <a:ext cx="1586617" cy="653150"/>
          </a:xfrm>
          <a:prstGeom prst="rect">
            <a:avLst/>
          </a:prstGeom>
          <a:noFill/>
          <a:ln>
            <a:noFill/>
          </a:ln>
        </p:spPr>
        <p:txBody>
          <a:bodyPr vert="horz" wrap="square" lIns="0" tIns="0" rIns="0" bIns="0" rtlCol="0" anchor="ctr"/>
          <a:lstStyle/>
          <a:p>
            <a:pPr algn="ctr"/>
            <a:r>
              <a:rPr kumimoji="1" lang="en-US" altLang="zh-CN" sz="1600">
                <a:ln w="12700">
                  <a:noFill/>
                </a:ln>
                <a:solidFill>
                  <a:srgbClr val="000000">
                    <a:alpha val="100000"/>
                  </a:srgbClr>
                </a:solidFill>
                <a:latin typeface="poppins-bold"/>
                <a:ea typeface="poppins-bold"/>
                <a:cs typeface="poppins-bold"/>
              </a:rPr>
              <a:t>Presupuesto (Control)</a:t>
            </a:r>
            <a:endParaRPr kumimoji="1" lang="zh-CN" altLang="en-US"/>
          </a:p>
        </p:txBody>
      </p:sp>
      <p:sp>
        <p:nvSpPr>
          <p:cNvPr id="23" name="标题 1"/>
          <p:cNvSpPr txBox="1"/>
          <p:nvPr/>
        </p:nvSpPr>
        <p:spPr>
          <a:xfrm>
            <a:off x="8835556" y="3238300"/>
            <a:ext cx="2092378" cy="2990670"/>
          </a:xfrm>
          <a:prstGeom prst="roundRect">
            <a:avLst/>
          </a:prstGeom>
          <a:gradFill>
            <a:gsLst>
              <a:gs pos="0">
                <a:schemeClr val="accent1">
                  <a:lumMod val="20000"/>
                  <a:lumOff val="80000"/>
                </a:schemeClr>
              </a:gs>
              <a:gs pos="100000">
                <a:schemeClr val="bg1">
                  <a:alpha val="0"/>
                </a:schemeClr>
              </a:gs>
            </a:gsLst>
            <a:lin ang="5400000" scaled="0"/>
          </a:gradFill>
          <a:ln w="57150" cap="sq">
            <a:gradFill>
              <a:gsLst>
                <a:gs pos="0">
                  <a:schemeClr val="accent1"/>
                </a:gs>
                <a:gs pos="100000">
                  <a:schemeClr val="accent1">
                    <a:lumMod val="5000"/>
                    <a:lumOff val="95000"/>
                    <a:alpha val="0"/>
                  </a:schemeClr>
                </a:gs>
              </a:gsLst>
              <a:lin ang="5400000" scaled="0"/>
            </a:gradFill>
            <a:miter/>
          </a:ln>
        </p:spPr>
        <p:txBody>
          <a:bodyPr vert="horz" wrap="square" lIns="0" tIns="0" rIns="0" bIns="0" rtlCol="0" anchor="ctr"/>
          <a:lstStyle/>
          <a:p>
            <a:pPr algn="ctr"/>
            <a:endParaRPr kumimoji="1" lang="zh-CN" altLang="en-US"/>
          </a:p>
        </p:txBody>
      </p:sp>
      <p:sp>
        <p:nvSpPr>
          <p:cNvPr id="24" name="标题 1"/>
          <p:cNvSpPr txBox="1"/>
          <p:nvPr/>
        </p:nvSpPr>
        <p:spPr>
          <a:xfrm>
            <a:off x="8955485" y="3451008"/>
            <a:ext cx="1852521" cy="2351395"/>
          </a:xfrm>
          <a:prstGeom prst="rect">
            <a:avLst/>
          </a:prstGeom>
          <a:noFill/>
          <a:ln>
            <a:noFill/>
          </a:ln>
        </p:spPr>
        <p:txBody>
          <a:bodyPr vert="horz" wrap="square" lIns="0" tIns="0" rIns="0" bIns="0" rtlCol="0" anchor="t"/>
          <a:lstStyle/>
          <a:p>
            <a:pPr algn="ctr"/>
            <a:r>
              <a:rPr kumimoji="1" lang="en-US" altLang="zh-CN" sz="1095">
                <a:ln w="12700">
                  <a:noFill/>
                </a:ln>
                <a:solidFill>
                  <a:srgbClr val="262626">
                    <a:alpha val="100000"/>
                  </a:srgbClr>
                </a:solidFill>
                <a:latin typeface="Poppins"/>
                <a:ea typeface="Poppins"/>
                <a:cs typeface="Poppins"/>
              </a:rPr>
              <a:t>Control de Cambios se activa cuando el proyecto SIEM requiere un hardware de almacenamiento adicional no previsto.
AcciónLa dirección aprueba el gasto extra, financiándolo al posponer un proyecto de menor prioridad.</a:t>
            </a:r>
            <a:endParaRPr kumimoji="1" lang="zh-CN" altLang="en-US"/>
          </a:p>
        </p:txBody>
      </p:sp>
      <p:sp>
        <p:nvSpPr>
          <p:cNvPr id="25" name="标题 1"/>
          <p:cNvSpPr txBox="1"/>
          <p:nvPr/>
        </p:nvSpPr>
        <p:spPr>
          <a:xfrm>
            <a:off x="9653939" y="6250771"/>
            <a:ext cx="455612" cy="455612"/>
          </a:xfrm>
          <a:prstGeom prst="ellipse">
            <a:avLst/>
          </a:prstGeom>
          <a:solidFill>
            <a:schemeClr val="accent1">
              <a:lumMod val="75000"/>
            </a:schemeClr>
          </a:solidFill>
          <a:ln w="152400" cap="sq">
            <a:solidFill>
              <a:schemeClr val="accent1">
                <a:lumMod val="60000"/>
                <a:lumOff val="40000"/>
              </a:schemeClr>
            </a:solidFill>
            <a:miter/>
          </a:ln>
        </p:spPr>
        <p:txBody>
          <a:bodyPr vert="horz" wrap="square" lIns="0" tIns="0" rIns="0" bIns="0" rtlCol="0" anchor="ctr"/>
          <a:lstStyle/>
          <a:p>
            <a:pPr algn="ctr"/>
            <a:endParaRPr kumimoji="1" lang="zh-CN" altLang="en-US"/>
          </a:p>
        </p:txBody>
      </p:sp>
      <p:sp>
        <p:nvSpPr>
          <p:cNvPr id="26" name="标题 1"/>
          <p:cNvSpPr txBox="1"/>
          <p:nvPr/>
        </p:nvSpPr>
        <p:spPr>
          <a:xfrm>
            <a:off x="6319359" y="1617826"/>
            <a:ext cx="2092378" cy="960211"/>
          </a:xfrm>
          <a:prstGeom prst="roundRect">
            <a:avLst>
              <a:gd name="adj" fmla="val 50000"/>
            </a:avLst>
          </a:prstGeom>
          <a:gradFill>
            <a:gsLst>
              <a:gs pos="0">
                <a:schemeClr val="accent1">
                  <a:lumMod val="20000"/>
                  <a:lumOff val="80000"/>
                </a:schemeClr>
              </a:gs>
              <a:gs pos="100000">
                <a:schemeClr val="bg1">
                  <a:alpha val="0"/>
                </a:schemeClr>
              </a:gs>
            </a:gsLst>
            <a:lin ang="10800000" scaled="0"/>
          </a:gradFill>
          <a:ln w="57150" cap="sq">
            <a:gradFill>
              <a:gsLst>
                <a:gs pos="0">
                  <a:schemeClr val="accent1"/>
                </a:gs>
                <a:gs pos="87000">
                  <a:schemeClr val="accent1">
                    <a:lumMod val="20000"/>
                    <a:lumOff val="80000"/>
                    <a:alpha val="0"/>
                  </a:schemeClr>
                </a:gs>
              </a:gsLst>
              <a:lin ang="10800000" scaled="0"/>
            </a:gradFill>
            <a:miter/>
          </a:ln>
        </p:spPr>
        <p:txBody>
          <a:bodyPr vert="horz" wrap="square" lIns="0" tIns="0" rIns="0" bIns="0" rtlCol="0" anchor="ctr"/>
          <a:lstStyle/>
          <a:p>
            <a:pPr algn="ctr"/>
            <a:endParaRPr kumimoji="1" lang="zh-CN" altLang="en-US"/>
          </a:p>
        </p:txBody>
      </p:sp>
      <p:sp>
        <p:nvSpPr>
          <p:cNvPr id="27" name="标题 1"/>
          <p:cNvSpPr txBox="1"/>
          <p:nvPr/>
        </p:nvSpPr>
        <p:spPr>
          <a:xfrm>
            <a:off x="6572240" y="1771356"/>
            <a:ext cx="1586617" cy="653150"/>
          </a:xfrm>
          <a:prstGeom prst="rect">
            <a:avLst/>
          </a:prstGeom>
          <a:noFill/>
          <a:ln>
            <a:noFill/>
          </a:ln>
        </p:spPr>
        <p:txBody>
          <a:bodyPr vert="horz" wrap="square" lIns="0" tIns="0" rIns="0" bIns="0" rtlCol="0" anchor="ctr"/>
          <a:lstStyle/>
          <a:p>
            <a:pPr algn="ctr"/>
            <a:r>
              <a:rPr kumimoji="1" lang="en-US" altLang="zh-CN" sz="1600">
                <a:ln w="12700">
                  <a:noFill/>
                </a:ln>
                <a:solidFill>
                  <a:srgbClr val="000000">
                    <a:alpha val="100000"/>
                  </a:srgbClr>
                </a:solidFill>
                <a:latin typeface="poppins-bold"/>
                <a:ea typeface="poppins-bold"/>
                <a:cs typeface="poppins-bold"/>
              </a:rPr>
              <a:t>Presupuesto (Diseño)</a:t>
            </a:r>
            <a:endParaRPr kumimoji="1" lang="zh-CN" altLang="en-US"/>
          </a:p>
        </p:txBody>
      </p:sp>
      <p:sp>
        <p:nvSpPr>
          <p:cNvPr id="28" name="标题 1"/>
          <p:cNvSpPr txBox="1"/>
          <p:nvPr/>
        </p:nvSpPr>
        <p:spPr>
          <a:xfrm>
            <a:off x="6319359" y="2800121"/>
            <a:ext cx="2092378" cy="2990670"/>
          </a:xfrm>
          <a:prstGeom prst="roundRect">
            <a:avLst/>
          </a:prstGeom>
          <a:gradFill>
            <a:gsLst>
              <a:gs pos="0">
                <a:schemeClr val="accent1">
                  <a:lumMod val="20000"/>
                  <a:lumOff val="80000"/>
                </a:schemeClr>
              </a:gs>
              <a:gs pos="100000">
                <a:schemeClr val="bg1">
                  <a:alpha val="0"/>
                </a:schemeClr>
              </a:gs>
            </a:gsLst>
            <a:lin ang="5400000" scaled="0"/>
          </a:gradFill>
          <a:ln w="57150" cap="sq">
            <a:gradFill>
              <a:gsLst>
                <a:gs pos="0">
                  <a:schemeClr val="accent1"/>
                </a:gs>
                <a:gs pos="100000">
                  <a:schemeClr val="accent1">
                    <a:lumMod val="5000"/>
                    <a:lumOff val="95000"/>
                    <a:alpha val="0"/>
                  </a:schemeClr>
                </a:gs>
              </a:gsLst>
              <a:lin ang="5400000" scaled="0"/>
            </a:gradFill>
            <a:miter/>
          </a:ln>
        </p:spPr>
        <p:txBody>
          <a:bodyPr vert="horz" wrap="square" lIns="0" tIns="0" rIns="0" bIns="0" rtlCol="0" anchor="ctr"/>
          <a:lstStyle/>
          <a:p>
            <a:pPr algn="ctr"/>
            <a:endParaRPr kumimoji="1" lang="zh-CN" altLang="en-US"/>
          </a:p>
        </p:txBody>
      </p:sp>
      <p:sp>
        <p:nvSpPr>
          <p:cNvPr id="29" name="标题 1"/>
          <p:cNvSpPr txBox="1"/>
          <p:nvPr/>
        </p:nvSpPr>
        <p:spPr>
          <a:xfrm>
            <a:off x="6439288" y="3012829"/>
            <a:ext cx="1852521" cy="2351395"/>
          </a:xfrm>
          <a:prstGeom prst="rect">
            <a:avLst/>
          </a:prstGeom>
          <a:noFill/>
          <a:ln>
            <a:noFill/>
          </a:ln>
        </p:spPr>
        <p:txBody>
          <a:bodyPr vert="horz" wrap="square" lIns="0" tIns="0" rIns="0" bIns="0" rtlCol="0" anchor="t"/>
          <a:lstStyle/>
          <a:p>
            <a:pPr algn="ctr"/>
            <a:r>
              <a:rPr kumimoji="1" lang="en-US" altLang="zh-CN" sz="931">
                <a:ln w="12700">
                  <a:noFill/>
                </a:ln>
                <a:solidFill>
                  <a:srgbClr val="262626">
                    <a:alpha val="100000"/>
                  </a:srgbClr>
                </a:solidFill>
                <a:latin typeface="Poppins"/>
                <a:ea typeface="Poppins"/>
                <a:cs typeface="Poppins"/>
              </a:rPr>
              <a:t>Eliminación (ZBB)Reducir el contrato de licencias de un software de diseño no utilizado.
Eliminación (ZBB): Dar de baja un servidor de staging obsoleto.
Fondos Liberados por ZBB: $52,000.
Nuevo Gasto (Justificado): Compra de licencias del software SIEM, contratación de analistas de seguridad.</a:t>
            </a:r>
            <a:endParaRPr kumimoji="1" lang="zh-CN" altLang="en-US"/>
          </a:p>
        </p:txBody>
      </p:sp>
      <p:sp>
        <p:nvSpPr>
          <p:cNvPr id="30" name="标题 1"/>
          <p:cNvSpPr txBox="1"/>
          <p:nvPr/>
        </p:nvSpPr>
        <p:spPr>
          <a:xfrm>
            <a:off x="7137742" y="6069967"/>
            <a:ext cx="455612" cy="455612"/>
          </a:xfrm>
          <a:prstGeom prst="ellipse">
            <a:avLst/>
          </a:prstGeom>
          <a:solidFill>
            <a:schemeClr val="accent1">
              <a:lumMod val="75000"/>
            </a:schemeClr>
          </a:solidFill>
          <a:ln w="152400" cap="sq">
            <a:solidFill>
              <a:schemeClr val="accent1">
                <a:lumMod val="60000"/>
                <a:lumOff val="40000"/>
              </a:schemeClr>
            </a:solidFill>
            <a:miter/>
          </a:ln>
        </p:spPr>
        <p:txBody>
          <a:bodyPr vert="horz" wrap="square" lIns="0" tIns="0" rIns="0" bIns="0" rtlCol="0" anchor="ctr"/>
          <a:lstStyle/>
          <a:p>
            <a:pPr algn="ctr"/>
            <a:endParaRPr kumimoji="1" lang="zh-CN" altLang="en-US"/>
          </a:p>
        </p:txBody>
      </p:sp>
      <p:sp>
        <p:nvSpPr>
          <p:cNvPr id="31" name="标题 1"/>
          <p:cNvSpPr txBox="1"/>
          <p:nvPr/>
        </p:nvSpPr>
        <p:spPr>
          <a:xfrm rot="10800000">
            <a:off x="660399" y="158962"/>
            <a:ext cx="10858499" cy="971338"/>
          </a:xfrm>
          <a:prstGeom prst="roundRect">
            <a:avLst/>
          </a:prstGeom>
          <a:gradFill>
            <a:gsLst>
              <a:gs pos="0">
                <a:schemeClr val="bg1">
                  <a:alpha val="0"/>
                </a:schemeClr>
              </a:gs>
              <a:gs pos="60000">
                <a:schemeClr val="accent1">
                  <a:lumMod val="20000"/>
                  <a:lumOff val="80000"/>
                </a:schemeClr>
              </a:gs>
              <a:gs pos="100000">
                <a:schemeClr val="bg1"/>
              </a:gs>
            </a:gsLst>
            <a:lin ang="16200000" scaled="0"/>
          </a:gradFill>
          <a:ln w="12700" cap="sq">
            <a:noFill/>
            <a:miter/>
          </a:ln>
        </p:spPr>
        <p:txBody>
          <a:bodyPr vert="horz" wrap="square" lIns="91440" tIns="45720" rIns="91440" bIns="45720" rtlCol="0" anchor="ctr"/>
          <a:lstStyle/>
          <a:p>
            <a:pPr algn="ctr"/>
            <a:endParaRPr kumimoji="1" lang="zh-CN" altLang="en-US"/>
          </a:p>
        </p:txBody>
      </p:sp>
      <p:sp>
        <p:nvSpPr>
          <p:cNvPr id="32" name="标题 1"/>
          <p:cNvSpPr txBox="1"/>
          <p:nvPr/>
        </p:nvSpPr>
        <p:spPr>
          <a:xfrm flipH="1">
            <a:off x="139042" y="296832"/>
            <a:ext cx="765810" cy="347799"/>
          </a:xfrm>
          <a:custGeom>
            <a:avLst/>
            <a:gdLst>
              <a:gd name="connsiteX0" fmla="*/ 651510 w 765810"/>
              <a:gd name="connsiteY0" fmla="*/ 253093 h 347799"/>
              <a:gd name="connsiteX1" fmla="*/ 543741 w 765810"/>
              <a:gd name="connsiteY1" fmla="*/ 318407 h 347799"/>
              <a:gd name="connsiteX2" fmla="*/ 435973 w 765810"/>
              <a:gd name="connsiteY2" fmla="*/ 253093 h 347799"/>
              <a:gd name="connsiteX3" fmla="*/ 329837 w 765810"/>
              <a:gd name="connsiteY3" fmla="*/ 318407 h 347799"/>
              <a:gd name="connsiteX4" fmla="*/ 222069 w 765810"/>
              <a:gd name="connsiteY4" fmla="*/ 253093 h 347799"/>
              <a:gd name="connsiteX5" fmla="*/ 114300 w 765810"/>
              <a:gd name="connsiteY5" fmla="*/ 318407 h 347799"/>
              <a:gd name="connsiteX6" fmla="*/ 13063 w 765810"/>
              <a:gd name="connsiteY6" fmla="*/ 256358 h 347799"/>
              <a:gd name="connsiteX7" fmla="*/ 0 w 765810"/>
              <a:gd name="connsiteY7" fmla="*/ 277586 h 347799"/>
              <a:gd name="connsiteX8" fmla="*/ 114300 w 765810"/>
              <a:gd name="connsiteY8" fmla="*/ 347799 h 347799"/>
              <a:gd name="connsiteX9" fmla="*/ 222069 w 765810"/>
              <a:gd name="connsiteY9" fmla="*/ 282484 h 347799"/>
              <a:gd name="connsiteX10" fmla="*/ 329837 w 765810"/>
              <a:gd name="connsiteY10" fmla="*/ 347799 h 347799"/>
              <a:gd name="connsiteX11" fmla="*/ 435973 w 765810"/>
              <a:gd name="connsiteY11" fmla="*/ 282484 h 347799"/>
              <a:gd name="connsiteX12" fmla="*/ 543741 w 765810"/>
              <a:gd name="connsiteY12" fmla="*/ 347799 h 347799"/>
              <a:gd name="connsiteX13" fmla="*/ 651510 w 765810"/>
              <a:gd name="connsiteY13" fmla="*/ 282484 h 347799"/>
              <a:gd name="connsiteX14" fmla="*/ 752747 w 765810"/>
              <a:gd name="connsiteY14" fmla="*/ 342900 h 347799"/>
              <a:gd name="connsiteX15" fmla="*/ 765810 w 765810"/>
              <a:gd name="connsiteY15" fmla="*/ 321673 h 347799"/>
              <a:gd name="connsiteX16" fmla="*/ 651510 w 765810"/>
              <a:gd name="connsiteY16" fmla="*/ 125730 h 347799"/>
              <a:gd name="connsiteX17" fmla="*/ 543741 w 765810"/>
              <a:gd name="connsiteY17" fmla="*/ 191044 h 347799"/>
              <a:gd name="connsiteX18" fmla="*/ 435973 w 765810"/>
              <a:gd name="connsiteY18" fmla="*/ 125730 h 347799"/>
              <a:gd name="connsiteX19" fmla="*/ 329837 w 765810"/>
              <a:gd name="connsiteY19" fmla="*/ 191044 h 347799"/>
              <a:gd name="connsiteX20" fmla="*/ 222069 w 765810"/>
              <a:gd name="connsiteY20" fmla="*/ 125730 h 347799"/>
              <a:gd name="connsiteX21" fmla="*/ 114300 w 765810"/>
              <a:gd name="connsiteY21" fmla="*/ 191044 h 347799"/>
              <a:gd name="connsiteX22" fmla="*/ 13063 w 765810"/>
              <a:gd name="connsiteY22" fmla="*/ 130629 h 347799"/>
              <a:gd name="connsiteX23" fmla="*/ 0 w 765810"/>
              <a:gd name="connsiteY23" fmla="*/ 151856 h 347799"/>
              <a:gd name="connsiteX24" fmla="*/ 114300 w 765810"/>
              <a:gd name="connsiteY24" fmla="*/ 220436 h 347799"/>
              <a:gd name="connsiteX25" fmla="*/ 222069 w 765810"/>
              <a:gd name="connsiteY25" fmla="*/ 155122 h 347799"/>
              <a:gd name="connsiteX26" fmla="*/ 329837 w 765810"/>
              <a:gd name="connsiteY26" fmla="*/ 220436 h 347799"/>
              <a:gd name="connsiteX27" fmla="*/ 435973 w 765810"/>
              <a:gd name="connsiteY27" fmla="*/ 155122 h 347799"/>
              <a:gd name="connsiteX28" fmla="*/ 543741 w 765810"/>
              <a:gd name="connsiteY28" fmla="*/ 220436 h 347799"/>
              <a:gd name="connsiteX29" fmla="*/ 651510 w 765810"/>
              <a:gd name="connsiteY29" fmla="*/ 155122 h 347799"/>
              <a:gd name="connsiteX30" fmla="*/ 752747 w 765810"/>
              <a:gd name="connsiteY30" fmla="*/ 217170 h 347799"/>
              <a:gd name="connsiteX31" fmla="*/ 765810 w 765810"/>
              <a:gd name="connsiteY31" fmla="*/ 195943 h 347799"/>
              <a:gd name="connsiteX32" fmla="*/ 651510 w 765810"/>
              <a:gd name="connsiteY32" fmla="*/ 0 h 347799"/>
              <a:gd name="connsiteX33" fmla="*/ 543741 w 765810"/>
              <a:gd name="connsiteY33" fmla="*/ 65314 h 347799"/>
              <a:gd name="connsiteX34" fmla="*/ 435973 w 765810"/>
              <a:gd name="connsiteY34" fmla="*/ 0 h 347799"/>
              <a:gd name="connsiteX35" fmla="*/ 329837 w 765810"/>
              <a:gd name="connsiteY35" fmla="*/ 65314 h 347799"/>
              <a:gd name="connsiteX36" fmla="*/ 222069 w 765810"/>
              <a:gd name="connsiteY36" fmla="*/ 0 h 347799"/>
              <a:gd name="connsiteX37" fmla="*/ 114300 w 765810"/>
              <a:gd name="connsiteY37" fmla="*/ 65314 h 347799"/>
              <a:gd name="connsiteX38" fmla="*/ 13063 w 765810"/>
              <a:gd name="connsiteY38" fmla="*/ 3265 h 347799"/>
              <a:gd name="connsiteX39" fmla="*/ 0 w 765810"/>
              <a:gd name="connsiteY39" fmla="*/ 24493 h 347799"/>
              <a:gd name="connsiteX40" fmla="*/ 114300 w 765810"/>
              <a:gd name="connsiteY40" fmla="*/ 93073 h 347799"/>
              <a:gd name="connsiteX41" fmla="*/ 222069 w 765810"/>
              <a:gd name="connsiteY41" fmla="*/ 27758 h 347799"/>
              <a:gd name="connsiteX42" fmla="*/ 329837 w 765810"/>
              <a:gd name="connsiteY42" fmla="*/ 93073 h 347799"/>
              <a:gd name="connsiteX43" fmla="*/ 435973 w 765810"/>
              <a:gd name="connsiteY43" fmla="*/ 27758 h 347799"/>
              <a:gd name="connsiteX44" fmla="*/ 543741 w 765810"/>
              <a:gd name="connsiteY44" fmla="*/ 93073 h 347799"/>
              <a:gd name="connsiteX45" fmla="*/ 651510 w 765810"/>
              <a:gd name="connsiteY45" fmla="*/ 27758 h 347799"/>
              <a:gd name="connsiteX46" fmla="*/ 752747 w 765810"/>
              <a:gd name="connsiteY46" fmla="*/ 89807 h 347799"/>
              <a:gd name="connsiteX47" fmla="*/ 765810 w 765810"/>
              <a:gd name="connsiteY47" fmla="*/ 68580 h 347799"/>
            </a:gdLst>
            <a:ahLst/>
            <a:cxnLst/>
            <a:rect l="l" t="t" r="r" b="b"/>
            <a:pathLst>
              <a:path w="765810" h="347799">
                <a:moveTo>
                  <a:pt x="651510" y="253093"/>
                </a:moveTo>
                <a:lnTo>
                  <a:pt x="543741" y="318407"/>
                </a:lnTo>
                <a:lnTo>
                  <a:pt x="435973" y="253093"/>
                </a:lnTo>
                <a:lnTo>
                  <a:pt x="329837" y="318407"/>
                </a:lnTo>
                <a:lnTo>
                  <a:pt x="222069" y="253093"/>
                </a:lnTo>
                <a:lnTo>
                  <a:pt x="114300" y="318407"/>
                </a:lnTo>
                <a:lnTo>
                  <a:pt x="13063" y="256358"/>
                </a:lnTo>
                <a:lnTo>
                  <a:pt x="0" y="277586"/>
                </a:lnTo>
                <a:lnTo>
                  <a:pt x="114300" y="347799"/>
                </a:lnTo>
                <a:lnTo>
                  <a:pt x="222069" y="282484"/>
                </a:lnTo>
                <a:lnTo>
                  <a:pt x="329837" y="347799"/>
                </a:lnTo>
                <a:lnTo>
                  <a:pt x="435973" y="282484"/>
                </a:lnTo>
                <a:lnTo>
                  <a:pt x="543741" y="347799"/>
                </a:lnTo>
                <a:lnTo>
                  <a:pt x="651510" y="282484"/>
                </a:lnTo>
                <a:lnTo>
                  <a:pt x="752747" y="342900"/>
                </a:lnTo>
                <a:lnTo>
                  <a:pt x="765810" y="321673"/>
                </a:lnTo>
                <a:close/>
                <a:moveTo>
                  <a:pt x="651510" y="125730"/>
                </a:moveTo>
                <a:lnTo>
                  <a:pt x="543741" y="191044"/>
                </a:lnTo>
                <a:lnTo>
                  <a:pt x="435973" y="125730"/>
                </a:lnTo>
                <a:lnTo>
                  <a:pt x="329837" y="191044"/>
                </a:lnTo>
                <a:lnTo>
                  <a:pt x="222069" y="125730"/>
                </a:lnTo>
                <a:lnTo>
                  <a:pt x="114300" y="191044"/>
                </a:lnTo>
                <a:lnTo>
                  <a:pt x="13063" y="130629"/>
                </a:lnTo>
                <a:lnTo>
                  <a:pt x="0" y="151856"/>
                </a:lnTo>
                <a:lnTo>
                  <a:pt x="114300" y="220436"/>
                </a:lnTo>
                <a:lnTo>
                  <a:pt x="222069" y="155122"/>
                </a:lnTo>
                <a:lnTo>
                  <a:pt x="329837" y="220436"/>
                </a:lnTo>
                <a:lnTo>
                  <a:pt x="435973" y="155122"/>
                </a:lnTo>
                <a:lnTo>
                  <a:pt x="543741" y="220436"/>
                </a:lnTo>
                <a:lnTo>
                  <a:pt x="651510" y="155122"/>
                </a:lnTo>
                <a:lnTo>
                  <a:pt x="752747" y="217170"/>
                </a:lnTo>
                <a:lnTo>
                  <a:pt x="765810" y="195943"/>
                </a:lnTo>
                <a:close/>
                <a:moveTo>
                  <a:pt x="651510" y="0"/>
                </a:moveTo>
                <a:lnTo>
                  <a:pt x="543741" y="65314"/>
                </a:lnTo>
                <a:lnTo>
                  <a:pt x="435973" y="0"/>
                </a:lnTo>
                <a:lnTo>
                  <a:pt x="329837" y="65314"/>
                </a:lnTo>
                <a:lnTo>
                  <a:pt x="222069" y="0"/>
                </a:lnTo>
                <a:lnTo>
                  <a:pt x="114300" y="65314"/>
                </a:lnTo>
                <a:lnTo>
                  <a:pt x="13063" y="3265"/>
                </a:lnTo>
                <a:lnTo>
                  <a:pt x="0" y="24493"/>
                </a:lnTo>
                <a:lnTo>
                  <a:pt x="114300" y="93073"/>
                </a:lnTo>
                <a:lnTo>
                  <a:pt x="222069" y="27758"/>
                </a:lnTo>
                <a:lnTo>
                  <a:pt x="329837" y="93073"/>
                </a:lnTo>
                <a:lnTo>
                  <a:pt x="435973" y="27758"/>
                </a:lnTo>
                <a:lnTo>
                  <a:pt x="543741" y="93073"/>
                </a:lnTo>
                <a:lnTo>
                  <a:pt x="651510" y="27758"/>
                </a:lnTo>
                <a:lnTo>
                  <a:pt x="752747" y="89807"/>
                </a:lnTo>
                <a:lnTo>
                  <a:pt x="765810" y="68580"/>
                </a:lnTo>
                <a:close/>
              </a:path>
            </a:pathLst>
          </a:custGeom>
          <a:solidFill>
            <a:schemeClr val="accent1">
              <a:lumMod val="60000"/>
              <a:lumOff val="40000"/>
            </a:schemeClr>
          </a:solidFill>
          <a:ln w="16329" cap="flat">
            <a:noFill/>
            <a:miter/>
          </a:ln>
        </p:spPr>
        <p:txBody>
          <a:bodyPr vert="horz" wrap="square" lIns="91440" tIns="45720" rIns="91440" bIns="45720" rtlCol="0" anchor="ctr"/>
          <a:lstStyle/>
          <a:p>
            <a:pPr algn="l"/>
            <a:endParaRPr kumimoji="1" lang="zh-CN" altLang="en-US"/>
          </a:p>
        </p:txBody>
      </p:sp>
      <p:sp>
        <p:nvSpPr>
          <p:cNvPr id="33" name="标题 1"/>
          <p:cNvSpPr txBox="1"/>
          <p:nvPr/>
        </p:nvSpPr>
        <p:spPr>
          <a:xfrm>
            <a:off x="1201552" y="346492"/>
            <a:ext cx="8209148" cy="596278"/>
          </a:xfrm>
          <a:prstGeom prst="rect">
            <a:avLst/>
          </a:prstGeom>
          <a:noFill/>
          <a:ln>
            <a:noFill/>
          </a:ln>
        </p:spPr>
        <p:txBody>
          <a:bodyPr vert="horz" wrap="square" lIns="0" tIns="0" rIns="0" bIns="0" rtlCol="0" anchor="ctr"/>
          <a:lstStyle/>
          <a:p>
            <a:pPr algn="l"/>
            <a:r>
              <a:rPr kumimoji="1" lang="en-US" altLang="zh-CN" sz="1570">
                <a:ln w="12700">
                  <a:noFill/>
                </a:ln>
                <a:solidFill>
                  <a:srgbClr val="000000">
                    <a:alpha val="100000"/>
                  </a:srgbClr>
                </a:solidFill>
                <a:latin typeface="poppins-bold"/>
                <a:ea typeface="poppins-bold"/>
                <a:cs typeface="poppins-bold"/>
              </a:rPr>
              <a:t>Caso Práctico 2: Implementación de un Sistema de Ciberseguridad (Enfoque en CAPEX y ZBB)</a:t>
            </a:r>
            <a:endParaRPr kumimoji="1" lang="zh-CN" altLang="en-US"/>
          </a:p>
        </p:txBody>
      </p:sp>
      <p:sp>
        <p:nvSpPr>
          <p:cNvPr id="34" name="标题 1"/>
          <p:cNvSpPr txBox="1"/>
          <p:nvPr/>
        </p:nvSpPr>
        <p:spPr>
          <a:xfrm flipH="1">
            <a:off x="11148696" y="782502"/>
            <a:ext cx="765810" cy="347799"/>
          </a:xfrm>
          <a:custGeom>
            <a:avLst/>
            <a:gdLst>
              <a:gd name="connsiteX0" fmla="*/ 651510 w 765810"/>
              <a:gd name="connsiteY0" fmla="*/ 253093 h 347799"/>
              <a:gd name="connsiteX1" fmla="*/ 543741 w 765810"/>
              <a:gd name="connsiteY1" fmla="*/ 318407 h 347799"/>
              <a:gd name="connsiteX2" fmla="*/ 435973 w 765810"/>
              <a:gd name="connsiteY2" fmla="*/ 253093 h 347799"/>
              <a:gd name="connsiteX3" fmla="*/ 329837 w 765810"/>
              <a:gd name="connsiteY3" fmla="*/ 318407 h 347799"/>
              <a:gd name="connsiteX4" fmla="*/ 222069 w 765810"/>
              <a:gd name="connsiteY4" fmla="*/ 253093 h 347799"/>
              <a:gd name="connsiteX5" fmla="*/ 114300 w 765810"/>
              <a:gd name="connsiteY5" fmla="*/ 318407 h 347799"/>
              <a:gd name="connsiteX6" fmla="*/ 13063 w 765810"/>
              <a:gd name="connsiteY6" fmla="*/ 256358 h 347799"/>
              <a:gd name="connsiteX7" fmla="*/ 0 w 765810"/>
              <a:gd name="connsiteY7" fmla="*/ 277586 h 347799"/>
              <a:gd name="connsiteX8" fmla="*/ 114300 w 765810"/>
              <a:gd name="connsiteY8" fmla="*/ 347799 h 347799"/>
              <a:gd name="connsiteX9" fmla="*/ 222069 w 765810"/>
              <a:gd name="connsiteY9" fmla="*/ 282484 h 347799"/>
              <a:gd name="connsiteX10" fmla="*/ 329837 w 765810"/>
              <a:gd name="connsiteY10" fmla="*/ 347799 h 347799"/>
              <a:gd name="connsiteX11" fmla="*/ 435973 w 765810"/>
              <a:gd name="connsiteY11" fmla="*/ 282484 h 347799"/>
              <a:gd name="connsiteX12" fmla="*/ 543741 w 765810"/>
              <a:gd name="connsiteY12" fmla="*/ 347799 h 347799"/>
              <a:gd name="connsiteX13" fmla="*/ 651510 w 765810"/>
              <a:gd name="connsiteY13" fmla="*/ 282484 h 347799"/>
              <a:gd name="connsiteX14" fmla="*/ 752747 w 765810"/>
              <a:gd name="connsiteY14" fmla="*/ 342900 h 347799"/>
              <a:gd name="connsiteX15" fmla="*/ 765810 w 765810"/>
              <a:gd name="connsiteY15" fmla="*/ 321673 h 347799"/>
              <a:gd name="connsiteX16" fmla="*/ 651510 w 765810"/>
              <a:gd name="connsiteY16" fmla="*/ 125730 h 347799"/>
              <a:gd name="connsiteX17" fmla="*/ 543741 w 765810"/>
              <a:gd name="connsiteY17" fmla="*/ 191044 h 347799"/>
              <a:gd name="connsiteX18" fmla="*/ 435973 w 765810"/>
              <a:gd name="connsiteY18" fmla="*/ 125730 h 347799"/>
              <a:gd name="connsiteX19" fmla="*/ 329837 w 765810"/>
              <a:gd name="connsiteY19" fmla="*/ 191044 h 347799"/>
              <a:gd name="connsiteX20" fmla="*/ 222069 w 765810"/>
              <a:gd name="connsiteY20" fmla="*/ 125730 h 347799"/>
              <a:gd name="connsiteX21" fmla="*/ 114300 w 765810"/>
              <a:gd name="connsiteY21" fmla="*/ 191044 h 347799"/>
              <a:gd name="connsiteX22" fmla="*/ 13063 w 765810"/>
              <a:gd name="connsiteY22" fmla="*/ 130629 h 347799"/>
              <a:gd name="connsiteX23" fmla="*/ 0 w 765810"/>
              <a:gd name="connsiteY23" fmla="*/ 151856 h 347799"/>
              <a:gd name="connsiteX24" fmla="*/ 114300 w 765810"/>
              <a:gd name="connsiteY24" fmla="*/ 220436 h 347799"/>
              <a:gd name="connsiteX25" fmla="*/ 222069 w 765810"/>
              <a:gd name="connsiteY25" fmla="*/ 155122 h 347799"/>
              <a:gd name="connsiteX26" fmla="*/ 329837 w 765810"/>
              <a:gd name="connsiteY26" fmla="*/ 220436 h 347799"/>
              <a:gd name="connsiteX27" fmla="*/ 435973 w 765810"/>
              <a:gd name="connsiteY27" fmla="*/ 155122 h 347799"/>
              <a:gd name="connsiteX28" fmla="*/ 543741 w 765810"/>
              <a:gd name="connsiteY28" fmla="*/ 220436 h 347799"/>
              <a:gd name="connsiteX29" fmla="*/ 651510 w 765810"/>
              <a:gd name="connsiteY29" fmla="*/ 155122 h 347799"/>
              <a:gd name="connsiteX30" fmla="*/ 752747 w 765810"/>
              <a:gd name="connsiteY30" fmla="*/ 217170 h 347799"/>
              <a:gd name="connsiteX31" fmla="*/ 765810 w 765810"/>
              <a:gd name="connsiteY31" fmla="*/ 195943 h 347799"/>
              <a:gd name="connsiteX32" fmla="*/ 651510 w 765810"/>
              <a:gd name="connsiteY32" fmla="*/ 0 h 347799"/>
              <a:gd name="connsiteX33" fmla="*/ 543741 w 765810"/>
              <a:gd name="connsiteY33" fmla="*/ 65314 h 347799"/>
              <a:gd name="connsiteX34" fmla="*/ 435973 w 765810"/>
              <a:gd name="connsiteY34" fmla="*/ 0 h 347799"/>
              <a:gd name="connsiteX35" fmla="*/ 329837 w 765810"/>
              <a:gd name="connsiteY35" fmla="*/ 65314 h 347799"/>
              <a:gd name="connsiteX36" fmla="*/ 222069 w 765810"/>
              <a:gd name="connsiteY36" fmla="*/ 0 h 347799"/>
              <a:gd name="connsiteX37" fmla="*/ 114300 w 765810"/>
              <a:gd name="connsiteY37" fmla="*/ 65314 h 347799"/>
              <a:gd name="connsiteX38" fmla="*/ 13063 w 765810"/>
              <a:gd name="connsiteY38" fmla="*/ 3265 h 347799"/>
              <a:gd name="connsiteX39" fmla="*/ 0 w 765810"/>
              <a:gd name="connsiteY39" fmla="*/ 24493 h 347799"/>
              <a:gd name="connsiteX40" fmla="*/ 114300 w 765810"/>
              <a:gd name="connsiteY40" fmla="*/ 93073 h 347799"/>
              <a:gd name="connsiteX41" fmla="*/ 222069 w 765810"/>
              <a:gd name="connsiteY41" fmla="*/ 27758 h 347799"/>
              <a:gd name="connsiteX42" fmla="*/ 329837 w 765810"/>
              <a:gd name="connsiteY42" fmla="*/ 93073 h 347799"/>
              <a:gd name="connsiteX43" fmla="*/ 435973 w 765810"/>
              <a:gd name="connsiteY43" fmla="*/ 27758 h 347799"/>
              <a:gd name="connsiteX44" fmla="*/ 543741 w 765810"/>
              <a:gd name="connsiteY44" fmla="*/ 93073 h 347799"/>
              <a:gd name="connsiteX45" fmla="*/ 651510 w 765810"/>
              <a:gd name="connsiteY45" fmla="*/ 27758 h 347799"/>
              <a:gd name="connsiteX46" fmla="*/ 752747 w 765810"/>
              <a:gd name="connsiteY46" fmla="*/ 89807 h 347799"/>
              <a:gd name="connsiteX47" fmla="*/ 765810 w 765810"/>
              <a:gd name="connsiteY47" fmla="*/ 68580 h 347799"/>
            </a:gdLst>
            <a:ahLst/>
            <a:cxnLst/>
            <a:rect l="l" t="t" r="r" b="b"/>
            <a:pathLst>
              <a:path w="765810" h="347799">
                <a:moveTo>
                  <a:pt x="651510" y="253093"/>
                </a:moveTo>
                <a:lnTo>
                  <a:pt x="543741" y="318407"/>
                </a:lnTo>
                <a:lnTo>
                  <a:pt x="435973" y="253093"/>
                </a:lnTo>
                <a:lnTo>
                  <a:pt x="329837" y="318407"/>
                </a:lnTo>
                <a:lnTo>
                  <a:pt x="222069" y="253093"/>
                </a:lnTo>
                <a:lnTo>
                  <a:pt x="114300" y="318407"/>
                </a:lnTo>
                <a:lnTo>
                  <a:pt x="13063" y="256358"/>
                </a:lnTo>
                <a:lnTo>
                  <a:pt x="0" y="277586"/>
                </a:lnTo>
                <a:lnTo>
                  <a:pt x="114300" y="347799"/>
                </a:lnTo>
                <a:lnTo>
                  <a:pt x="222069" y="282484"/>
                </a:lnTo>
                <a:lnTo>
                  <a:pt x="329837" y="347799"/>
                </a:lnTo>
                <a:lnTo>
                  <a:pt x="435973" y="282484"/>
                </a:lnTo>
                <a:lnTo>
                  <a:pt x="543741" y="347799"/>
                </a:lnTo>
                <a:lnTo>
                  <a:pt x="651510" y="282484"/>
                </a:lnTo>
                <a:lnTo>
                  <a:pt x="752747" y="342900"/>
                </a:lnTo>
                <a:lnTo>
                  <a:pt x="765810" y="321673"/>
                </a:lnTo>
                <a:close/>
                <a:moveTo>
                  <a:pt x="651510" y="125730"/>
                </a:moveTo>
                <a:lnTo>
                  <a:pt x="543741" y="191044"/>
                </a:lnTo>
                <a:lnTo>
                  <a:pt x="435973" y="125730"/>
                </a:lnTo>
                <a:lnTo>
                  <a:pt x="329837" y="191044"/>
                </a:lnTo>
                <a:lnTo>
                  <a:pt x="222069" y="125730"/>
                </a:lnTo>
                <a:lnTo>
                  <a:pt x="114300" y="191044"/>
                </a:lnTo>
                <a:lnTo>
                  <a:pt x="13063" y="130629"/>
                </a:lnTo>
                <a:lnTo>
                  <a:pt x="0" y="151856"/>
                </a:lnTo>
                <a:lnTo>
                  <a:pt x="114300" y="220436"/>
                </a:lnTo>
                <a:lnTo>
                  <a:pt x="222069" y="155122"/>
                </a:lnTo>
                <a:lnTo>
                  <a:pt x="329837" y="220436"/>
                </a:lnTo>
                <a:lnTo>
                  <a:pt x="435973" y="155122"/>
                </a:lnTo>
                <a:lnTo>
                  <a:pt x="543741" y="220436"/>
                </a:lnTo>
                <a:lnTo>
                  <a:pt x="651510" y="155122"/>
                </a:lnTo>
                <a:lnTo>
                  <a:pt x="752747" y="217170"/>
                </a:lnTo>
                <a:lnTo>
                  <a:pt x="765810" y="195943"/>
                </a:lnTo>
                <a:close/>
                <a:moveTo>
                  <a:pt x="651510" y="0"/>
                </a:moveTo>
                <a:lnTo>
                  <a:pt x="543741" y="65314"/>
                </a:lnTo>
                <a:lnTo>
                  <a:pt x="435973" y="0"/>
                </a:lnTo>
                <a:lnTo>
                  <a:pt x="329837" y="65314"/>
                </a:lnTo>
                <a:lnTo>
                  <a:pt x="222069" y="0"/>
                </a:lnTo>
                <a:lnTo>
                  <a:pt x="114300" y="65314"/>
                </a:lnTo>
                <a:lnTo>
                  <a:pt x="13063" y="3265"/>
                </a:lnTo>
                <a:lnTo>
                  <a:pt x="0" y="24493"/>
                </a:lnTo>
                <a:lnTo>
                  <a:pt x="114300" y="93073"/>
                </a:lnTo>
                <a:lnTo>
                  <a:pt x="222069" y="27758"/>
                </a:lnTo>
                <a:lnTo>
                  <a:pt x="329837" y="93073"/>
                </a:lnTo>
                <a:lnTo>
                  <a:pt x="435973" y="27758"/>
                </a:lnTo>
                <a:lnTo>
                  <a:pt x="543741" y="93073"/>
                </a:lnTo>
                <a:lnTo>
                  <a:pt x="651510" y="27758"/>
                </a:lnTo>
                <a:lnTo>
                  <a:pt x="752747" y="89807"/>
                </a:lnTo>
                <a:lnTo>
                  <a:pt x="765810" y="68580"/>
                </a:lnTo>
                <a:close/>
              </a:path>
            </a:pathLst>
          </a:custGeom>
          <a:solidFill>
            <a:schemeClr val="accent1">
              <a:lumMod val="60000"/>
              <a:lumOff val="40000"/>
            </a:schemeClr>
          </a:solidFill>
          <a:ln w="16329" cap="flat">
            <a:noFill/>
            <a:miter/>
          </a:ln>
        </p:spPr>
        <p:txBody>
          <a:bodyPr vert="horz" wrap="square" lIns="91440" tIns="45720" rIns="91440" bIns="45720" rtlCol="0" anchor="ctr"/>
          <a:lstStyle/>
          <a:p>
            <a:pPr algn="l"/>
            <a:endParaRPr kumimoji="1" lang="zh-CN" altLang="en-US"/>
          </a:p>
        </p:txBody>
      </p:sp>
      <p:pic>
        <p:nvPicPr>
          <p:cNvPr id="35" name="Imagen 34">
            <a:extLst>
              <a:ext uri="{FF2B5EF4-FFF2-40B4-BE49-F238E27FC236}">
                <a16:creationId xmlns:a16="http://schemas.microsoft.com/office/drawing/2014/main" id="{889C05D6-2052-44D4-3D5A-BD416EBAC69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标题 1"/>
          <p:cNvSpPr txBox="1"/>
          <p:nvPr/>
        </p:nvSpPr>
        <p:spPr>
          <a:xfrm>
            <a:off x="914399" y="1200625"/>
            <a:ext cx="8748461" cy="2881022"/>
          </a:xfrm>
          <a:prstGeom prst="rect">
            <a:avLst/>
          </a:prstGeom>
          <a:noFill/>
          <a:ln w="12700" cap="sq">
            <a:noFill/>
            <a:miter/>
          </a:ln>
        </p:spPr>
        <p:txBody>
          <a:bodyPr vert="horz" wrap="square" lIns="0" tIns="0" rIns="0" bIns="0" rtlCol="0" anchor="b"/>
          <a:lstStyle/>
          <a:p>
            <a:pPr algn="l"/>
            <a:r>
              <a:rPr kumimoji="1" lang="en-US" altLang="zh-CN" sz="4300">
                <a:ln w="12700">
                  <a:noFill/>
                </a:ln>
                <a:solidFill>
                  <a:srgbClr val="262626">
                    <a:alpha val="100000"/>
                  </a:srgbClr>
                </a:solidFill>
                <a:latin typeface="poppins-bold"/>
                <a:ea typeface="poppins-bold"/>
                <a:cs typeface="poppins-bold"/>
              </a:rPr>
              <a:t>Thanks</a:t>
            </a:r>
            <a:endParaRPr kumimoji="1" lang="zh-CN" altLang="en-US"/>
          </a:p>
        </p:txBody>
      </p:sp>
      <p:sp>
        <p:nvSpPr>
          <p:cNvPr id="7" name="标题 1"/>
          <p:cNvSpPr txBox="1"/>
          <p:nvPr/>
        </p:nvSpPr>
        <p:spPr>
          <a:xfrm>
            <a:off x="914401" y="4646065"/>
            <a:ext cx="6972300" cy="276999"/>
          </a:xfrm>
          <a:prstGeom prst="rect">
            <a:avLst/>
          </a:prstGeom>
          <a:noFill/>
          <a:ln>
            <a:noFill/>
          </a:ln>
        </p:spPr>
        <p:txBody>
          <a:bodyPr vert="horz" wrap="square" lIns="0" tIns="0" rIns="0" bIns="0" rtlCol="0" anchor="t">
            <a:spAutoFit/>
          </a:bodyPr>
          <a:lstStyle/>
          <a:p>
            <a:pPr algn="l"/>
            <a:r>
              <a:rPr kumimoji="1" lang="en-US" altLang="zh-CN" dirty="0">
                <a:ln w="12700">
                  <a:noFill/>
                </a:ln>
                <a:solidFill>
                  <a:srgbClr val="262626">
                    <a:alpha val="100000"/>
                  </a:srgbClr>
                </a:solidFill>
                <a:latin typeface="Poppins"/>
                <a:ea typeface="Poppins"/>
                <a:cs typeface="Poppins"/>
              </a:rPr>
              <a:t>MGS.</a:t>
            </a:r>
            <a:r>
              <a:rPr kumimoji="1" lang="en-US" altLang="zh-CN" sz="1800" dirty="0">
                <a:ln w="12700">
                  <a:noFill/>
                </a:ln>
                <a:solidFill>
                  <a:srgbClr val="262626">
                    <a:alpha val="100000"/>
                  </a:srgbClr>
                </a:solidFill>
                <a:latin typeface="Poppins"/>
                <a:ea typeface="Poppins"/>
                <a:cs typeface="Poppins"/>
              </a:rPr>
              <a:t> JOSE FRANCO LAMILLA</a:t>
            </a:r>
            <a:endParaRPr kumimoji="1" lang="zh-CN" altLang="en-US" dirty="0"/>
          </a:p>
        </p:txBody>
      </p:sp>
      <p:cxnSp>
        <p:nvCxnSpPr>
          <p:cNvPr id="8" name="标题 1"/>
          <p:cNvCxnSpPr/>
          <p:nvPr/>
        </p:nvCxnSpPr>
        <p:spPr>
          <a:xfrm>
            <a:off x="1065856" y="773905"/>
            <a:ext cx="0" cy="254795"/>
          </a:xfrm>
          <a:prstGeom prst="line">
            <a:avLst/>
          </a:prstGeom>
          <a:noFill/>
          <a:ln w="12700" cap="sq">
            <a:solidFill>
              <a:schemeClr val="tx1">
                <a:lumMod val="85000"/>
                <a:lumOff val="15000"/>
              </a:schemeClr>
            </a:solidFill>
            <a:miter/>
          </a:ln>
        </p:spPr>
      </p:cxnSp>
      <p:cxnSp>
        <p:nvCxnSpPr>
          <p:cNvPr id="9" name="标题 1"/>
          <p:cNvCxnSpPr/>
          <p:nvPr/>
        </p:nvCxnSpPr>
        <p:spPr>
          <a:xfrm>
            <a:off x="1621972" y="773905"/>
            <a:ext cx="0" cy="254795"/>
          </a:xfrm>
          <a:prstGeom prst="line">
            <a:avLst/>
          </a:prstGeom>
          <a:noFill/>
          <a:ln w="12700" cap="sq">
            <a:solidFill>
              <a:schemeClr val="tx1">
                <a:lumMod val="85000"/>
                <a:lumOff val="15000"/>
              </a:schemeClr>
            </a:solidFill>
            <a:miter/>
          </a:ln>
        </p:spPr>
      </p:cxnSp>
      <p:sp>
        <p:nvSpPr>
          <p:cNvPr id="10" name="标题 1"/>
          <p:cNvSpPr txBox="1"/>
          <p:nvPr/>
        </p:nvSpPr>
        <p:spPr>
          <a:xfrm>
            <a:off x="660400" y="773905"/>
            <a:ext cx="254795" cy="254795"/>
          </a:xfrm>
          <a:custGeom>
            <a:avLst/>
            <a:gdLst>
              <a:gd name="connsiteX0" fmla="*/ 438553 w 720000"/>
              <a:gd name="connsiteY0" fmla="*/ 189601 h 720000"/>
              <a:gd name="connsiteX1" fmla="*/ 373556 w 720000"/>
              <a:gd name="connsiteY1" fmla="*/ 216451 h 720000"/>
              <a:gd name="connsiteX2" fmla="*/ 232180 w 720000"/>
              <a:gd name="connsiteY2" fmla="*/ 357827 h 720000"/>
              <a:gd name="connsiteX3" fmla="*/ 191861 w 720000"/>
              <a:gd name="connsiteY3" fmla="*/ 528226 h 720000"/>
              <a:gd name="connsiteX4" fmla="*/ 362260 w 720000"/>
              <a:gd name="connsiteY4" fmla="*/ 487907 h 720000"/>
              <a:gd name="connsiteX5" fmla="*/ 503636 w 720000"/>
              <a:gd name="connsiteY5" fmla="*/ 346444 h 720000"/>
              <a:gd name="connsiteX6" fmla="*/ 503636 w 720000"/>
              <a:gd name="connsiteY6" fmla="*/ 216365 h 720000"/>
              <a:gd name="connsiteX7" fmla="*/ 438553 w 720000"/>
              <a:gd name="connsiteY7" fmla="*/ 189601 h 720000"/>
              <a:gd name="connsiteX8" fmla="*/ 438553 w 720000"/>
              <a:gd name="connsiteY8" fmla="*/ 141636 h 720000"/>
              <a:gd name="connsiteX9" fmla="*/ 537524 w 720000"/>
              <a:gd name="connsiteY9" fmla="*/ 182476 h 720000"/>
              <a:gd name="connsiteX10" fmla="*/ 537524 w 720000"/>
              <a:gd name="connsiteY10" fmla="*/ 380420 h 720000"/>
              <a:gd name="connsiteX11" fmla="*/ 396149 w 720000"/>
              <a:gd name="connsiteY11" fmla="*/ 521796 h 720000"/>
              <a:gd name="connsiteX12" fmla="*/ 141637 w 720000"/>
              <a:gd name="connsiteY12" fmla="*/ 578364 h 720000"/>
              <a:gd name="connsiteX13" fmla="*/ 198205 w 720000"/>
              <a:gd name="connsiteY13" fmla="*/ 323852 h 720000"/>
              <a:gd name="connsiteX14" fmla="*/ 339581 w 720000"/>
              <a:gd name="connsiteY14" fmla="*/ 182476 h 720000"/>
              <a:gd name="connsiteX15" fmla="*/ 438553 w 720000"/>
              <a:gd name="connsiteY15" fmla="*/ 141636 h 720000"/>
              <a:gd name="connsiteX16" fmla="*/ 120000 w 720000"/>
              <a:gd name="connsiteY16" fmla="*/ 47965 h 720000"/>
              <a:gd name="connsiteX17" fmla="*/ 47965 w 720000"/>
              <a:gd name="connsiteY17" fmla="*/ 120000 h 720000"/>
              <a:gd name="connsiteX18" fmla="*/ 47965 w 720000"/>
              <a:gd name="connsiteY18" fmla="*/ 600000 h 720000"/>
              <a:gd name="connsiteX19" fmla="*/ 120000 w 720000"/>
              <a:gd name="connsiteY19" fmla="*/ 672035 h 720000"/>
              <a:gd name="connsiteX20" fmla="*/ 600000 w 720000"/>
              <a:gd name="connsiteY20" fmla="*/ 672035 h 720000"/>
              <a:gd name="connsiteX21" fmla="*/ 672035 w 720000"/>
              <a:gd name="connsiteY21" fmla="*/ 600000 h 720000"/>
              <a:gd name="connsiteX22" fmla="*/ 672035 w 720000"/>
              <a:gd name="connsiteY22" fmla="*/ 120000 h 720000"/>
              <a:gd name="connsiteX23" fmla="*/ 600000 w 720000"/>
              <a:gd name="connsiteY23" fmla="*/ 47965 h 720000"/>
              <a:gd name="connsiteX24" fmla="*/ 120000 w 720000"/>
              <a:gd name="connsiteY24" fmla="*/ 0 h 720000"/>
              <a:gd name="connsiteX25" fmla="*/ 600000 w 720000"/>
              <a:gd name="connsiteY25" fmla="*/ 0 h 720000"/>
              <a:gd name="connsiteX26" fmla="*/ 720000 w 720000"/>
              <a:gd name="connsiteY26" fmla="*/ 120000 h 720000"/>
              <a:gd name="connsiteX27" fmla="*/ 720000 w 720000"/>
              <a:gd name="connsiteY27" fmla="*/ 600000 h 720000"/>
              <a:gd name="connsiteX28" fmla="*/ 600000 w 720000"/>
              <a:gd name="connsiteY28" fmla="*/ 720000 h 720000"/>
              <a:gd name="connsiteX29" fmla="*/ 120000 w 720000"/>
              <a:gd name="connsiteY29" fmla="*/ 720000 h 720000"/>
              <a:gd name="connsiteX30" fmla="*/ 0 w 720000"/>
              <a:gd name="connsiteY30" fmla="*/ 600000 h 720000"/>
              <a:gd name="connsiteX31" fmla="*/ 0 w 720000"/>
              <a:gd name="connsiteY31" fmla="*/ 120000 h 720000"/>
              <a:gd name="connsiteX32" fmla="*/ 120000 w 720000"/>
              <a:gd name="connsiteY32" fmla="*/ 0 h 720000"/>
            </a:gdLst>
            <a:ahLst/>
            <a:cxnLst/>
            <a:rect l="l" t="t" r="r" b="b"/>
            <a:pathLst>
              <a:path w="720000" h="720000">
                <a:moveTo>
                  <a:pt x="438553" y="189601"/>
                </a:moveTo>
                <a:cubicBezTo>
                  <a:pt x="413875" y="189601"/>
                  <a:pt x="390761" y="199073"/>
                  <a:pt x="373556" y="216451"/>
                </a:cubicBezTo>
                <a:lnTo>
                  <a:pt x="232180" y="357827"/>
                </a:lnTo>
                <a:cubicBezTo>
                  <a:pt x="212456" y="377465"/>
                  <a:pt x="197336" y="453584"/>
                  <a:pt x="191861" y="528226"/>
                </a:cubicBezTo>
                <a:cubicBezTo>
                  <a:pt x="266503" y="522665"/>
                  <a:pt x="342622" y="507545"/>
                  <a:pt x="362260" y="487907"/>
                </a:cubicBezTo>
                <a:lnTo>
                  <a:pt x="503636" y="346444"/>
                </a:lnTo>
                <a:cubicBezTo>
                  <a:pt x="539523" y="310557"/>
                  <a:pt x="539523" y="252252"/>
                  <a:pt x="503636" y="216365"/>
                </a:cubicBezTo>
                <a:cubicBezTo>
                  <a:pt x="486344" y="199073"/>
                  <a:pt x="463230" y="189601"/>
                  <a:pt x="438553" y="189601"/>
                </a:cubicBezTo>
                <a:close/>
                <a:moveTo>
                  <a:pt x="438553" y="141636"/>
                </a:moveTo>
                <a:cubicBezTo>
                  <a:pt x="474440" y="141636"/>
                  <a:pt x="510327" y="155191"/>
                  <a:pt x="537524" y="182476"/>
                </a:cubicBezTo>
                <a:cubicBezTo>
                  <a:pt x="592007" y="236872"/>
                  <a:pt x="592007" y="325938"/>
                  <a:pt x="537524" y="380420"/>
                </a:cubicBezTo>
                <a:lnTo>
                  <a:pt x="396149" y="521796"/>
                </a:lnTo>
                <a:cubicBezTo>
                  <a:pt x="341753" y="576278"/>
                  <a:pt x="141637" y="578364"/>
                  <a:pt x="141637" y="578364"/>
                </a:cubicBezTo>
                <a:cubicBezTo>
                  <a:pt x="141637" y="578364"/>
                  <a:pt x="143723" y="378334"/>
                  <a:pt x="198205" y="323852"/>
                </a:cubicBezTo>
                <a:lnTo>
                  <a:pt x="339581" y="182476"/>
                </a:lnTo>
                <a:cubicBezTo>
                  <a:pt x="366778" y="155278"/>
                  <a:pt x="402666" y="141636"/>
                  <a:pt x="438553" y="141636"/>
                </a:cubicBezTo>
                <a:close/>
                <a:moveTo>
                  <a:pt x="120000" y="47965"/>
                </a:moveTo>
                <a:cubicBezTo>
                  <a:pt x="80290" y="47965"/>
                  <a:pt x="47965" y="80290"/>
                  <a:pt x="47965" y="120000"/>
                </a:cubicBezTo>
                <a:lnTo>
                  <a:pt x="47965" y="600000"/>
                </a:lnTo>
                <a:cubicBezTo>
                  <a:pt x="47965" y="639711"/>
                  <a:pt x="80290" y="672035"/>
                  <a:pt x="120000" y="672035"/>
                </a:cubicBezTo>
                <a:lnTo>
                  <a:pt x="600000" y="672035"/>
                </a:lnTo>
                <a:cubicBezTo>
                  <a:pt x="639711" y="672035"/>
                  <a:pt x="672035" y="639711"/>
                  <a:pt x="672035" y="600000"/>
                </a:cubicBezTo>
                <a:lnTo>
                  <a:pt x="672035" y="120000"/>
                </a:lnTo>
                <a:cubicBezTo>
                  <a:pt x="672035" y="80290"/>
                  <a:pt x="639711" y="47965"/>
                  <a:pt x="600000" y="47965"/>
                </a:cubicBezTo>
                <a:close/>
                <a:moveTo>
                  <a:pt x="120000" y="0"/>
                </a:moveTo>
                <a:lnTo>
                  <a:pt x="600000" y="0"/>
                </a:lnTo>
                <a:cubicBezTo>
                  <a:pt x="666040" y="0"/>
                  <a:pt x="720000" y="54048"/>
                  <a:pt x="720000" y="120000"/>
                </a:cubicBezTo>
                <a:lnTo>
                  <a:pt x="720000" y="600000"/>
                </a:lnTo>
                <a:cubicBezTo>
                  <a:pt x="720000" y="666039"/>
                  <a:pt x="666040" y="720000"/>
                  <a:pt x="600000" y="720000"/>
                </a:cubicBezTo>
                <a:lnTo>
                  <a:pt x="120000" y="720000"/>
                </a:lnTo>
                <a:cubicBezTo>
                  <a:pt x="53961" y="720000"/>
                  <a:pt x="0" y="666039"/>
                  <a:pt x="0" y="600000"/>
                </a:cubicBezTo>
                <a:lnTo>
                  <a:pt x="0" y="120000"/>
                </a:lnTo>
                <a:cubicBezTo>
                  <a:pt x="0" y="53961"/>
                  <a:pt x="53961" y="0"/>
                  <a:pt x="120000" y="0"/>
                </a:cubicBezTo>
                <a:close/>
              </a:path>
            </a:pathLst>
          </a:custGeom>
          <a:solidFill>
            <a:schemeClr val="tx1">
              <a:lumMod val="85000"/>
              <a:lumOff val="15000"/>
            </a:schemeClr>
          </a:solidFill>
          <a:ln w="12700" cap="sq">
            <a:noFill/>
            <a:miter/>
          </a:ln>
        </p:spPr>
        <p:txBody>
          <a:bodyPr vert="horz" wrap="square" lIns="91440" tIns="45720" rIns="91440" bIns="45720" rtlCol="0" anchor="ctr"/>
          <a:lstStyle/>
          <a:p>
            <a:pPr algn="ctr"/>
            <a:endParaRPr kumimoji="1" lang="zh-CN" altLang="en-US"/>
          </a:p>
        </p:txBody>
      </p:sp>
      <p:sp>
        <p:nvSpPr>
          <p:cNvPr id="11" name="标题 1"/>
          <p:cNvSpPr txBox="1"/>
          <p:nvPr/>
        </p:nvSpPr>
        <p:spPr>
          <a:xfrm>
            <a:off x="1216516" y="781228"/>
            <a:ext cx="254795" cy="240150"/>
          </a:xfrm>
          <a:custGeom>
            <a:avLst/>
            <a:gdLst>
              <a:gd name="connsiteX0" fmla="*/ 1110072 w 1498885"/>
              <a:gd name="connsiteY0" fmla="*/ 1039039 h 1412736"/>
              <a:gd name="connsiteX1" fmla="*/ 1149511 w 1498885"/>
              <a:gd name="connsiteY1" fmla="*/ 1055363 h 1412736"/>
              <a:gd name="connsiteX2" fmla="*/ 1371451 w 1498885"/>
              <a:gd name="connsiteY2" fmla="*/ 1277303 h 1412736"/>
              <a:gd name="connsiteX3" fmla="*/ 1371451 w 1498885"/>
              <a:gd name="connsiteY3" fmla="*/ 1356182 h 1412736"/>
              <a:gd name="connsiteX4" fmla="*/ 1332012 w 1498885"/>
              <a:gd name="connsiteY4" fmla="*/ 1372553 h 1412736"/>
              <a:gd name="connsiteX5" fmla="*/ 1292572 w 1498885"/>
              <a:gd name="connsiteY5" fmla="*/ 1356182 h 1412736"/>
              <a:gd name="connsiteX6" fmla="*/ 1070632 w 1498885"/>
              <a:gd name="connsiteY6" fmla="*/ 1134242 h 1412736"/>
              <a:gd name="connsiteX7" fmla="*/ 1070632 w 1498885"/>
              <a:gd name="connsiteY7" fmla="*/ 1055363 h 1412736"/>
              <a:gd name="connsiteX8" fmla="*/ 1110072 w 1498885"/>
              <a:gd name="connsiteY8" fmla="*/ 1039039 h 1412736"/>
              <a:gd name="connsiteX9" fmla="*/ 1110072 w 1498885"/>
              <a:gd name="connsiteY9" fmla="*/ 705989 h 1412736"/>
              <a:gd name="connsiteX10" fmla="*/ 1443075 w 1498885"/>
              <a:gd name="connsiteY10" fmla="*/ 705989 h 1412736"/>
              <a:gd name="connsiteX11" fmla="*/ 1498885 w 1498885"/>
              <a:gd name="connsiteY11" fmla="*/ 761800 h 1412736"/>
              <a:gd name="connsiteX12" fmla="*/ 1443075 w 1498885"/>
              <a:gd name="connsiteY12" fmla="*/ 817611 h 1412736"/>
              <a:gd name="connsiteX13" fmla="*/ 1110072 w 1498885"/>
              <a:gd name="connsiteY13" fmla="*/ 817611 h 1412736"/>
              <a:gd name="connsiteX14" fmla="*/ 1054261 w 1498885"/>
              <a:gd name="connsiteY14" fmla="*/ 761800 h 1412736"/>
              <a:gd name="connsiteX15" fmla="*/ 1110072 w 1498885"/>
              <a:gd name="connsiteY15" fmla="*/ 705989 h 1412736"/>
              <a:gd name="connsiteX16" fmla="*/ 1332012 w 1498885"/>
              <a:gd name="connsiteY16" fmla="*/ 151093 h 1412736"/>
              <a:gd name="connsiteX17" fmla="*/ 1371451 w 1498885"/>
              <a:gd name="connsiteY17" fmla="*/ 167418 h 1412736"/>
              <a:gd name="connsiteX18" fmla="*/ 1371451 w 1498885"/>
              <a:gd name="connsiteY18" fmla="*/ 246297 h 1412736"/>
              <a:gd name="connsiteX19" fmla="*/ 1149511 w 1498885"/>
              <a:gd name="connsiteY19" fmla="*/ 468236 h 1412736"/>
              <a:gd name="connsiteX20" fmla="*/ 1110072 w 1498885"/>
              <a:gd name="connsiteY20" fmla="*/ 484608 h 1412736"/>
              <a:gd name="connsiteX21" fmla="*/ 1070632 w 1498885"/>
              <a:gd name="connsiteY21" fmla="*/ 468236 h 1412736"/>
              <a:gd name="connsiteX22" fmla="*/ 1070632 w 1498885"/>
              <a:gd name="connsiteY22" fmla="*/ 389358 h 1412736"/>
              <a:gd name="connsiteX23" fmla="*/ 1292572 w 1498885"/>
              <a:gd name="connsiteY23" fmla="*/ 167418 h 1412736"/>
              <a:gd name="connsiteX24" fmla="*/ 1332012 w 1498885"/>
              <a:gd name="connsiteY24" fmla="*/ 151093 h 1412736"/>
              <a:gd name="connsiteX25" fmla="*/ 709724 w 1498885"/>
              <a:gd name="connsiteY25" fmla="*/ 111607 h 1412736"/>
              <a:gd name="connsiteX26" fmla="*/ 649635 w 1498885"/>
              <a:gd name="connsiteY26" fmla="*/ 127420 h 1412736"/>
              <a:gd name="connsiteX27" fmla="*/ 174129 w 1498885"/>
              <a:gd name="connsiteY27" fmla="*/ 394752 h 1412736"/>
              <a:gd name="connsiteX28" fmla="*/ 111621 w 1498885"/>
              <a:gd name="connsiteY28" fmla="*/ 501536 h 1412736"/>
              <a:gd name="connsiteX29" fmla="*/ 111621 w 1498885"/>
              <a:gd name="connsiteY29" fmla="*/ 910814 h 1412736"/>
              <a:gd name="connsiteX30" fmla="*/ 174129 w 1498885"/>
              <a:gd name="connsiteY30" fmla="*/ 1017598 h 1412736"/>
              <a:gd name="connsiteX31" fmla="*/ 649821 w 1498885"/>
              <a:gd name="connsiteY31" fmla="*/ 1284930 h 1412736"/>
              <a:gd name="connsiteX32" fmla="*/ 771674 w 1498885"/>
              <a:gd name="connsiteY32" fmla="*/ 1283814 h 1412736"/>
              <a:gd name="connsiteX33" fmla="*/ 832321 w 1498885"/>
              <a:gd name="connsiteY33" fmla="*/ 1178146 h 1412736"/>
              <a:gd name="connsiteX34" fmla="*/ 832321 w 1498885"/>
              <a:gd name="connsiteY34" fmla="*/ 234204 h 1412736"/>
              <a:gd name="connsiteX35" fmla="*/ 771674 w 1498885"/>
              <a:gd name="connsiteY35" fmla="*/ 128536 h 1412736"/>
              <a:gd name="connsiteX36" fmla="*/ 709724 w 1498885"/>
              <a:gd name="connsiteY36" fmla="*/ 111607 h 1412736"/>
              <a:gd name="connsiteX37" fmla="*/ 711864 w 1498885"/>
              <a:gd name="connsiteY37" fmla="*/ 9 h 1412736"/>
              <a:gd name="connsiteX38" fmla="*/ 828043 w 1498885"/>
              <a:gd name="connsiteY38" fmla="*/ 32356 h 1412736"/>
              <a:gd name="connsiteX39" fmla="*/ 943942 w 1498885"/>
              <a:gd name="connsiteY39" fmla="*/ 234390 h 1412736"/>
              <a:gd name="connsiteX40" fmla="*/ 943942 w 1498885"/>
              <a:gd name="connsiteY40" fmla="*/ 1178518 h 1412736"/>
              <a:gd name="connsiteX41" fmla="*/ 828043 w 1498885"/>
              <a:gd name="connsiteY41" fmla="*/ 1380552 h 1412736"/>
              <a:gd name="connsiteX42" fmla="*/ 709910 w 1498885"/>
              <a:gd name="connsiteY42" fmla="*/ 1412736 h 1412736"/>
              <a:gd name="connsiteX43" fmla="*/ 595126 w 1498885"/>
              <a:gd name="connsiteY43" fmla="*/ 1382413 h 1412736"/>
              <a:gd name="connsiteX44" fmla="*/ 119435 w 1498885"/>
              <a:gd name="connsiteY44" fmla="*/ 1115080 h 1412736"/>
              <a:gd name="connsiteX45" fmla="*/ 0 w 1498885"/>
              <a:gd name="connsiteY45" fmla="*/ 911000 h 1412736"/>
              <a:gd name="connsiteX46" fmla="*/ 0 w 1498885"/>
              <a:gd name="connsiteY46" fmla="*/ 501722 h 1412736"/>
              <a:gd name="connsiteX47" fmla="*/ 119435 w 1498885"/>
              <a:gd name="connsiteY47" fmla="*/ 297642 h 1412736"/>
              <a:gd name="connsiteX48" fmla="*/ 595126 w 1498885"/>
              <a:gd name="connsiteY48" fmla="*/ 30309 h 1412736"/>
              <a:gd name="connsiteX49" fmla="*/ 711864 w 1498885"/>
              <a:gd name="connsiteY49" fmla="*/ 9 h 1412736"/>
            </a:gdLst>
            <a:ahLst/>
            <a:cxnLst/>
            <a:rect l="l" t="t" r="r" b="b"/>
            <a:pathLst>
              <a:path w="1498885" h="1412736">
                <a:moveTo>
                  <a:pt x="1110072" y="1039039"/>
                </a:moveTo>
                <a:cubicBezTo>
                  <a:pt x="1124350" y="1039039"/>
                  <a:pt x="1138628" y="1044480"/>
                  <a:pt x="1149511" y="1055363"/>
                </a:cubicBezTo>
                <a:lnTo>
                  <a:pt x="1371451" y="1277303"/>
                </a:lnTo>
                <a:cubicBezTo>
                  <a:pt x="1393217" y="1299070"/>
                  <a:pt x="1393217" y="1334416"/>
                  <a:pt x="1371451" y="1356182"/>
                </a:cubicBezTo>
                <a:cubicBezTo>
                  <a:pt x="1360661" y="1366972"/>
                  <a:pt x="1346336" y="1372553"/>
                  <a:pt x="1332012" y="1372553"/>
                </a:cubicBezTo>
                <a:cubicBezTo>
                  <a:pt x="1317687" y="1372553"/>
                  <a:pt x="1303362" y="1367158"/>
                  <a:pt x="1292572" y="1356182"/>
                </a:cubicBezTo>
                <a:lnTo>
                  <a:pt x="1070632" y="1134242"/>
                </a:lnTo>
                <a:cubicBezTo>
                  <a:pt x="1048866" y="1112476"/>
                  <a:pt x="1048866" y="1077130"/>
                  <a:pt x="1070632" y="1055363"/>
                </a:cubicBezTo>
                <a:cubicBezTo>
                  <a:pt x="1081515" y="1044480"/>
                  <a:pt x="1095793" y="1039039"/>
                  <a:pt x="1110072" y="1039039"/>
                </a:cubicBezTo>
                <a:close/>
                <a:moveTo>
                  <a:pt x="1110072" y="705989"/>
                </a:moveTo>
                <a:lnTo>
                  <a:pt x="1443075" y="705989"/>
                </a:lnTo>
                <a:cubicBezTo>
                  <a:pt x="1473956" y="705989"/>
                  <a:pt x="1498885" y="730918"/>
                  <a:pt x="1498885" y="761800"/>
                </a:cubicBezTo>
                <a:cubicBezTo>
                  <a:pt x="1498885" y="792682"/>
                  <a:pt x="1473770" y="817611"/>
                  <a:pt x="1443075" y="817611"/>
                </a:cubicBezTo>
                <a:lnTo>
                  <a:pt x="1110072" y="817611"/>
                </a:lnTo>
                <a:cubicBezTo>
                  <a:pt x="1079190" y="817611"/>
                  <a:pt x="1054261" y="792682"/>
                  <a:pt x="1054261" y="761800"/>
                </a:cubicBezTo>
                <a:cubicBezTo>
                  <a:pt x="1054261" y="730918"/>
                  <a:pt x="1079190" y="705989"/>
                  <a:pt x="1110072" y="705989"/>
                </a:cubicBezTo>
                <a:close/>
                <a:moveTo>
                  <a:pt x="1332012" y="151093"/>
                </a:moveTo>
                <a:cubicBezTo>
                  <a:pt x="1346290" y="151093"/>
                  <a:pt x="1360568" y="156535"/>
                  <a:pt x="1371451" y="167418"/>
                </a:cubicBezTo>
                <a:cubicBezTo>
                  <a:pt x="1393217" y="189184"/>
                  <a:pt x="1393217" y="224530"/>
                  <a:pt x="1371451" y="246297"/>
                </a:cubicBezTo>
                <a:lnTo>
                  <a:pt x="1149511" y="468236"/>
                </a:lnTo>
                <a:cubicBezTo>
                  <a:pt x="1138721" y="479213"/>
                  <a:pt x="1124396" y="484608"/>
                  <a:pt x="1110072" y="484608"/>
                </a:cubicBezTo>
                <a:cubicBezTo>
                  <a:pt x="1095747" y="484608"/>
                  <a:pt x="1081422" y="479213"/>
                  <a:pt x="1070632" y="468236"/>
                </a:cubicBezTo>
                <a:cubicBezTo>
                  <a:pt x="1048866" y="446470"/>
                  <a:pt x="1048866" y="411124"/>
                  <a:pt x="1070632" y="389358"/>
                </a:cubicBezTo>
                <a:lnTo>
                  <a:pt x="1292572" y="167418"/>
                </a:lnTo>
                <a:cubicBezTo>
                  <a:pt x="1303455" y="156535"/>
                  <a:pt x="1317733" y="151093"/>
                  <a:pt x="1332012" y="151093"/>
                </a:cubicBezTo>
                <a:close/>
                <a:moveTo>
                  <a:pt x="709724" y="111607"/>
                </a:moveTo>
                <a:cubicBezTo>
                  <a:pt x="689074" y="111607"/>
                  <a:pt x="668610" y="116816"/>
                  <a:pt x="649635" y="127420"/>
                </a:cubicBezTo>
                <a:lnTo>
                  <a:pt x="174129" y="394752"/>
                </a:lnTo>
                <a:cubicBezTo>
                  <a:pt x="135620" y="416332"/>
                  <a:pt x="111621" y="457260"/>
                  <a:pt x="111621" y="501536"/>
                </a:cubicBezTo>
                <a:lnTo>
                  <a:pt x="111621" y="910814"/>
                </a:lnTo>
                <a:cubicBezTo>
                  <a:pt x="111621" y="955090"/>
                  <a:pt x="135620" y="996018"/>
                  <a:pt x="174129" y="1017598"/>
                </a:cubicBezTo>
                <a:lnTo>
                  <a:pt x="649821" y="1284930"/>
                </a:lnTo>
                <a:cubicBezTo>
                  <a:pt x="688144" y="1306510"/>
                  <a:pt x="733723" y="1306138"/>
                  <a:pt x="771674" y="1283814"/>
                </a:cubicBezTo>
                <a:cubicBezTo>
                  <a:pt x="809625" y="1261676"/>
                  <a:pt x="832321" y="1222050"/>
                  <a:pt x="832321" y="1178146"/>
                </a:cubicBezTo>
                <a:lnTo>
                  <a:pt x="832321" y="234204"/>
                </a:lnTo>
                <a:cubicBezTo>
                  <a:pt x="832321" y="190113"/>
                  <a:pt x="809625" y="150674"/>
                  <a:pt x="771674" y="128536"/>
                </a:cubicBezTo>
                <a:cubicBezTo>
                  <a:pt x="752326" y="117188"/>
                  <a:pt x="731118" y="111607"/>
                  <a:pt x="709724" y="111607"/>
                </a:cubicBezTo>
                <a:close/>
                <a:moveTo>
                  <a:pt x="711864" y="9"/>
                </a:moveTo>
                <a:cubicBezTo>
                  <a:pt x="751861" y="358"/>
                  <a:pt x="791766" y="11148"/>
                  <a:pt x="828043" y="32356"/>
                </a:cubicBezTo>
                <a:cubicBezTo>
                  <a:pt x="900596" y="74772"/>
                  <a:pt x="943942" y="150302"/>
                  <a:pt x="943942" y="234390"/>
                </a:cubicBezTo>
                <a:lnTo>
                  <a:pt x="943942" y="1178518"/>
                </a:lnTo>
                <a:cubicBezTo>
                  <a:pt x="943942" y="1262606"/>
                  <a:pt x="900596" y="1338136"/>
                  <a:pt x="828043" y="1380552"/>
                </a:cubicBezTo>
                <a:cubicBezTo>
                  <a:pt x="791208" y="1401946"/>
                  <a:pt x="750466" y="1412736"/>
                  <a:pt x="709910" y="1412736"/>
                </a:cubicBezTo>
                <a:cubicBezTo>
                  <a:pt x="670471" y="1412736"/>
                  <a:pt x="631217" y="1402691"/>
                  <a:pt x="595126" y="1382413"/>
                </a:cubicBezTo>
                <a:lnTo>
                  <a:pt x="119435" y="1115080"/>
                </a:lnTo>
                <a:cubicBezTo>
                  <a:pt x="45765" y="1073594"/>
                  <a:pt x="0" y="995460"/>
                  <a:pt x="0" y="911000"/>
                </a:cubicBezTo>
                <a:lnTo>
                  <a:pt x="0" y="501722"/>
                </a:lnTo>
                <a:cubicBezTo>
                  <a:pt x="0" y="417262"/>
                  <a:pt x="45765" y="338942"/>
                  <a:pt x="119435" y="297642"/>
                </a:cubicBezTo>
                <a:lnTo>
                  <a:pt x="595126" y="30309"/>
                </a:lnTo>
                <a:cubicBezTo>
                  <a:pt x="631775" y="9752"/>
                  <a:pt x="671866" y="-340"/>
                  <a:pt x="711864" y="9"/>
                </a:cubicBezTo>
                <a:close/>
              </a:path>
            </a:pathLst>
          </a:custGeom>
          <a:solidFill>
            <a:schemeClr val="tx1">
              <a:lumMod val="85000"/>
              <a:lumOff val="15000"/>
            </a:schemeClr>
          </a:solidFill>
          <a:ln w="12700" cap="sq">
            <a:noFill/>
            <a:miter/>
          </a:ln>
        </p:spPr>
        <p:txBody>
          <a:bodyPr vert="horz" wrap="square" lIns="91440" tIns="45720" rIns="91440" bIns="45720" rtlCol="0" anchor="ctr"/>
          <a:lstStyle/>
          <a:p>
            <a:pPr algn="ctr"/>
            <a:endParaRPr kumimoji="1" lang="zh-CN" altLang="en-US"/>
          </a:p>
        </p:txBody>
      </p:sp>
      <p:sp>
        <p:nvSpPr>
          <p:cNvPr id="12" name="标题 1"/>
          <p:cNvSpPr txBox="1"/>
          <p:nvPr/>
        </p:nvSpPr>
        <p:spPr>
          <a:xfrm>
            <a:off x="1772651" y="773905"/>
            <a:ext cx="254757" cy="254795"/>
          </a:xfrm>
          <a:custGeom>
            <a:avLst/>
            <a:gdLst>
              <a:gd name="connsiteX0" fmla="*/ 669168 w 1599855"/>
              <a:gd name="connsiteY0" fmla="*/ 111621 h 1600088"/>
              <a:gd name="connsiteX1" fmla="*/ 886086 w 1599855"/>
              <a:gd name="connsiteY1" fmla="*/ 155339 h 1600088"/>
              <a:gd name="connsiteX2" fmla="*/ 1063377 w 1599855"/>
              <a:gd name="connsiteY2" fmla="*/ 274960 h 1600088"/>
              <a:gd name="connsiteX3" fmla="*/ 1182998 w 1599855"/>
              <a:gd name="connsiteY3" fmla="*/ 452251 h 1600088"/>
              <a:gd name="connsiteX4" fmla="*/ 1226716 w 1599855"/>
              <a:gd name="connsiteY4" fmla="*/ 669168 h 1600088"/>
              <a:gd name="connsiteX5" fmla="*/ 1182998 w 1599855"/>
              <a:gd name="connsiteY5" fmla="*/ 886085 h 1600088"/>
              <a:gd name="connsiteX6" fmla="*/ 1063377 w 1599855"/>
              <a:gd name="connsiteY6" fmla="*/ 1063377 h 1600088"/>
              <a:gd name="connsiteX7" fmla="*/ 886086 w 1599855"/>
              <a:gd name="connsiteY7" fmla="*/ 1182998 h 1600088"/>
              <a:gd name="connsiteX8" fmla="*/ 669168 w 1599855"/>
              <a:gd name="connsiteY8" fmla="*/ 1226716 h 1600088"/>
              <a:gd name="connsiteX9" fmla="*/ 452251 w 1599855"/>
              <a:gd name="connsiteY9" fmla="*/ 1182998 h 1600088"/>
              <a:gd name="connsiteX10" fmla="*/ 274960 w 1599855"/>
              <a:gd name="connsiteY10" fmla="*/ 1063377 h 1600088"/>
              <a:gd name="connsiteX11" fmla="*/ 155339 w 1599855"/>
              <a:gd name="connsiteY11" fmla="*/ 886085 h 1600088"/>
              <a:gd name="connsiteX12" fmla="*/ 111621 w 1599855"/>
              <a:gd name="connsiteY12" fmla="*/ 669168 h 1600088"/>
              <a:gd name="connsiteX13" fmla="*/ 155339 w 1599855"/>
              <a:gd name="connsiteY13" fmla="*/ 452251 h 1600088"/>
              <a:gd name="connsiteX14" fmla="*/ 274960 w 1599855"/>
              <a:gd name="connsiteY14" fmla="*/ 274960 h 1600088"/>
              <a:gd name="connsiteX15" fmla="*/ 452251 w 1599855"/>
              <a:gd name="connsiteY15" fmla="*/ 155339 h 1600088"/>
              <a:gd name="connsiteX16" fmla="*/ 669168 w 1599855"/>
              <a:gd name="connsiteY16" fmla="*/ 111621 h 1600088"/>
              <a:gd name="connsiteX17" fmla="*/ 669168 w 1599855"/>
              <a:gd name="connsiteY17" fmla="*/ 0 h 1600088"/>
              <a:gd name="connsiteX18" fmla="*/ 0 w 1599855"/>
              <a:gd name="connsiteY18" fmla="*/ 669168 h 1600088"/>
              <a:gd name="connsiteX19" fmla="*/ 669168 w 1599855"/>
              <a:gd name="connsiteY19" fmla="*/ 1338337 h 1600088"/>
              <a:gd name="connsiteX20" fmla="*/ 1338337 w 1599855"/>
              <a:gd name="connsiteY20" fmla="*/ 669168 h 1600088"/>
              <a:gd name="connsiteX21" fmla="*/ 669168 w 1599855"/>
              <a:gd name="connsiteY21" fmla="*/ 0 h 1600088"/>
              <a:gd name="connsiteX22" fmla="*/ 1544278 w 1599855"/>
              <a:gd name="connsiteY22" fmla="*/ 1600088 h 1600088"/>
              <a:gd name="connsiteX23" fmla="*/ 1504838 w 1599855"/>
              <a:gd name="connsiteY23" fmla="*/ 1583717 h 1600088"/>
              <a:gd name="connsiteX24" fmla="*/ 1247366 w 1599855"/>
              <a:gd name="connsiteY24" fmla="*/ 1326431 h 1600088"/>
              <a:gd name="connsiteX25" fmla="*/ 1247366 w 1599855"/>
              <a:gd name="connsiteY25" fmla="*/ 1247552 h 1600088"/>
              <a:gd name="connsiteX26" fmla="*/ 1326245 w 1599855"/>
              <a:gd name="connsiteY26" fmla="*/ 1247552 h 1600088"/>
              <a:gd name="connsiteX27" fmla="*/ 1583531 w 1599855"/>
              <a:gd name="connsiteY27" fmla="*/ 1504838 h 1600088"/>
              <a:gd name="connsiteX28" fmla="*/ 1583531 w 1599855"/>
              <a:gd name="connsiteY28" fmla="*/ 1583717 h 1600088"/>
              <a:gd name="connsiteX29" fmla="*/ 1544278 w 1599855"/>
              <a:gd name="connsiteY29" fmla="*/ 1600088 h 1600088"/>
            </a:gdLst>
            <a:ahLst/>
            <a:cxnLst/>
            <a:rect l="l" t="t" r="r" b="b"/>
            <a:pathLst>
              <a:path w="1599855" h="1600088">
                <a:moveTo>
                  <a:pt x="669168" y="111621"/>
                </a:moveTo>
                <a:cubicBezTo>
                  <a:pt x="744513" y="111621"/>
                  <a:pt x="817438" y="126318"/>
                  <a:pt x="886086" y="155339"/>
                </a:cubicBezTo>
                <a:cubicBezTo>
                  <a:pt x="952500" y="183431"/>
                  <a:pt x="1012031" y="223614"/>
                  <a:pt x="1063377" y="274960"/>
                </a:cubicBezTo>
                <a:cubicBezTo>
                  <a:pt x="1114537" y="326120"/>
                  <a:pt x="1154906" y="385837"/>
                  <a:pt x="1182998" y="452251"/>
                </a:cubicBezTo>
                <a:cubicBezTo>
                  <a:pt x="1212019" y="520898"/>
                  <a:pt x="1226716" y="594010"/>
                  <a:pt x="1226716" y="669168"/>
                </a:cubicBezTo>
                <a:cubicBezTo>
                  <a:pt x="1226716" y="744327"/>
                  <a:pt x="1212019" y="817438"/>
                  <a:pt x="1182998" y="886085"/>
                </a:cubicBezTo>
                <a:cubicBezTo>
                  <a:pt x="1154906" y="952500"/>
                  <a:pt x="1114723" y="1012031"/>
                  <a:pt x="1063377" y="1063377"/>
                </a:cubicBezTo>
                <a:cubicBezTo>
                  <a:pt x="1012217" y="1114537"/>
                  <a:pt x="952500" y="1154906"/>
                  <a:pt x="886086" y="1182998"/>
                </a:cubicBezTo>
                <a:cubicBezTo>
                  <a:pt x="817438" y="1212019"/>
                  <a:pt x="744327" y="1226716"/>
                  <a:pt x="669168" y="1226716"/>
                </a:cubicBezTo>
                <a:cubicBezTo>
                  <a:pt x="594010" y="1226716"/>
                  <a:pt x="520898" y="1212019"/>
                  <a:pt x="452251" y="1182998"/>
                </a:cubicBezTo>
                <a:cubicBezTo>
                  <a:pt x="385837" y="1154906"/>
                  <a:pt x="326306" y="1114723"/>
                  <a:pt x="274960" y="1063377"/>
                </a:cubicBezTo>
                <a:cubicBezTo>
                  <a:pt x="223800" y="1012217"/>
                  <a:pt x="183431" y="952500"/>
                  <a:pt x="155339" y="886085"/>
                </a:cubicBezTo>
                <a:cubicBezTo>
                  <a:pt x="126318" y="817438"/>
                  <a:pt x="111621" y="744327"/>
                  <a:pt x="111621" y="669168"/>
                </a:cubicBezTo>
                <a:cubicBezTo>
                  <a:pt x="111621" y="594010"/>
                  <a:pt x="126318" y="520898"/>
                  <a:pt x="155339" y="452251"/>
                </a:cubicBezTo>
                <a:cubicBezTo>
                  <a:pt x="183431" y="385837"/>
                  <a:pt x="223614" y="326306"/>
                  <a:pt x="274960" y="274960"/>
                </a:cubicBezTo>
                <a:cubicBezTo>
                  <a:pt x="326306" y="223614"/>
                  <a:pt x="385837" y="183431"/>
                  <a:pt x="452251" y="155339"/>
                </a:cubicBezTo>
                <a:cubicBezTo>
                  <a:pt x="520898" y="126318"/>
                  <a:pt x="593824" y="111621"/>
                  <a:pt x="669168" y="111621"/>
                </a:cubicBezTo>
                <a:moveTo>
                  <a:pt x="669168" y="0"/>
                </a:moveTo>
                <a:cubicBezTo>
                  <a:pt x="299517" y="0"/>
                  <a:pt x="0" y="299517"/>
                  <a:pt x="0" y="669168"/>
                </a:cubicBezTo>
                <a:cubicBezTo>
                  <a:pt x="0" y="1038820"/>
                  <a:pt x="299517" y="1338337"/>
                  <a:pt x="669168" y="1338337"/>
                </a:cubicBezTo>
                <a:cubicBezTo>
                  <a:pt x="1038820" y="1338337"/>
                  <a:pt x="1338337" y="1038820"/>
                  <a:pt x="1338337" y="669168"/>
                </a:cubicBezTo>
                <a:cubicBezTo>
                  <a:pt x="1338337" y="299703"/>
                  <a:pt x="1038820" y="0"/>
                  <a:pt x="669168" y="0"/>
                </a:cubicBezTo>
                <a:close/>
                <a:moveTo>
                  <a:pt x="1544278" y="1600088"/>
                </a:moveTo>
                <a:cubicBezTo>
                  <a:pt x="1529953" y="1600088"/>
                  <a:pt x="1515628" y="1594693"/>
                  <a:pt x="1504838" y="1583717"/>
                </a:cubicBezTo>
                <a:lnTo>
                  <a:pt x="1247366" y="1326431"/>
                </a:lnTo>
                <a:cubicBezTo>
                  <a:pt x="1225600" y="1304665"/>
                  <a:pt x="1225600" y="1269318"/>
                  <a:pt x="1247366" y="1247552"/>
                </a:cubicBezTo>
                <a:cubicBezTo>
                  <a:pt x="1269132" y="1225786"/>
                  <a:pt x="1304479" y="1225786"/>
                  <a:pt x="1326245" y="1247552"/>
                </a:cubicBezTo>
                <a:lnTo>
                  <a:pt x="1583531" y="1504838"/>
                </a:lnTo>
                <a:cubicBezTo>
                  <a:pt x="1605297" y="1526605"/>
                  <a:pt x="1605297" y="1561951"/>
                  <a:pt x="1583531" y="1583717"/>
                </a:cubicBezTo>
                <a:cubicBezTo>
                  <a:pt x="1572927" y="1594693"/>
                  <a:pt x="1558603" y="1600088"/>
                  <a:pt x="1544278" y="1600088"/>
                </a:cubicBezTo>
                <a:close/>
              </a:path>
            </a:pathLst>
          </a:custGeom>
          <a:solidFill>
            <a:schemeClr val="tx1">
              <a:lumMod val="85000"/>
              <a:lumOff val="15000"/>
            </a:schemeClr>
          </a:solidFill>
          <a:ln w="12700" cap="sq">
            <a:noFill/>
            <a:miter/>
          </a:ln>
        </p:spPr>
        <p:txBody>
          <a:bodyPr vert="horz" wrap="square" lIns="91440" tIns="45720" rIns="91440" bIns="45720" rtlCol="0" anchor="ctr"/>
          <a:lstStyle/>
          <a:p>
            <a:pPr algn="ctr"/>
            <a:endParaRPr kumimoji="1" lang="zh-CN" altLang="en-US"/>
          </a:p>
        </p:txBody>
      </p:sp>
      <p:sp>
        <p:nvSpPr>
          <p:cNvPr id="14" name="标题 1"/>
          <p:cNvSpPr txBox="1"/>
          <p:nvPr/>
        </p:nvSpPr>
        <p:spPr>
          <a:xfrm>
            <a:off x="0" y="0"/>
            <a:ext cx="482600" cy="6870700"/>
          </a:xfrm>
          <a:prstGeom prst="rect">
            <a:avLst/>
          </a:prstGeom>
          <a:solidFill>
            <a:srgbClr val="C53645">
              <a:alpha val="100000"/>
            </a:srgbClr>
          </a:solidFill>
        </p:spPr>
        <p:txBody>
          <a:bodyPr vert="horz" wrap="square" lIns="0" tIns="0" rIns="0" bIns="0" rtlCol="0" anchor="ctr"/>
          <a:lstStyle/>
          <a:p>
            <a:pPr algn="ctr"/>
            <a:endParaRPr kumimoji="1" lang="zh-CN" altLang="en-US"/>
          </a:p>
        </p:txBody>
      </p:sp>
      <p:pic>
        <p:nvPicPr>
          <p:cNvPr id="2" name="Imagen 1">
            <a:extLst>
              <a:ext uri="{FF2B5EF4-FFF2-40B4-BE49-F238E27FC236}">
                <a16:creationId xmlns:a16="http://schemas.microsoft.com/office/drawing/2014/main" id="{EE27565E-DF44-3149-38E4-730F3095AF6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A66AC"/>
      </a:dk2>
      <a:lt2>
        <a:srgbClr val="E0EBF6"/>
      </a:lt2>
      <a:accent1>
        <a:srgbClr val="C53645"/>
      </a:accent1>
      <a:accent2>
        <a:srgbClr val="30556B"/>
      </a:accent2>
      <a:accent3>
        <a:srgbClr val="095CB6"/>
      </a:accent3>
      <a:accent4>
        <a:srgbClr val="487ED7"/>
      </a:accent4>
      <a:accent5>
        <a:srgbClr val="909090"/>
      </a:accent5>
      <a:accent6>
        <a:srgbClr val="BEBEBE"/>
      </a:accent6>
      <a:hlink>
        <a:srgbClr val="000000"/>
      </a:hlink>
      <a:folHlink>
        <a:srgbClr val="00000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1107</Words>
  <Application>Microsoft Office PowerPoint</Application>
  <PresentationFormat>Panorámica</PresentationFormat>
  <Paragraphs>101</Paragraphs>
  <Slides>16</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16</vt:i4>
      </vt:variant>
    </vt:vector>
  </HeadingPairs>
  <TitlesOfParts>
    <vt:vector size="20" baseType="lpstr">
      <vt:lpstr>Poppins</vt:lpstr>
      <vt:lpstr>Arial</vt:lpstr>
      <vt:lpstr>poppins-bold</vt:lpstr>
      <vt:lpstr>Office 主题​​</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Sistemas Humane</cp:lastModifiedBy>
  <cp:revision>2</cp:revision>
  <dcterms:modified xsi:type="dcterms:W3CDTF">2025-11-09T16:12:45Z</dcterms:modified>
</cp:coreProperties>
</file>