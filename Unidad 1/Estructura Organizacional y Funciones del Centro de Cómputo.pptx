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61" r:id="rId7"/>
    <p:sldId id="262" r:id="rId8"/>
    <p:sldId id="278" r:id="rId9"/>
    <p:sldId id="265" r:id="rId10"/>
    <p:sldId id="276" r:id="rId11"/>
    <p:sldId id="263" r:id="rId12"/>
    <p:sldId id="264" r:id="rId13"/>
    <p:sldId id="275" r:id="rId14"/>
    <p:sldId id="266" r:id="rId15"/>
    <p:sldId id="267" r:id="rId16"/>
    <p:sldId id="277" r:id="rId17"/>
    <p:sldId id="279" r:id="rId18"/>
    <p:sldId id="270" r:id="rId19"/>
    <p:sldId id="271" r:id="rId20"/>
    <p:sldId id="274" r:id="rId21"/>
  </p:sldIdLst>
  <p:sldSz cx="12192000" cy="6858000"/>
  <p:notesSz cx="6858000" cy="9144000"/>
  <p:embeddedFontLst>
    <p:embeddedFont>
      <p:font typeface="等线" panose="02010600030101010101" pitchFamily="2" charset="-122"/>
      <p:regular r:id="rId22"/>
      <p:bold r:id="rId23"/>
    </p:embeddedFont>
    <p:embeddedFont>
      <p:font typeface="Poppins" panose="00000500000000000000" pitchFamily="2" charset="0"/>
      <p:regular r:id="rId24"/>
      <p:bold r:id="rId25"/>
      <p:italic r:id="rId26"/>
      <p:boldItalic r:id="rId27"/>
    </p:embeddedFont>
    <p:embeddedFont>
      <p:font typeface="poppins-bold" panose="020B0604020202020204" charset="0"/>
      <p:regular r:id="rId28"/>
    </p:embeddedFont>
  </p:embeddedFontLst>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txBox="1"/>
          <p:nvPr/>
        </p:nvSpPr>
        <p:spPr>
          <a:xfrm>
            <a:off x="501208" y="1158638"/>
            <a:ext cx="5648574" cy="4101926"/>
          </a:xfrm>
          <a:prstGeom prst="rect">
            <a:avLst/>
          </a:prstGeom>
          <a:noFill/>
          <a:ln>
            <a:noFill/>
          </a:ln>
        </p:spPr>
        <p:txBody>
          <a:bodyPr vert="horz" wrap="square" lIns="91440" tIns="45720" rIns="91440" bIns="45720" rtlCol="0" anchor="ctr"/>
          <a:lstStyle/>
          <a:p>
            <a:pPr algn="ctr"/>
            <a:r>
              <a:rPr kumimoji="1" lang="en-US" altLang="zh-CN" sz="3400" b="1" dirty="0">
                <a:ln w="12700">
                  <a:noFill/>
                </a:ln>
                <a:solidFill>
                  <a:schemeClr val="tx2"/>
                </a:solidFill>
                <a:latin typeface="Arial" panose="020B0604020202020204" pitchFamily="34" charset="0"/>
                <a:ea typeface="poppins-bold"/>
                <a:cs typeface="Arial" panose="020B0604020202020204" pitchFamily="34" charset="0"/>
              </a:rPr>
              <a:t>Administracion de </a:t>
            </a:r>
          </a:p>
          <a:p>
            <a:pPr algn="ctr"/>
            <a:r>
              <a:rPr kumimoji="1" lang="en-US" altLang="zh-CN" sz="3400" b="1" dirty="0">
                <a:ln w="12700">
                  <a:noFill/>
                </a:ln>
                <a:solidFill>
                  <a:schemeClr val="tx2"/>
                </a:solidFill>
                <a:latin typeface="Arial" panose="020B0604020202020204" pitchFamily="34" charset="0"/>
                <a:ea typeface="poppins-bold"/>
                <a:cs typeface="Arial" panose="020B0604020202020204" pitchFamily="34" charset="0"/>
              </a:rPr>
              <a:t>Centro de </a:t>
            </a:r>
            <a:r>
              <a:rPr kumimoji="1" lang="en-US" altLang="zh-CN" sz="3400" b="1" dirty="0" err="1">
                <a:ln w="12700">
                  <a:noFill/>
                </a:ln>
                <a:solidFill>
                  <a:schemeClr val="tx2"/>
                </a:solidFill>
                <a:latin typeface="Arial" panose="020B0604020202020204" pitchFamily="34" charset="0"/>
                <a:ea typeface="poppins-bold"/>
                <a:cs typeface="Arial" panose="020B0604020202020204" pitchFamily="34" charset="0"/>
              </a:rPr>
              <a:t>Computo</a:t>
            </a:r>
            <a:r>
              <a:rPr kumimoji="1" lang="en-US" altLang="zh-CN" sz="3400" b="1" dirty="0">
                <a:ln w="12700">
                  <a:noFill/>
                </a:ln>
                <a:solidFill>
                  <a:schemeClr val="tx2"/>
                </a:solidFill>
                <a:latin typeface="Arial" panose="020B0604020202020204" pitchFamily="34" charset="0"/>
                <a:ea typeface="poppins-bold"/>
                <a:cs typeface="Arial" panose="020B0604020202020204" pitchFamily="34" charset="0"/>
              </a:rPr>
              <a:t> </a:t>
            </a:r>
          </a:p>
          <a:p>
            <a:pPr algn="l"/>
            <a:endParaRPr kumimoji="1" lang="en-US" altLang="zh-CN" sz="3400" dirty="0">
              <a:ln w="12700">
                <a:noFill/>
              </a:ln>
              <a:solidFill>
                <a:srgbClr val="0B144C">
                  <a:alpha val="100000"/>
                </a:srgbClr>
              </a:solidFill>
              <a:latin typeface="poppins-bold"/>
              <a:ea typeface="poppins-bold"/>
              <a:cs typeface="poppins-bold"/>
            </a:endParaRPr>
          </a:p>
          <a:p>
            <a:pPr marL="457200" indent="-457200" algn="l">
              <a:buFont typeface="Arial" panose="020B0604020202020204" pitchFamily="34" charset="0"/>
              <a:buChar char="•"/>
            </a:pPr>
            <a:r>
              <a:rPr kumimoji="1" lang="en-US" altLang="zh-CN" sz="3400" b="1" dirty="0" err="1">
                <a:ln w="12700">
                  <a:noFill/>
                </a:ln>
                <a:solidFill>
                  <a:srgbClr val="0B144C">
                    <a:alpha val="100000"/>
                  </a:srgbClr>
                </a:solidFill>
                <a:latin typeface="Arial" panose="020B0604020202020204" pitchFamily="34" charset="0"/>
                <a:ea typeface="poppins-bold"/>
                <a:cs typeface="Arial" panose="020B0604020202020204" pitchFamily="34" charset="0"/>
              </a:rPr>
              <a:t>Concepto</a:t>
            </a:r>
            <a:r>
              <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rPr>
              <a:t> y </a:t>
            </a:r>
            <a:r>
              <a:rPr kumimoji="1" lang="en-US" altLang="zh-CN" sz="3400" b="1" dirty="0" err="1">
                <a:ln w="12700">
                  <a:noFill/>
                </a:ln>
                <a:solidFill>
                  <a:srgbClr val="0B144C">
                    <a:alpha val="100000"/>
                  </a:srgbClr>
                </a:solidFill>
                <a:latin typeface="Arial" panose="020B0604020202020204" pitchFamily="34" charset="0"/>
                <a:ea typeface="poppins-bold"/>
                <a:cs typeface="Arial" panose="020B0604020202020204" pitchFamily="34" charset="0"/>
              </a:rPr>
              <a:t>funciones</a:t>
            </a:r>
            <a:r>
              <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rPr>
              <a:t> </a:t>
            </a:r>
          </a:p>
          <a:p>
            <a:pPr algn="l"/>
            <a:endPar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endParaRPr>
          </a:p>
          <a:p>
            <a:pPr marL="457200" indent="-457200" algn="l">
              <a:buFont typeface="Arial" panose="020B0604020202020204" pitchFamily="34" charset="0"/>
              <a:buChar char="•"/>
            </a:pPr>
            <a:r>
              <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rPr>
              <a:t>Roles </a:t>
            </a:r>
            <a:r>
              <a:rPr kumimoji="1" lang="en-US" altLang="zh-CN" sz="3400" b="1" dirty="0" err="1">
                <a:ln w="12700">
                  <a:noFill/>
                </a:ln>
                <a:solidFill>
                  <a:srgbClr val="0B144C">
                    <a:alpha val="100000"/>
                  </a:srgbClr>
                </a:solidFill>
                <a:latin typeface="Arial" panose="020B0604020202020204" pitchFamily="34" charset="0"/>
                <a:ea typeface="poppins-bold"/>
                <a:cs typeface="Arial" panose="020B0604020202020204" pitchFamily="34" charset="0"/>
              </a:rPr>
              <a:t>estrategicos</a:t>
            </a:r>
            <a:r>
              <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rPr>
              <a:t> </a:t>
            </a:r>
            <a:r>
              <a:rPr kumimoji="1" lang="en-US" altLang="zh-CN" sz="3400" b="1" dirty="0" err="1">
                <a:ln w="12700">
                  <a:noFill/>
                </a:ln>
                <a:solidFill>
                  <a:srgbClr val="0B144C">
                    <a:alpha val="100000"/>
                  </a:srgbClr>
                </a:solidFill>
                <a:latin typeface="Arial" panose="020B0604020202020204" pitchFamily="34" charset="0"/>
                <a:ea typeface="poppins-bold"/>
                <a:cs typeface="Arial" panose="020B0604020202020204" pitchFamily="34" charset="0"/>
              </a:rPr>
              <a:t>en</a:t>
            </a:r>
            <a:r>
              <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rPr>
              <a:t> la </a:t>
            </a:r>
            <a:r>
              <a:rPr kumimoji="1" lang="en-US" altLang="zh-CN" sz="3400" b="1" dirty="0" err="1">
                <a:ln w="12700">
                  <a:noFill/>
                </a:ln>
                <a:solidFill>
                  <a:srgbClr val="0B144C">
                    <a:alpha val="100000"/>
                  </a:srgbClr>
                </a:solidFill>
                <a:latin typeface="Arial" panose="020B0604020202020204" pitchFamily="34" charset="0"/>
                <a:ea typeface="poppins-bold"/>
                <a:cs typeface="Arial" panose="020B0604020202020204" pitchFamily="34" charset="0"/>
              </a:rPr>
              <a:t>empresa</a:t>
            </a:r>
            <a:r>
              <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rPr>
              <a:t> </a:t>
            </a:r>
          </a:p>
          <a:p>
            <a:pPr algn="l"/>
            <a:endPar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endParaRPr>
          </a:p>
          <a:p>
            <a:pPr marL="457200" indent="-457200" algn="l">
              <a:buFont typeface="Arial" panose="020B0604020202020204" pitchFamily="34" charset="0"/>
              <a:buChar char="•"/>
            </a:pPr>
            <a:r>
              <a:rPr kumimoji="1" lang="en-US" altLang="zh-CN" sz="3400" b="1" dirty="0" err="1">
                <a:ln w="12700">
                  <a:noFill/>
                </a:ln>
                <a:solidFill>
                  <a:srgbClr val="0B144C">
                    <a:alpha val="100000"/>
                  </a:srgbClr>
                </a:solidFill>
                <a:latin typeface="Arial" panose="020B0604020202020204" pitchFamily="34" charset="0"/>
                <a:ea typeface="poppins-bold"/>
                <a:cs typeface="Arial" panose="020B0604020202020204" pitchFamily="34" charset="0"/>
              </a:rPr>
              <a:t>Ejemplos</a:t>
            </a:r>
            <a:r>
              <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rPr>
              <a:t> </a:t>
            </a:r>
            <a:r>
              <a:rPr kumimoji="1" lang="en-US" altLang="zh-CN" sz="3400" b="1" dirty="0" err="1">
                <a:ln w="12700">
                  <a:noFill/>
                </a:ln>
                <a:solidFill>
                  <a:srgbClr val="0B144C">
                    <a:alpha val="100000"/>
                  </a:srgbClr>
                </a:solidFill>
                <a:latin typeface="Arial" panose="020B0604020202020204" pitchFamily="34" charset="0"/>
                <a:ea typeface="poppins-bold"/>
                <a:cs typeface="Arial" panose="020B0604020202020204" pitchFamily="34" charset="0"/>
              </a:rPr>
              <a:t>en</a:t>
            </a:r>
            <a:r>
              <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rPr>
              <a:t> las </a:t>
            </a:r>
            <a:r>
              <a:rPr kumimoji="1" lang="en-US" altLang="zh-CN" sz="3400" b="1" dirty="0" err="1">
                <a:ln w="12700">
                  <a:noFill/>
                </a:ln>
                <a:solidFill>
                  <a:srgbClr val="0B144C">
                    <a:alpha val="100000"/>
                  </a:srgbClr>
                </a:solidFill>
                <a:latin typeface="Arial" panose="020B0604020202020204" pitchFamily="34" charset="0"/>
                <a:ea typeface="poppins-bold"/>
                <a:cs typeface="Arial" panose="020B0604020202020204" pitchFamily="34" charset="0"/>
              </a:rPr>
              <a:t>estructuras</a:t>
            </a:r>
            <a:r>
              <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rPr>
              <a:t> </a:t>
            </a:r>
            <a:r>
              <a:rPr kumimoji="1" lang="en-US" altLang="zh-CN" sz="3400" b="1" dirty="0" err="1">
                <a:ln w="12700">
                  <a:noFill/>
                </a:ln>
                <a:solidFill>
                  <a:srgbClr val="0B144C">
                    <a:alpha val="100000"/>
                  </a:srgbClr>
                </a:solidFill>
                <a:latin typeface="Arial" panose="020B0604020202020204" pitchFamily="34" charset="0"/>
                <a:ea typeface="poppins-bold"/>
                <a:cs typeface="Arial" panose="020B0604020202020204" pitchFamily="34" charset="0"/>
              </a:rPr>
              <a:t>organizacionales</a:t>
            </a:r>
            <a:r>
              <a:rPr kumimoji="1" lang="en-US" altLang="zh-CN" sz="3400" b="1" dirty="0">
                <a:ln w="12700">
                  <a:noFill/>
                </a:ln>
                <a:solidFill>
                  <a:srgbClr val="0B144C">
                    <a:alpha val="100000"/>
                  </a:srgbClr>
                </a:solidFill>
                <a:latin typeface="Arial" panose="020B0604020202020204" pitchFamily="34" charset="0"/>
                <a:ea typeface="poppins-bold"/>
                <a:cs typeface="Arial" panose="020B0604020202020204" pitchFamily="34" charset="0"/>
              </a:rPr>
              <a:t> </a:t>
            </a:r>
          </a:p>
          <a:p>
            <a:pPr algn="l"/>
            <a:endParaRPr kumimoji="1" lang="zh-CN" altLang="en-US" dirty="0"/>
          </a:p>
        </p:txBody>
      </p:sp>
      <p:grpSp>
        <p:nvGrpSpPr>
          <p:cNvPr id="7" name="Grupo 6"/>
          <p:cNvGrpSpPr/>
          <p:nvPr/>
        </p:nvGrpSpPr>
        <p:grpSpPr>
          <a:xfrm>
            <a:off x="365877" y="6308908"/>
            <a:ext cx="2106697" cy="246048"/>
            <a:chOff x="365877" y="6308908"/>
            <a:chExt cx="2106697" cy="246048"/>
          </a:xfrm>
        </p:grpSpPr>
        <p:sp>
          <p:nvSpPr>
            <p:cNvPr id="8" name="标题 1"/>
            <p:cNvSpPr txBox="1"/>
            <p:nvPr/>
          </p:nvSpPr>
          <p:spPr>
            <a:xfrm rot="5400000">
              <a:off x="348909"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rot="5400000">
              <a:off x="619563" y="6325877"/>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rot="5400000">
              <a:off x="2243498"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5400000">
              <a:off x="1160874"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5400000">
              <a:off x="890220"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5400000">
              <a:off x="1431531"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5400000">
              <a:off x="1702188"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rot="5400000">
              <a:off x="1972842"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grpSp>
        <p:nvGrpSpPr>
          <p:cNvPr id="26" name="Grupo 25"/>
          <p:cNvGrpSpPr/>
          <p:nvPr/>
        </p:nvGrpSpPr>
        <p:grpSpPr>
          <a:xfrm>
            <a:off x="10219417" y="5557873"/>
            <a:ext cx="1412831" cy="591671"/>
            <a:chOff x="10219417" y="5557873"/>
            <a:chExt cx="1412831" cy="591671"/>
          </a:xfrm>
        </p:grpSpPr>
        <p:sp>
          <p:nvSpPr>
            <p:cNvPr id="27" name="标题 1"/>
            <p:cNvSpPr txBox="1"/>
            <p:nvPr/>
          </p:nvSpPr>
          <p:spPr>
            <a:xfrm flipH="1">
              <a:off x="11188547" y="5588307"/>
              <a:ext cx="443701" cy="514550"/>
            </a:xfrm>
            <a:custGeom>
              <a:avLst/>
              <a:gdLst>
                <a:gd name="T0" fmla="*/ 330 w 440"/>
                <a:gd name="T1" fmla="*/ 215 h 511"/>
                <a:gd name="T2" fmla="*/ 269 w 440"/>
                <a:gd name="T3" fmla="*/ 209 h 511"/>
                <a:gd name="T4" fmla="*/ 207 w 440"/>
                <a:gd name="T5" fmla="*/ 144 h 511"/>
                <a:gd name="T6" fmla="*/ 160 w 440"/>
                <a:gd name="T7" fmla="*/ 183 h 511"/>
                <a:gd name="T8" fmla="*/ 71 w 440"/>
                <a:gd name="T9" fmla="*/ 181 h 511"/>
                <a:gd name="T10" fmla="*/ 65 w 440"/>
                <a:gd name="T11" fmla="*/ 242 h 511"/>
                <a:gd name="T12" fmla="*/ 0 w 440"/>
                <a:gd name="T13" fmla="*/ 304 h 511"/>
                <a:gd name="T14" fmla="*/ 39 w 440"/>
                <a:gd name="T15" fmla="*/ 351 h 511"/>
                <a:gd name="T16" fmla="*/ 37 w 440"/>
                <a:gd name="T17" fmla="*/ 440 h 511"/>
                <a:gd name="T18" fmla="*/ 98 w 440"/>
                <a:gd name="T19" fmla="*/ 446 h 511"/>
                <a:gd name="T20" fmla="*/ 160 w 440"/>
                <a:gd name="T21" fmla="*/ 511 h 511"/>
                <a:gd name="T22" fmla="*/ 207 w 440"/>
                <a:gd name="T23" fmla="*/ 472 h 511"/>
                <a:gd name="T24" fmla="*/ 296 w 440"/>
                <a:gd name="T25" fmla="*/ 474 h 511"/>
                <a:gd name="T26" fmla="*/ 302 w 440"/>
                <a:gd name="T27" fmla="*/ 413 h 511"/>
                <a:gd name="T28" fmla="*/ 367 w 440"/>
                <a:gd name="T29" fmla="*/ 351 h 511"/>
                <a:gd name="T30" fmla="*/ 328 w 440"/>
                <a:gd name="T31" fmla="*/ 304 h 511"/>
                <a:gd name="T32" fmla="*/ 184 w 440"/>
                <a:gd name="T33" fmla="*/ 412 h 511"/>
                <a:gd name="T34" fmla="*/ 184 w 440"/>
                <a:gd name="T35" fmla="*/ 243 h 511"/>
                <a:gd name="T36" fmla="*/ 184 w 440"/>
                <a:gd name="T37" fmla="*/ 412 h 511"/>
                <a:gd name="T38" fmla="*/ 440 w 440"/>
                <a:gd name="T39" fmla="*/ 77 h 511"/>
                <a:gd name="T40" fmla="*/ 415 w 440"/>
                <a:gd name="T41" fmla="*/ 47 h 511"/>
                <a:gd name="T42" fmla="*/ 402 w 440"/>
                <a:gd name="T43" fmla="*/ 16 h 511"/>
                <a:gd name="T44" fmla="*/ 363 w 440"/>
                <a:gd name="T45" fmla="*/ 13 h 511"/>
                <a:gd name="T46" fmla="*/ 332 w 440"/>
                <a:gd name="T47" fmla="*/ 0 h 511"/>
                <a:gd name="T48" fmla="*/ 302 w 440"/>
                <a:gd name="T49" fmla="*/ 25 h 511"/>
                <a:gd name="T50" fmla="*/ 271 w 440"/>
                <a:gd name="T51" fmla="*/ 38 h 511"/>
                <a:gd name="T52" fmla="*/ 268 w 440"/>
                <a:gd name="T53" fmla="*/ 77 h 511"/>
                <a:gd name="T54" fmla="*/ 255 w 440"/>
                <a:gd name="T55" fmla="*/ 108 h 511"/>
                <a:gd name="T56" fmla="*/ 280 w 440"/>
                <a:gd name="T57" fmla="*/ 138 h 511"/>
                <a:gd name="T58" fmla="*/ 293 w 440"/>
                <a:gd name="T59" fmla="*/ 169 h 511"/>
                <a:gd name="T60" fmla="*/ 332 w 440"/>
                <a:gd name="T61" fmla="*/ 172 h 511"/>
                <a:gd name="T62" fmla="*/ 363 w 440"/>
                <a:gd name="T63" fmla="*/ 185 h 511"/>
                <a:gd name="T64" fmla="*/ 393 w 440"/>
                <a:gd name="T65" fmla="*/ 160 h 511"/>
                <a:gd name="T66" fmla="*/ 424 w 440"/>
                <a:gd name="T67" fmla="*/ 147 h 511"/>
                <a:gd name="T68" fmla="*/ 427 w 440"/>
                <a:gd name="T69" fmla="*/ 108 h 511"/>
                <a:gd name="T70" fmla="*/ 440 w 440"/>
                <a:gd name="T71" fmla="*/ 108 h 511"/>
                <a:gd name="T72" fmla="*/ 298 w 440"/>
                <a:gd name="T73" fmla="*/ 92 h 511"/>
                <a:gd name="T74" fmla="*/ 398 w 440"/>
                <a:gd name="T75" fmla="*/ 92 h 511"/>
              </a:gdLst>
              <a:ahLst/>
              <a:cxnLst/>
              <a:rect l="0" t="0" r="r" b="b"/>
              <a:pathLst>
                <a:path w="440" h="511">
                  <a:moveTo>
                    <a:pt x="302" y="242"/>
                  </a:moveTo>
                  <a:lnTo>
                    <a:pt x="330" y="215"/>
                  </a:lnTo>
                  <a:lnTo>
                    <a:pt x="296" y="181"/>
                  </a:lnTo>
                  <a:lnTo>
                    <a:pt x="269" y="209"/>
                  </a:lnTo>
                  <a:cubicBezTo>
                    <a:pt x="251" y="196"/>
                    <a:pt x="230" y="187"/>
                    <a:pt x="207" y="183"/>
                  </a:cubicBezTo>
                  <a:lnTo>
                    <a:pt x="207" y="144"/>
                  </a:lnTo>
                  <a:lnTo>
                    <a:pt x="160" y="144"/>
                  </a:lnTo>
                  <a:lnTo>
                    <a:pt x="160" y="183"/>
                  </a:lnTo>
                  <a:cubicBezTo>
                    <a:pt x="137" y="187"/>
                    <a:pt x="116" y="196"/>
                    <a:pt x="98" y="209"/>
                  </a:cubicBezTo>
                  <a:lnTo>
                    <a:pt x="71" y="181"/>
                  </a:lnTo>
                  <a:lnTo>
                    <a:pt x="37" y="215"/>
                  </a:lnTo>
                  <a:lnTo>
                    <a:pt x="65" y="242"/>
                  </a:lnTo>
                  <a:cubicBezTo>
                    <a:pt x="52" y="260"/>
                    <a:pt x="43" y="281"/>
                    <a:pt x="39" y="304"/>
                  </a:cubicBezTo>
                  <a:lnTo>
                    <a:pt x="0" y="304"/>
                  </a:lnTo>
                  <a:lnTo>
                    <a:pt x="0" y="351"/>
                  </a:lnTo>
                  <a:lnTo>
                    <a:pt x="39" y="351"/>
                  </a:lnTo>
                  <a:cubicBezTo>
                    <a:pt x="43" y="374"/>
                    <a:pt x="52" y="395"/>
                    <a:pt x="65" y="413"/>
                  </a:cubicBezTo>
                  <a:lnTo>
                    <a:pt x="37" y="440"/>
                  </a:lnTo>
                  <a:lnTo>
                    <a:pt x="71" y="474"/>
                  </a:lnTo>
                  <a:lnTo>
                    <a:pt x="98" y="446"/>
                  </a:lnTo>
                  <a:cubicBezTo>
                    <a:pt x="116" y="459"/>
                    <a:pt x="137" y="468"/>
                    <a:pt x="160" y="472"/>
                  </a:cubicBezTo>
                  <a:lnTo>
                    <a:pt x="160" y="511"/>
                  </a:lnTo>
                  <a:lnTo>
                    <a:pt x="207" y="511"/>
                  </a:lnTo>
                  <a:lnTo>
                    <a:pt x="207" y="472"/>
                  </a:lnTo>
                  <a:cubicBezTo>
                    <a:pt x="230" y="468"/>
                    <a:pt x="251" y="459"/>
                    <a:pt x="269" y="446"/>
                  </a:cubicBezTo>
                  <a:lnTo>
                    <a:pt x="296" y="474"/>
                  </a:lnTo>
                  <a:lnTo>
                    <a:pt x="330" y="440"/>
                  </a:lnTo>
                  <a:lnTo>
                    <a:pt x="302" y="413"/>
                  </a:lnTo>
                  <a:cubicBezTo>
                    <a:pt x="316" y="395"/>
                    <a:pt x="325" y="374"/>
                    <a:pt x="328" y="351"/>
                  </a:cubicBezTo>
                  <a:lnTo>
                    <a:pt x="367" y="351"/>
                  </a:lnTo>
                  <a:lnTo>
                    <a:pt x="367" y="304"/>
                  </a:lnTo>
                  <a:lnTo>
                    <a:pt x="328" y="304"/>
                  </a:lnTo>
                  <a:cubicBezTo>
                    <a:pt x="325" y="281"/>
                    <a:pt x="316" y="260"/>
                    <a:pt x="302" y="242"/>
                  </a:cubicBezTo>
                  <a:close/>
                  <a:moveTo>
                    <a:pt x="184" y="412"/>
                  </a:moveTo>
                  <a:cubicBezTo>
                    <a:pt x="137" y="412"/>
                    <a:pt x="99" y="374"/>
                    <a:pt x="99" y="327"/>
                  </a:cubicBezTo>
                  <a:cubicBezTo>
                    <a:pt x="99" y="281"/>
                    <a:pt x="137" y="243"/>
                    <a:pt x="184" y="243"/>
                  </a:cubicBezTo>
                  <a:cubicBezTo>
                    <a:pt x="230" y="243"/>
                    <a:pt x="268" y="281"/>
                    <a:pt x="268" y="327"/>
                  </a:cubicBezTo>
                  <a:cubicBezTo>
                    <a:pt x="268" y="374"/>
                    <a:pt x="230" y="412"/>
                    <a:pt x="184" y="412"/>
                  </a:cubicBezTo>
                  <a:close/>
                  <a:moveTo>
                    <a:pt x="440" y="108"/>
                  </a:moveTo>
                  <a:lnTo>
                    <a:pt x="440" y="77"/>
                  </a:lnTo>
                  <a:lnTo>
                    <a:pt x="427" y="77"/>
                  </a:lnTo>
                  <a:cubicBezTo>
                    <a:pt x="425" y="66"/>
                    <a:pt x="421" y="56"/>
                    <a:pt x="415" y="47"/>
                  </a:cubicBezTo>
                  <a:lnTo>
                    <a:pt x="424" y="38"/>
                  </a:lnTo>
                  <a:lnTo>
                    <a:pt x="402" y="16"/>
                  </a:lnTo>
                  <a:lnTo>
                    <a:pt x="393" y="25"/>
                  </a:lnTo>
                  <a:cubicBezTo>
                    <a:pt x="384" y="19"/>
                    <a:pt x="374" y="15"/>
                    <a:pt x="363" y="13"/>
                  </a:cubicBezTo>
                  <a:lnTo>
                    <a:pt x="363" y="0"/>
                  </a:lnTo>
                  <a:lnTo>
                    <a:pt x="332" y="0"/>
                  </a:lnTo>
                  <a:lnTo>
                    <a:pt x="332" y="13"/>
                  </a:lnTo>
                  <a:cubicBezTo>
                    <a:pt x="321" y="15"/>
                    <a:pt x="311" y="19"/>
                    <a:pt x="302" y="25"/>
                  </a:cubicBezTo>
                  <a:lnTo>
                    <a:pt x="293" y="16"/>
                  </a:lnTo>
                  <a:lnTo>
                    <a:pt x="271" y="38"/>
                  </a:lnTo>
                  <a:lnTo>
                    <a:pt x="280" y="47"/>
                  </a:lnTo>
                  <a:cubicBezTo>
                    <a:pt x="274" y="56"/>
                    <a:pt x="270" y="66"/>
                    <a:pt x="268" y="77"/>
                  </a:cubicBezTo>
                  <a:lnTo>
                    <a:pt x="255" y="77"/>
                  </a:lnTo>
                  <a:lnTo>
                    <a:pt x="255" y="108"/>
                  </a:lnTo>
                  <a:lnTo>
                    <a:pt x="268" y="108"/>
                  </a:lnTo>
                  <a:cubicBezTo>
                    <a:pt x="270" y="119"/>
                    <a:pt x="274" y="129"/>
                    <a:pt x="280" y="138"/>
                  </a:cubicBezTo>
                  <a:lnTo>
                    <a:pt x="271" y="147"/>
                  </a:lnTo>
                  <a:lnTo>
                    <a:pt x="293" y="169"/>
                  </a:lnTo>
                  <a:lnTo>
                    <a:pt x="302" y="160"/>
                  </a:lnTo>
                  <a:cubicBezTo>
                    <a:pt x="311" y="166"/>
                    <a:pt x="321" y="170"/>
                    <a:pt x="332" y="172"/>
                  </a:cubicBezTo>
                  <a:lnTo>
                    <a:pt x="332" y="185"/>
                  </a:lnTo>
                  <a:lnTo>
                    <a:pt x="363" y="185"/>
                  </a:lnTo>
                  <a:lnTo>
                    <a:pt x="363" y="172"/>
                  </a:lnTo>
                  <a:cubicBezTo>
                    <a:pt x="374" y="170"/>
                    <a:pt x="384" y="166"/>
                    <a:pt x="393" y="160"/>
                  </a:cubicBezTo>
                  <a:lnTo>
                    <a:pt x="402" y="169"/>
                  </a:lnTo>
                  <a:lnTo>
                    <a:pt x="424" y="147"/>
                  </a:lnTo>
                  <a:lnTo>
                    <a:pt x="415" y="138"/>
                  </a:lnTo>
                  <a:cubicBezTo>
                    <a:pt x="421" y="129"/>
                    <a:pt x="425" y="119"/>
                    <a:pt x="427" y="108"/>
                  </a:cubicBezTo>
                  <a:lnTo>
                    <a:pt x="440" y="108"/>
                  </a:lnTo>
                  <a:lnTo>
                    <a:pt x="440" y="108"/>
                  </a:lnTo>
                  <a:close/>
                  <a:moveTo>
                    <a:pt x="348" y="142"/>
                  </a:moveTo>
                  <a:cubicBezTo>
                    <a:pt x="320" y="142"/>
                    <a:pt x="298" y="120"/>
                    <a:pt x="298" y="92"/>
                  </a:cubicBezTo>
                  <a:cubicBezTo>
                    <a:pt x="298" y="65"/>
                    <a:pt x="320" y="43"/>
                    <a:pt x="348" y="43"/>
                  </a:cubicBezTo>
                  <a:cubicBezTo>
                    <a:pt x="375" y="43"/>
                    <a:pt x="398" y="65"/>
                    <a:pt x="398" y="92"/>
                  </a:cubicBezTo>
                  <a:cubicBezTo>
                    <a:pt x="398" y="120"/>
                    <a:pt x="375" y="142"/>
                    <a:pt x="348" y="142"/>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28" name="标题 1"/>
            <p:cNvSpPr txBox="1"/>
            <p:nvPr/>
          </p:nvSpPr>
          <p:spPr>
            <a:xfrm>
              <a:off x="10219417" y="5634994"/>
              <a:ext cx="515382" cy="514550"/>
            </a:xfrm>
            <a:custGeom>
              <a:avLst/>
              <a:gdLst>
                <a:gd name="connsiteX0" fmla="*/ 296083 w 593121"/>
                <a:gd name="connsiteY0" fmla="*/ 178541 h 592165"/>
                <a:gd name="connsiteX1" fmla="*/ 413306 w 593121"/>
                <a:gd name="connsiteY1" fmla="*/ 295605 h 592165"/>
                <a:gd name="connsiteX2" fmla="*/ 296083 w 593121"/>
                <a:gd name="connsiteY2" fmla="*/ 412669 h 592165"/>
                <a:gd name="connsiteX3" fmla="*/ 178860 w 593121"/>
                <a:gd name="connsiteY3" fmla="*/ 295605 h 592165"/>
                <a:gd name="connsiteX4" fmla="*/ 296083 w 593121"/>
                <a:gd name="connsiteY4" fmla="*/ 178541 h 592165"/>
                <a:gd name="connsiteX5" fmla="*/ 296064 w 593121"/>
                <a:gd name="connsiteY5" fmla="*/ 146801 h 592165"/>
                <a:gd name="connsiteX6" fmla="*/ 147038 w 593121"/>
                <a:gd name="connsiteY6" fmla="*/ 295587 h 592165"/>
                <a:gd name="connsiteX7" fmla="*/ 296064 w 593121"/>
                <a:gd name="connsiteY7" fmla="*/ 445364 h 592165"/>
                <a:gd name="connsiteX8" fmla="*/ 446083 w 593121"/>
                <a:gd name="connsiteY8" fmla="*/ 295587 h 592165"/>
                <a:gd name="connsiteX9" fmla="*/ 296064 w 593121"/>
                <a:gd name="connsiteY9" fmla="*/ 146801 h 592165"/>
                <a:gd name="connsiteX10" fmla="*/ 266259 w 593121"/>
                <a:gd name="connsiteY10" fmla="*/ 0 h 592165"/>
                <a:gd name="connsiteX11" fmla="*/ 325869 w 593121"/>
                <a:gd name="connsiteY11" fmla="*/ 0 h 592165"/>
                <a:gd name="connsiteX12" fmla="*/ 341765 w 593121"/>
                <a:gd name="connsiteY12" fmla="*/ 27773 h 592165"/>
                <a:gd name="connsiteX13" fmla="*/ 346732 w 593121"/>
                <a:gd name="connsiteY13" fmla="*/ 84312 h 592165"/>
                <a:gd name="connsiteX14" fmla="*/ 411310 w 593121"/>
                <a:gd name="connsiteY14" fmla="*/ 110101 h 592165"/>
                <a:gd name="connsiteX15" fmla="*/ 454031 w 593121"/>
                <a:gd name="connsiteY15" fmla="*/ 74393 h 592165"/>
                <a:gd name="connsiteX16" fmla="*/ 484829 w 593121"/>
                <a:gd name="connsiteY16" fmla="*/ 65466 h 592165"/>
                <a:gd name="connsiteX17" fmla="*/ 526556 w 593121"/>
                <a:gd name="connsiteY17" fmla="*/ 108117 h 592165"/>
                <a:gd name="connsiteX18" fmla="*/ 518608 w 593121"/>
                <a:gd name="connsiteY18" fmla="*/ 138866 h 592165"/>
                <a:gd name="connsiteX19" fmla="*/ 481849 w 593121"/>
                <a:gd name="connsiteY19" fmla="*/ 181518 h 592165"/>
                <a:gd name="connsiteX20" fmla="*/ 508673 w 593121"/>
                <a:gd name="connsiteY20" fmla="*/ 245992 h 592165"/>
                <a:gd name="connsiteX21" fmla="*/ 565303 w 593121"/>
                <a:gd name="connsiteY21" fmla="*/ 249959 h 592165"/>
                <a:gd name="connsiteX22" fmla="*/ 593121 w 593121"/>
                <a:gd name="connsiteY22" fmla="*/ 265830 h 592165"/>
                <a:gd name="connsiteX23" fmla="*/ 593121 w 593121"/>
                <a:gd name="connsiteY23" fmla="*/ 325344 h 592165"/>
                <a:gd name="connsiteX24" fmla="*/ 565303 w 593121"/>
                <a:gd name="connsiteY24" fmla="*/ 341214 h 592165"/>
                <a:gd name="connsiteX25" fmla="*/ 508673 w 593121"/>
                <a:gd name="connsiteY25" fmla="*/ 346174 h 592165"/>
                <a:gd name="connsiteX26" fmla="*/ 481849 w 593121"/>
                <a:gd name="connsiteY26" fmla="*/ 410647 h 592165"/>
                <a:gd name="connsiteX27" fmla="*/ 518608 w 593121"/>
                <a:gd name="connsiteY27" fmla="*/ 453299 h 592165"/>
                <a:gd name="connsiteX28" fmla="*/ 526556 w 593121"/>
                <a:gd name="connsiteY28" fmla="*/ 484048 h 592165"/>
                <a:gd name="connsiteX29" fmla="*/ 484829 w 593121"/>
                <a:gd name="connsiteY29" fmla="*/ 525708 h 592165"/>
                <a:gd name="connsiteX30" fmla="*/ 454031 w 593121"/>
                <a:gd name="connsiteY30" fmla="*/ 517772 h 592165"/>
                <a:gd name="connsiteX31" fmla="*/ 411310 w 593121"/>
                <a:gd name="connsiteY31" fmla="*/ 481072 h 592165"/>
                <a:gd name="connsiteX32" fmla="*/ 346732 w 593121"/>
                <a:gd name="connsiteY32" fmla="*/ 507853 h 592165"/>
                <a:gd name="connsiteX33" fmla="*/ 341765 w 593121"/>
                <a:gd name="connsiteY33" fmla="*/ 564392 h 592165"/>
                <a:gd name="connsiteX34" fmla="*/ 325869 w 593121"/>
                <a:gd name="connsiteY34" fmla="*/ 592165 h 592165"/>
                <a:gd name="connsiteX35" fmla="*/ 266259 w 593121"/>
                <a:gd name="connsiteY35" fmla="*/ 592165 h 592165"/>
                <a:gd name="connsiteX36" fmla="*/ 250363 w 593121"/>
                <a:gd name="connsiteY36" fmla="*/ 564392 h 592165"/>
                <a:gd name="connsiteX37" fmla="*/ 246389 w 593121"/>
                <a:gd name="connsiteY37" fmla="*/ 507853 h 592165"/>
                <a:gd name="connsiteX38" fmla="*/ 181811 w 593121"/>
                <a:gd name="connsiteY38" fmla="*/ 481072 h 592165"/>
                <a:gd name="connsiteX39" fmla="*/ 139090 w 593121"/>
                <a:gd name="connsiteY39" fmla="*/ 517772 h 592165"/>
                <a:gd name="connsiteX40" fmla="*/ 108292 w 593121"/>
                <a:gd name="connsiteY40" fmla="*/ 525708 h 592165"/>
                <a:gd name="connsiteX41" fmla="*/ 65571 w 593121"/>
                <a:gd name="connsiteY41" fmla="*/ 484048 h 592165"/>
                <a:gd name="connsiteX42" fmla="*/ 74513 w 593121"/>
                <a:gd name="connsiteY42" fmla="*/ 453299 h 592165"/>
                <a:gd name="connsiteX43" fmla="*/ 110279 w 593121"/>
                <a:gd name="connsiteY43" fmla="*/ 410647 h 592165"/>
                <a:gd name="connsiteX44" fmla="*/ 84448 w 593121"/>
                <a:gd name="connsiteY44" fmla="*/ 346174 h 592165"/>
                <a:gd name="connsiteX45" fmla="*/ 27818 w 593121"/>
                <a:gd name="connsiteY45" fmla="*/ 341214 h 592165"/>
                <a:gd name="connsiteX46" fmla="*/ 0 w 593121"/>
                <a:gd name="connsiteY46" fmla="*/ 325344 h 592165"/>
                <a:gd name="connsiteX47" fmla="*/ 0 w 593121"/>
                <a:gd name="connsiteY47" fmla="*/ 265830 h 592165"/>
                <a:gd name="connsiteX48" fmla="*/ 27818 w 593121"/>
                <a:gd name="connsiteY48" fmla="*/ 249959 h 592165"/>
                <a:gd name="connsiteX49" fmla="*/ 84448 w 593121"/>
                <a:gd name="connsiteY49" fmla="*/ 245992 h 592165"/>
                <a:gd name="connsiteX50" fmla="*/ 110279 w 593121"/>
                <a:gd name="connsiteY50" fmla="*/ 181518 h 592165"/>
                <a:gd name="connsiteX51" fmla="*/ 74513 w 593121"/>
                <a:gd name="connsiteY51" fmla="*/ 138866 h 592165"/>
                <a:gd name="connsiteX52" fmla="*/ 65571 w 593121"/>
                <a:gd name="connsiteY52" fmla="*/ 108117 h 592165"/>
                <a:gd name="connsiteX53" fmla="*/ 108292 w 593121"/>
                <a:gd name="connsiteY53" fmla="*/ 65466 h 592165"/>
                <a:gd name="connsiteX54" fmla="*/ 139090 w 593121"/>
                <a:gd name="connsiteY54" fmla="*/ 74393 h 592165"/>
                <a:gd name="connsiteX55" fmla="*/ 181811 w 593121"/>
                <a:gd name="connsiteY55" fmla="*/ 110101 h 592165"/>
                <a:gd name="connsiteX56" fmla="*/ 246389 w 593121"/>
                <a:gd name="connsiteY56" fmla="*/ 84312 h 592165"/>
                <a:gd name="connsiteX57" fmla="*/ 250363 w 593121"/>
                <a:gd name="connsiteY57" fmla="*/ 27773 h 592165"/>
                <a:gd name="connsiteX58" fmla="*/ 266259 w 593121"/>
                <a:gd name="connsiteY58" fmla="*/ 0 h 592165"/>
              </a:gdLst>
              <a:ahLst/>
              <a:cxnLst/>
              <a:rect l="l" t="t" r="r" b="b"/>
              <a:pathLst>
                <a:path w="593121" h="592165">
                  <a:moveTo>
                    <a:pt x="296083" y="178541"/>
                  </a:moveTo>
                  <a:cubicBezTo>
                    <a:pt x="360823" y="178541"/>
                    <a:pt x="413306" y="230952"/>
                    <a:pt x="413306" y="295605"/>
                  </a:cubicBezTo>
                  <a:cubicBezTo>
                    <a:pt x="413306" y="360258"/>
                    <a:pt x="360823" y="412669"/>
                    <a:pt x="296083" y="412669"/>
                  </a:cubicBezTo>
                  <a:cubicBezTo>
                    <a:pt x="231343" y="412669"/>
                    <a:pt x="178860" y="360258"/>
                    <a:pt x="178860" y="295605"/>
                  </a:cubicBezTo>
                  <a:cubicBezTo>
                    <a:pt x="178860" y="230952"/>
                    <a:pt x="231343" y="178541"/>
                    <a:pt x="296083" y="178541"/>
                  </a:cubicBezTo>
                  <a:close/>
                  <a:moveTo>
                    <a:pt x="296064" y="146801"/>
                  </a:moveTo>
                  <a:cubicBezTo>
                    <a:pt x="213603" y="146801"/>
                    <a:pt x="147038" y="213259"/>
                    <a:pt x="147038" y="295587"/>
                  </a:cubicBezTo>
                  <a:cubicBezTo>
                    <a:pt x="147038" y="377914"/>
                    <a:pt x="213603" y="445364"/>
                    <a:pt x="296064" y="445364"/>
                  </a:cubicBezTo>
                  <a:cubicBezTo>
                    <a:pt x="378525" y="445364"/>
                    <a:pt x="446083" y="377914"/>
                    <a:pt x="446083" y="295587"/>
                  </a:cubicBezTo>
                  <a:cubicBezTo>
                    <a:pt x="446083" y="213259"/>
                    <a:pt x="378525" y="146801"/>
                    <a:pt x="296064" y="146801"/>
                  </a:cubicBezTo>
                  <a:close/>
                  <a:moveTo>
                    <a:pt x="266259" y="0"/>
                  </a:moveTo>
                  <a:lnTo>
                    <a:pt x="325869" y="0"/>
                  </a:lnTo>
                  <a:cubicBezTo>
                    <a:pt x="334810" y="0"/>
                    <a:pt x="341765" y="12895"/>
                    <a:pt x="341765" y="27773"/>
                  </a:cubicBezTo>
                  <a:lnTo>
                    <a:pt x="346732" y="84312"/>
                  </a:lnTo>
                  <a:cubicBezTo>
                    <a:pt x="369583" y="89271"/>
                    <a:pt x="391440" y="98198"/>
                    <a:pt x="411310" y="110101"/>
                  </a:cubicBezTo>
                  <a:lnTo>
                    <a:pt x="454031" y="74393"/>
                  </a:lnTo>
                  <a:cubicBezTo>
                    <a:pt x="464959" y="63482"/>
                    <a:pt x="478868" y="59514"/>
                    <a:pt x="484829" y="65466"/>
                  </a:cubicBezTo>
                  <a:lnTo>
                    <a:pt x="526556" y="108117"/>
                  </a:lnTo>
                  <a:cubicBezTo>
                    <a:pt x="533511" y="114069"/>
                    <a:pt x="529537" y="127955"/>
                    <a:pt x="518608" y="138866"/>
                  </a:cubicBezTo>
                  <a:lnTo>
                    <a:pt x="481849" y="181518"/>
                  </a:lnTo>
                  <a:cubicBezTo>
                    <a:pt x="493771" y="201356"/>
                    <a:pt x="503706" y="223178"/>
                    <a:pt x="508673" y="245992"/>
                  </a:cubicBezTo>
                  <a:lnTo>
                    <a:pt x="565303" y="249959"/>
                  </a:lnTo>
                  <a:cubicBezTo>
                    <a:pt x="580206" y="249959"/>
                    <a:pt x="593121" y="257894"/>
                    <a:pt x="593121" y="265830"/>
                  </a:cubicBezTo>
                  <a:lnTo>
                    <a:pt x="593121" y="325344"/>
                  </a:lnTo>
                  <a:cubicBezTo>
                    <a:pt x="593121" y="334271"/>
                    <a:pt x="580206" y="341214"/>
                    <a:pt x="565303" y="341214"/>
                  </a:cubicBezTo>
                  <a:lnTo>
                    <a:pt x="508673" y="346174"/>
                  </a:lnTo>
                  <a:cubicBezTo>
                    <a:pt x="503706" y="368987"/>
                    <a:pt x="493771" y="390809"/>
                    <a:pt x="481849" y="410647"/>
                  </a:cubicBezTo>
                  <a:lnTo>
                    <a:pt x="518608" y="453299"/>
                  </a:lnTo>
                  <a:cubicBezTo>
                    <a:pt x="529537" y="464210"/>
                    <a:pt x="533511" y="478096"/>
                    <a:pt x="526556" y="484048"/>
                  </a:cubicBezTo>
                  <a:lnTo>
                    <a:pt x="484829" y="525708"/>
                  </a:lnTo>
                  <a:cubicBezTo>
                    <a:pt x="478868" y="532651"/>
                    <a:pt x="464959" y="528683"/>
                    <a:pt x="454031" y="517772"/>
                  </a:cubicBezTo>
                  <a:lnTo>
                    <a:pt x="411310" y="481072"/>
                  </a:lnTo>
                  <a:cubicBezTo>
                    <a:pt x="391440" y="492975"/>
                    <a:pt x="369583" y="502894"/>
                    <a:pt x="346732" y="507853"/>
                  </a:cubicBezTo>
                  <a:lnTo>
                    <a:pt x="341765" y="564392"/>
                  </a:lnTo>
                  <a:cubicBezTo>
                    <a:pt x="341765" y="579270"/>
                    <a:pt x="334810" y="592165"/>
                    <a:pt x="325869" y="592165"/>
                  </a:cubicBezTo>
                  <a:lnTo>
                    <a:pt x="266259" y="592165"/>
                  </a:lnTo>
                  <a:cubicBezTo>
                    <a:pt x="258311" y="592165"/>
                    <a:pt x="250363" y="579270"/>
                    <a:pt x="250363" y="564392"/>
                  </a:cubicBezTo>
                  <a:lnTo>
                    <a:pt x="246389" y="507853"/>
                  </a:lnTo>
                  <a:cubicBezTo>
                    <a:pt x="223538" y="502894"/>
                    <a:pt x="201681" y="492975"/>
                    <a:pt x="181811" y="481072"/>
                  </a:cubicBezTo>
                  <a:lnTo>
                    <a:pt x="139090" y="517772"/>
                  </a:lnTo>
                  <a:cubicBezTo>
                    <a:pt x="128162" y="528683"/>
                    <a:pt x="114253" y="532651"/>
                    <a:pt x="108292" y="525708"/>
                  </a:cubicBezTo>
                  <a:lnTo>
                    <a:pt x="65571" y="484048"/>
                  </a:lnTo>
                  <a:cubicBezTo>
                    <a:pt x="59610" y="478096"/>
                    <a:pt x="63584" y="464210"/>
                    <a:pt x="74513" y="453299"/>
                  </a:cubicBezTo>
                  <a:lnTo>
                    <a:pt x="110279" y="410647"/>
                  </a:lnTo>
                  <a:cubicBezTo>
                    <a:pt x="98357" y="390809"/>
                    <a:pt x="89415" y="368987"/>
                    <a:pt x="84448" y="346174"/>
                  </a:cubicBezTo>
                  <a:lnTo>
                    <a:pt x="27818" y="341214"/>
                  </a:lnTo>
                  <a:cubicBezTo>
                    <a:pt x="12916" y="341214"/>
                    <a:pt x="0" y="334271"/>
                    <a:pt x="0" y="325344"/>
                  </a:cubicBezTo>
                  <a:lnTo>
                    <a:pt x="0" y="265830"/>
                  </a:lnTo>
                  <a:cubicBezTo>
                    <a:pt x="0" y="257894"/>
                    <a:pt x="12916" y="249959"/>
                    <a:pt x="27818" y="249959"/>
                  </a:cubicBezTo>
                  <a:lnTo>
                    <a:pt x="84448" y="245992"/>
                  </a:lnTo>
                  <a:cubicBezTo>
                    <a:pt x="89415" y="223178"/>
                    <a:pt x="98357" y="201356"/>
                    <a:pt x="110279" y="181518"/>
                  </a:cubicBezTo>
                  <a:lnTo>
                    <a:pt x="74513" y="138866"/>
                  </a:lnTo>
                  <a:cubicBezTo>
                    <a:pt x="63584" y="127955"/>
                    <a:pt x="59610" y="114069"/>
                    <a:pt x="65571" y="108117"/>
                  </a:cubicBezTo>
                  <a:lnTo>
                    <a:pt x="108292" y="65466"/>
                  </a:lnTo>
                  <a:cubicBezTo>
                    <a:pt x="114253" y="59514"/>
                    <a:pt x="128162" y="63482"/>
                    <a:pt x="139090" y="74393"/>
                  </a:cubicBezTo>
                  <a:lnTo>
                    <a:pt x="181811" y="110101"/>
                  </a:lnTo>
                  <a:cubicBezTo>
                    <a:pt x="201681" y="98198"/>
                    <a:pt x="223538" y="89271"/>
                    <a:pt x="246389" y="84312"/>
                  </a:cubicBezTo>
                  <a:lnTo>
                    <a:pt x="250363" y="27773"/>
                  </a:lnTo>
                  <a:cubicBezTo>
                    <a:pt x="250363" y="12895"/>
                    <a:pt x="258311" y="0"/>
                    <a:pt x="266259" y="0"/>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29" name="标题 1"/>
            <p:cNvSpPr txBox="1"/>
            <p:nvPr/>
          </p:nvSpPr>
          <p:spPr>
            <a:xfrm flipH="1">
              <a:off x="10771512" y="5557873"/>
              <a:ext cx="350963" cy="351113"/>
            </a:xfrm>
            <a:custGeom>
              <a:avLst/>
              <a:gdLst>
                <a:gd name="connsiteX0" fmla="*/ 508291 w 606885"/>
                <a:gd name="connsiteY0" fmla="*/ 415645 h 607145"/>
                <a:gd name="connsiteX1" fmla="*/ 417168 w 606885"/>
                <a:gd name="connsiteY1" fmla="*/ 415742 h 607145"/>
                <a:gd name="connsiteX2" fmla="*/ 392859 w 606885"/>
                <a:gd name="connsiteY2" fmla="*/ 429210 h 607145"/>
                <a:gd name="connsiteX3" fmla="*/ 334489 w 606885"/>
                <a:gd name="connsiteY3" fmla="*/ 518928 h 607145"/>
                <a:gd name="connsiteX4" fmla="*/ 338710 w 606885"/>
                <a:gd name="connsiteY4" fmla="*/ 520382 h 607145"/>
                <a:gd name="connsiteX5" fmla="*/ 383980 w 606885"/>
                <a:gd name="connsiteY5" fmla="*/ 527697 h 607145"/>
                <a:gd name="connsiteX6" fmla="*/ 384126 w 606885"/>
                <a:gd name="connsiteY6" fmla="*/ 527697 h 607145"/>
                <a:gd name="connsiteX7" fmla="*/ 429541 w 606885"/>
                <a:gd name="connsiteY7" fmla="*/ 520333 h 607145"/>
                <a:gd name="connsiteX8" fmla="*/ 448125 w 606885"/>
                <a:gd name="connsiteY8" fmla="*/ 512631 h 607145"/>
                <a:gd name="connsiteX9" fmla="*/ 512318 w 606885"/>
                <a:gd name="connsiteY9" fmla="*/ 448394 h 607145"/>
                <a:gd name="connsiteX10" fmla="*/ 519984 w 606885"/>
                <a:gd name="connsiteY10" fmla="*/ 429888 h 607145"/>
                <a:gd name="connsiteX11" fmla="*/ 523914 w 606885"/>
                <a:gd name="connsiteY11" fmla="*/ 415645 h 607145"/>
                <a:gd name="connsiteX12" fmla="*/ 383980 w 606885"/>
                <a:gd name="connsiteY12" fmla="*/ 363568 h 607145"/>
                <a:gd name="connsiteX13" fmla="*/ 375101 w 606885"/>
                <a:gd name="connsiteY13" fmla="*/ 365506 h 607145"/>
                <a:gd name="connsiteX14" fmla="*/ 362922 w 606885"/>
                <a:gd name="connsiteY14" fmla="*/ 384641 h 607145"/>
                <a:gd name="connsiteX15" fmla="*/ 376993 w 606885"/>
                <a:gd name="connsiteY15" fmla="*/ 404503 h 607145"/>
                <a:gd name="connsiteX16" fmla="*/ 384029 w 606885"/>
                <a:gd name="connsiteY16" fmla="*/ 405666 h 607145"/>
                <a:gd name="connsiteX17" fmla="*/ 405087 w 606885"/>
                <a:gd name="connsiteY17" fmla="*/ 385755 h 607145"/>
                <a:gd name="connsiteX18" fmla="*/ 405087 w 606885"/>
                <a:gd name="connsiteY18" fmla="*/ 385465 h 607145"/>
                <a:gd name="connsiteX19" fmla="*/ 405087 w 606885"/>
                <a:gd name="connsiteY19" fmla="*/ 384593 h 607145"/>
                <a:gd name="connsiteX20" fmla="*/ 384029 w 606885"/>
                <a:gd name="connsiteY20" fmla="*/ 363568 h 607145"/>
                <a:gd name="connsiteX21" fmla="*/ 383980 w 606885"/>
                <a:gd name="connsiteY21" fmla="*/ 363568 h 607145"/>
                <a:gd name="connsiteX22" fmla="*/ 279951 w 606885"/>
                <a:gd name="connsiteY22" fmla="*/ 286251 h 607145"/>
                <a:gd name="connsiteX23" fmla="*/ 269616 w 606885"/>
                <a:gd name="connsiteY23" fmla="*/ 298459 h 607145"/>
                <a:gd name="connsiteX24" fmla="*/ 255691 w 606885"/>
                <a:gd name="connsiteY24" fmla="*/ 320840 h 607145"/>
                <a:gd name="connsiteX25" fmla="*/ 250596 w 606885"/>
                <a:gd name="connsiteY25" fmla="*/ 332322 h 607145"/>
                <a:gd name="connsiteX26" fmla="*/ 248024 w 606885"/>
                <a:gd name="connsiteY26" fmla="*/ 339394 h 607145"/>
                <a:gd name="connsiteX27" fmla="*/ 247005 w 606885"/>
                <a:gd name="connsiteY27" fmla="*/ 342592 h 607145"/>
                <a:gd name="connsiteX28" fmla="*/ 244434 w 606885"/>
                <a:gd name="connsiteY28" fmla="*/ 352135 h 607145"/>
                <a:gd name="connsiteX29" fmla="*/ 240698 w 606885"/>
                <a:gd name="connsiteY29" fmla="*/ 384738 h 607145"/>
                <a:gd name="connsiteX30" fmla="*/ 248121 w 606885"/>
                <a:gd name="connsiteY30" fmla="*/ 430082 h 607145"/>
                <a:gd name="connsiteX31" fmla="*/ 255836 w 606885"/>
                <a:gd name="connsiteY31" fmla="*/ 448636 h 607145"/>
                <a:gd name="connsiteX32" fmla="*/ 280873 w 606885"/>
                <a:gd name="connsiteY32" fmla="*/ 483952 h 607145"/>
                <a:gd name="connsiteX33" fmla="*/ 291839 w 606885"/>
                <a:gd name="connsiteY33" fmla="*/ 467578 h 607145"/>
                <a:gd name="connsiteX34" fmla="*/ 339874 w 606885"/>
                <a:gd name="connsiteY34" fmla="*/ 395638 h 607145"/>
                <a:gd name="connsiteX35" fmla="*/ 338516 w 606885"/>
                <a:gd name="connsiteY35" fmla="*/ 384641 h 607145"/>
                <a:gd name="connsiteX36" fmla="*/ 339486 w 606885"/>
                <a:gd name="connsiteY36" fmla="*/ 375146 h 607145"/>
                <a:gd name="connsiteX37" fmla="*/ 315129 w 606885"/>
                <a:gd name="connsiteY37" fmla="*/ 338765 h 607145"/>
                <a:gd name="connsiteX38" fmla="*/ 310519 w 606885"/>
                <a:gd name="connsiteY38" fmla="*/ 331886 h 607145"/>
                <a:gd name="connsiteX39" fmla="*/ 305910 w 606885"/>
                <a:gd name="connsiteY39" fmla="*/ 325055 h 607145"/>
                <a:gd name="connsiteX40" fmla="*/ 290868 w 606885"/>
                <a:gd name="connsiteY40" fmla="*/ 302625 h 607145"/>
                <a:gd name="connsiteX41" fmla="*/ 281455 w 606885"/>
                <a:gd name="connsiteY41" fmla="*/ 288528 h 607145"/>
                <a:gd name="connsiteX42" fmla="*/ 383883 w 606885"/>
                <a:gd name="connsiteY42" fmla="*/ 241537 h 607145"/>
                <a:gd name="connsiteX43" fmla="*/ 352296 w 606885"/>
                <a:gd name="connsiteY43" fmla="*/ 245074 h 607145"/>
                <a:gd name="connsiteX44" fmla="*/ 342689 w 606885"/>
                <a:gd name="connsiteY44" fmla="*/ 247593 h 607145"/>
                <a:gd name="connsiteX45" fmla="*/ 338467 w 606885"/>
                <a:gd name="connsiteY45" fmla="*/ 248949 h 607145"/>
                <a:gd name="connsiteX46" fmla="*/ 333227 w 606885"/>
                <a:gd name="connsiteY46" fmla="*/ 250790 h 607145"/>
                <a:gd name="connsiteX47" fmla="*/ 338031 w 606885"/>
                <a:gd name="connsiteY47" fmla="*/ 258202 h 607145"/>
                <a:gd name="connsiteX48" fmla="*/ 343125 w 606885"/>
                <a:gd name="connsiteY48" fmla="*/ 266050 h 607145"/>
                <a:gd name="connsiteX49" fmla="*/ 391355 w 606885"/>
                <a:gd name="connsiteY49" fmla="*/ 339782 h 607145"/>
                <a:gd name="connsiteX50" fmla="*/ 417120 w 606885"/>
                <a:gd name="connsiteY50" fmla="*/ 353492 h 607145"/>
                <a:gd name="connsiteX51" fmla="*/ 508242 w 606885"/>
                <a:gd name="connsiteY51" fmla="*/ 353395 h 607145"/>
                <a:gd name="connsiteX52" fmla="*/ 523866 w 606885"/>
                <a:gd name="connsiteY52" fmla="*/ 353395 h 607145"/>
                <a:gd name="connsiteX53" fmla="*/ 519936 w 606885"/>
                <a:gd name="connsiteY53" fmla="*/ 339152 h 607145"/>
                <a:gd name="connsiteX54" fmla="*/ 512172 w 606885"/>
                <a:gd name="connsiteY54" fmla="*/ 320647 h 607145"/>
                <a:gd name="connsiteX55" fmla="*/ 447882 w 606885"/>
                <a:gd name="connsiteY55" fmla="*/ 256555 h 607145"/>
                <a:gd name="connsiteX56" fmla="*/ 429347 w 606885"/>
                <a:gd name="connsiteY56" fmla="*/ 248852 h 607145"/>
                <a:gd name="connsiteX57" fmla="*/ 384029 w 606885"/>
                <a:gd name="connsiteY57" fmla="*/ 241537 h 607145"/>
                <a:gd name="connsiteX58" fmla="*/ 184993 w 606885"/>
                <a:gd name="connsiteY58" fmla="*/ 167283 h 607145"/>
                <a:gd name="connsiteX59" fmla="*/ 172476 w 606885"/>
                <a:gd name="connsiteY59" fmla="*/ 172515 h 607145"/>
                <a:gd name="connsiteX60" fmla="*/ 169322 w 606885"/>
                <a:gd name="connsiteY60" fmla="*/ 192426 h 607145"/>
                <a:gd name="connsiteX61" fmla="*/ 172767 w 606885"/>
                <a:gd name="connsiteY61" fmla="*/ 197222 h 607145"/>
                <a:gd name="connsiteX62" fmla="*/ 184993 w 606885"/>
                <a:gd name="connsiteY62" fmla="*/ 202164 h 607145"/>
                <a:gd name="connsiteX63" fmla="*/ 196831 w 606885"/>
                <a:gd name="connsiteY63" fmla="*/ 197610 h 607145"/>
                <a:gd name="connsiteX64" fmla="*/ 196976 w 606885"/>
                <a:gd name="connsiteY64" fmla="*/ 197416 h 607145"/>
                <a:gd name="connsiteX65" fmla="*/ 197510 w 606885"/>
                <a:gd name="connsiteY65" fmla="*/ 196932 h 607145"/>
                <a:gd name="connsiteX66" fmla="*/ 197219 w 606885"/>
                <a:gd name="connsiteY66" fmla="*/ 172224 h 607145"/>
                <a:gd name="connsiteX67" fmla="*/ 190815 w 606885"/>
                <a:gd name="connsiteY67" fmla="*/ 168252 h 607145"/>
                <a:gd name="connsiteX68" fmla="*/ 184993 w 606885"/>
                <a:gd name="connsiteY68" fmla="*/ 167283 h 607145"/>
                <a:gd name="connsiteX69" fmla="*/ 411880 w 606885"/>
                <a:gd name="connsiteY69" fmla="*/ 162089 h 607145"/>
                <a:gd name="connsiteX70" fmla="*/ 424932 w 606885"/>
                <a:gd name="connsiteY70" fmla="*/ 175072 h 607145"/>
                <a:gd name="connsiteX71" fmla="*/ 426096 w 606885"/>
                <a:gd name="connsiteY71" fmla="*/ 194401 h 607145"/>
                <a:gd name="connsiteX72" fmla="*/ 488688 w 606885"/>
                <a:gd name="connsiteY72" fmla="*/ 220222 h 607145"/>
                <a:gd name="connsiteX73" fmla="*/ 503196 w 606885"/>
                <a:gd name="connsiteY73" fmla="*/ 207384 h 607145"/>
                <a:gd name="connsiteX74" fmla="*/ 512415 w 606885"/>
                <a:gd name="connsiteY74" fmla="*/ 203557 h 607145"/>
                <a:gd name="connsiteX75" fmla="*/ 521585 w 606885"/>
                <a:gd name="connsiteY75" fmla="*/ 207336 h 607145"/>
                <a:gd name="connsiteX76" fmla="*/ 561324 w 606885"/>
                <a:gd name="connsiteY76" fmla="*/ 246963 h 607145"/>
                <a:gd name="connsiteX77" fmla="*/ 561324 w 606885"/>
                <a:gd name="connsiteY77" fmla="*/ 265323 h 607145"/>
                <a:gd name="connsiteX78" fmla="*/ 548466 w 606885"/>
                <a:gd name="connsiteY78" fmla="*/ 279857 h 607145"/>
                <a:gd name="connsiteX79" fmla="*/ 574473 w 606885"/>
                <a:gd name="connsiteY79" fmla="*/ 342253 h 607145"/>
                <a:gd name="connsiteX80" fmla="*/ 593833 w 606885"/>
                <a:gd name="connsiteY80" fmla="*/ 343415 h 607145"/>
                <a:gd name="connsiteX81" fmla="*/ 606837 w 606885"/>
                <a:gd name="connsiteY81" fmla="*/ 356398 h 607145"/>
                <a:gd name="connsiteX82" fmla="*/ 606885 w 606885"/>
                <a:gd name="connsiteY82" fmla="*/ 412448 h 607145"/>
                <a:gd name="connsiteX83" fmla="*/ 593882 w 606885"/>
                <a:gd name="connsiteY83" fmla="*/ 425480 h 607145"/>
                <a:gd name="connsiteX84" fmla="*/ 574522 w 606885"/>
                <a:gd name="connsiteY84" fmla="*/ 426642 h 607145"/>
                <a:gd name="connsiteX85" fmla="*/ 548660 w 606885"/>
                <a:gd name="connsiteY85" fmla="*/ 489135 h 607145"/>
                <a:gd name="connsiteX86" fmla="*/ 561567 w 606885"/>
                <a:gd name="connsiteY86" fmla="*/ 503620 h 607145"/>
                <a:gd name="connsiteX87" fmla="*/ 561567 w 606885"/>
                <a:gd name="connsiteY87" fmla="*/ 521980 h 607145"/>
                <a:gd name="connsiteX88" fmla="*/ 521877 w 606885"/>
                <a:gd name="connsiteY88" fmla="*/ 561656 h 607145"/>
                <a:gd name="connsiteX89" fmla="*/ 512706 w 606885"/>
                <a:gd name="connsiteY89" fmla="*/ 565483 h 607145"/>
                <a:gd name="connsiteX90" fmla="*/ 503487 w 606885"/>
                <a:gd name="connsiteY90" fmla="*/ 561704 h 607145"/>
                <a:gd name="connsiteX91" fmla="*/ 488931 w 606885"/>
                <a:gd name="connsiteY91" fmla="*/ 548867 h 607145"/>
                <a:gd name="connsiteX92" fmla="*/ 426436 w 606885"/>
                <a:gd name="connsiteY92" fmla="*/ 574784 h 607145"/>
                <a:gd name="connsiteX93" fmla="*/ 425271 w 606885"/>
                <a:gd name="connsiteY93" fmla="*/ 594114 h 607145"/>
                <a:gd name="connsiteX94" fmla="*/ 412268 w 606885"/>
                <a:gd name="connsiteY94" fmla="*/ 607097 h 607145"/>
                <a:gd name="connsiteX95" fmla="*/ 356129 w 606885"/>
                <a:gd name="connsiteY95" fmla="*/ 607145 h 607145"/>
                <a:gd name="connsiteX96" fmla="*/ 343077 w 606885"/>
                <a:gd name="connsiteY96" fmla="*/ 594162 h 607145"/>
                <a:gd name="connsiteX97" fmla="*/ 341912 w 606885"/>
                <a:gd name="connsiteY97" fmla="*/ 574833 h 607145"/>
                <a:gd name="connsiteX98" fmla="*/ 279369 w 606885"/>
                <a:gd name="connsiteY98" fmla="*/ 549012 h 607145"/>
                <a:gd name="connsiteX99" fmla="*/ 264813 w 606885"/>
                <a:gd name="connsiteY99" fmla="*/ 561898 h 607145"/>
                <a:gd name="connsiteX100" fmla="*/ 255642 w 606885"/>
                <a:gd name="connsiteY100" fmla="*/ 565677 h 607145"/>
                <a:gd name="connsiteX101" fmla="*/ 246423 w 606885"/>
                <a:gd name="connsiteY101" fmla="*/ 561898 h 607145"/>
                <a:gd name="connsiteX102" fmla="*/ 206684 w 606885"/>
                <a:gd name="connsiteY102" fmla="*/ 522319 h 607145"/>
                <a:gd name="connsiteX103" fmla="*/ 206684 w 606885"/>
                <a:gd name="connsiteY103" fmla="*/ 503911 h 607145"/>
                <a:gd name="connsiteX104" fmla="*/ 219542 w 606885"/>
                <a:gd name="connsiteY104" fmla="*/ 489377 h 607145"/>
                <a:gd name="connsiteX105" fmla="*/ 193584 w 606885"/>
                <a:gd name="connsiteY105" fmla="*/ 426981 h 607145"/>
                <a:gd name="connsiteX106" fmla="*/ 174224 w 606885"/>
                <a:gd name="connsiteY106" fmla="*/ 425819 h 607145"/>
                <a:gd name="connsiteX107" fmla="*/ 174175 w 606885"/>
                <a:gd name="connsiteY107" fmla="*/ 425819 h 607145"/>
                <a:gd name="connsiteX108" fmla="*/ 161172 w 606885"/>
                <a:gd name="connsiteY108" fmla="*/ 412836 h 607145"/>
                <a:gd name="connsiteX109" fmla="*/ 161123 w 606885"/>
                <a:gd name="connsiteY109" fmla="*/ 385465 h 607145"/>
                <a:gd name="connsiteX110" fmla="*/ 161123 w 606885"/>
                <a:gd name="connsiteY110" fmla="*/ 377326 h 607145"/>
                <a:gd name="connsiteX111" fmla="*/ 161123 w 606885"/>
                <a:gd name="connsiteY111" fmla="*/ 369139 h 607145"/>
                <a:gd name="connsiteX112" fmla="*/ 161123 w 606885"/>
                <a:gd name="connsiteY112" fmla="*/ 356786 h 607145"/>
                <a:gd name="connsiteX113" fmla="*/ 174127 w 606885"/>
                <a:gd name="connsiteY113" fmla="*/ 343754 h 607145"/>
                <a:gd name="connsiteX114" fmla="*/ 193487 w 606885"/>
                <a:gd name="connsiteY114" fmla="*/ 342592 h 607145"/>
                <a:gd name="connsiteX115" fmla="*/ 197902 w 606885"/>
                <a:gd name="connsiteY115" fmla="*/ 326072 h 607145"/>
                <a:gd name="connsiteX116" fmla="*/ 207703 w 606885"/>
                <a:gd name="connsiteY116" fmla="*/ 301124 h 607145"/>
                <a:gd name="connsiteX117" fmla="*/ 212458 w 606885"/>
                <a:gd name="connsiteY117" fmla="*/ 291774 h 607145"/>
                <a:gd name="connsiteX118" fmla="*/ 218426 w 606885"/>
                <a:gd name="connsiteY118" fmla="*/ 281601 h 607145"/>
                <a:gd name="connsiteX119" fmla="*/ 219348 w 606885"/>
                <a:gd name="connsiteY119" fmla="*/ 280147 h 607145"/>
                <a:gd name="connsiteX120" fmla="*/ 206490 w 606885"/>
                <a:gd name="connsiteY120" fmla="*/ 265614 h 607145"/>
                <a:gd name="connsiteX121" fmla="*/ 203822 w 606885"/>
                <a:gd name="connsiteY121" fmla="*/ 261787 h 607145"/>
                <a:gd name="connsiteX122" fmla="*/ 204016 w 606885"/>
                <a:gd name="connsiteY122" fmla="*/ 250693 h 607145"/>
                <a:gd name="connsiteX123" fmla="*/ 206442 w 606885"/>
                <a:gd name="connsiteY123" fmla="*/ 247254 h 607145"/>
                <a:gd name="connsiteX124" fmla="*/ 209208 w 606885"/>
                <a:gd name="connsiteY124" fmla="*/ 244492 h 607145"/>
                <a:gd name="connsiteX125" fmla="*/ 245744 w 606885"/>
                <a:gd name="connsiteY125" fmla="*/ 207966 h 607145"/>
                <a:gd name="connsiteX126" fmla="*/ 246132 w 606885"/>
                <a:gd name="connsiteY126" fmla="*/ 207578 h 607145"/>
                <a:gd name="connsiteX127" fmla="*/ 253216 w 606885"/>
                <a:gd name="connsiteY127" fmla="*/ 203945 h 607145"/>
                <a:gd name="connsiteX128" fmla="*/ 255351 w 606885"/>
                <a:gd name="connsiteY128" fmla="*/ 203751 h 607145"/>
                <a:gd name="connsiteX129" fmla="*/ 264521 w 606885"/>
                <a:gd name="connsiteY129" fmla="*/ 207578 h 607145"/>
                <a:gd name="connsiteX130" fmla="*/ 279078 w 606885"/>
                <a:gd name="connsiteY130" fmla="*/ 220416 h 607145"/>
                <a:gd name="connsiteX131" fmla="*/ 280630 w 606885"/>
                <a:gd name="connsiteY131" fmla="*/ 219447 h 607145"/>
                <a:gd name="connsiteX132" fmla="*/ 281795 w 606885"/>
                <a:gd name="connsiteY132" fmla="*/ 218720 h 607145"/>
                <a:gd name="connsiteX133" fmla="*/ 292033 w 606885"/>
                <a:gd name="connsiteY133" fmla="*/ 212810 h 607145"/>
                <a:gd name="connsiteX134" fmla="*/ 301446 w 606885"/>
                <a:gd name="connsiteY134" fmla="*/ 208111 h 607145"/>
                <a:gd name="connsiteX135" fmla="*/ 325755 w 606885"/>
                <a:gd name="connsiteY135" fmla="*/ 198713 h 607145"/>
                <a:gd name="connsiteX136" fmla="*/ 341573 w 606885"/>
                <a:gd name="connsiteY136" fmla="*/ 194498 h 607145"/>
                <a:gd name="connsiteX137" fmla="*/ 342737 w 606885"/>
                <a:gd name="connsiteY137" fmla="*/ 175169 h 607145"/>
                <a:gd name="connsiteX138" fmla="*/ 355741 w 606885"/>
                <a:gd name="connsiteY138" fmla="*/ 162137 h 607145"/>
                <a:gd name="connsiteX139" fmla="*/ 369472 w 606885"/>
                <a:gd name="connsiteY139" fmla="*/ 162137 h 607145"/>
                <a:gd name="connsiteX140" fmla="*/ 377575 w 606885"/>
                <a:gd name="connsiteY140" fmla="*/ 162137 h 607145"/>
                <a:gd name="connsiteX141" fmla="*/ 385630 w 606885"/>
                <a:gd name="connsiteY141" fmla="*/ 162137 h 607145"/>
                <a:gd name="connsiteX142" fmla="*/ 180481 w 606885"/>
                <a:gd name="connsiteY142" fmla="*/ 66177 h 607145"/>
                <a:gd name="connsiteX143" fmla="*/ 146082 w 606885"/>
                <a:gd name="connsiteY143" fmla="*/ 72620 h 607145"/>
                <a:gd name="connsiteX144" fmla="*/ 130751 w 606885"/>
                <a:gd name="connsiteY144" fmla="*/ 79160 h 607145"/>
                <a:gd name="connsiteX145" fmla="*/ 100041 w 606885"/>
                <a:gd name="connsiteY145" fmla="*/ 101784 h 607145"/>
                <a:gd name="connsiteX146" fmla="*/ 78111 w 606885"/>
                <a:gd name="connsiteY146" fmla="*/ 132935 h 607145"/>
                <a:gd name="connsiteX147" fmla="*/ 71901 w 606885"/>
                <a:gd name="connsiteY147" fmla="*/ 148389 h 607145"/>
                <a:gd name="connsiteX148" fmla="*/ 66225 w 606885"/>
                <a:gd name="connsiteY148" fmla="*/ 183851 h 607145"/>
                <a:gd name="connsiteX149" fmla="*/ 82235 w 606885"/>
                <a:gd name="connsiteY149" fmla="*/ 180460 h 607145"/>
                <a:gd name="connsiteX150" fmla="*/ 152438 w 606885"/>
                <a:gd name="connsiteY150" fmla="*/ 165684 h 607145"/>
                <a:gd name="connsiteX151" fmla="*/ 158017 w 606885"/>
                <a:gd name="connsiteY151" fmla="*/ 158417 h 607145"/>
                <a:gd name="connsiteX152" fmla="*/ 164131 w 606885"/>
                <a:gd name="connsiteY152" fmla="*/ 153331 h 607145"/>
                <a:gd name="connsiteX153" fmla="*/ 177473 w 606885"/>
                <a:gd name="connsiteY153" fmla="*/ 82212 h 607145"/>
                <a:gd name="connsiteX154" fmla="*/ 206194 w 606885"/>
                <a:gd name="connsiteY154" fmla="*/ 0 h 607145"/>
                <a:gd name="connsiteX155" fmla="*/ 206291 w 606885"/>
                <a:gd name="connsiteY155" fmla="*/ 0 h 607145"/>
                <a:gd name="connsiteX156" fmla="*/ 217111 w 606885"/>
                <a:gd name="connsiteY156" fmla="*/ 10658 h 607145"/>
                <a:gd name="connsiteX157" fmla="*/ 218226 w 606885"/>
                <a:gd name="connsiteY157" fmla="*/ 26694 h 607145"/>
                <a:gd name="connsiteX158" fmla="*/ 270333 w 606885"/>
                <a:gd name="connsiteY158" fmla="*/ 47525 h 607145"/>
                <a:gd name="connsiteX159" fmla="*/ 282268 w 606885"/>
                <a:gd name="connsiteY159" fmla="*/ 36722 h 607145"/>
                <a:gd name="connsiteX160" fmla="*/ 289982 w 606885"/>
                <a:gd name="connsiteY160" fmla="*/ 33524 h 607145"/>
                <a:gd name="connsiteX161" fmla="*/ 297502 w 606885"/>
                <a:gd name="connsiteY161" fmla="*/ 36577 h 607145"/>
                <a:gd name="connsiteX162" fmla="*/ 330784 w 606885"/>
                <a:gd name="connsiteY162" fmla="*/ 69084 h 607145"/>
                <a:gd name="connsiteX163" fmla="*/ 330978 w 606885"/>
                <a:gd name="connsiteY163" fmla="*/ 84296 h 607145"/>
                <a:gd name="connsiteX164" fmla="*/ 320450 w 606885"/>
                <a:gd name="connsiteY164" fmla="*/ 96455 h 607145"/>
                <a:gd name="connsiteX165" fmla="*/ 342476 w 606885"/>
                <a:gd name="connsiteY165" fmla="*/ 147953 h 607145"/>
                <a:gd name="connsiteX166" fmla="*/ 335150 w 606885"/>
                <a:gd name="connsiteY166" fmla="*/ 154542 h 607145"/>
                <a:gd name="connsiteX167" fmla="*/ 326611 w 606885"/>
                <a:gd name="connsiteY167" fmla="*/ 174598 h 607145"/>
                <a:gd name="connsiteX168" fmla="*/ 326320 w 606885"/>
                <a:gd name="connsiteY168" fmla="*/ 179394 h 607145"/>
                <a:gd name="connsiteX169" fmla="*/ 326175 w 606885"/>
                <a:gd name="connsiteY169" fmla="*/ 181720 h 607145"/>
                <a:gd name="connsiteX170" fmla="*/ 303663 w 606885"/>
                <a:gd name="connsiteY170" fmla="*/ 189520 h 607145"/>
                <a:gd name="connsiteX171" fmla="*/ 297259 w 606885"/>
                <a:gd name="connsiteY171" fmla="*/ 145870 h 607145"/>
                <a:gd name="connsiteX172" fmla="*/ 290710 w 606885"/>
                <a:gd name="connsiteY172" fmla="*/ 130561 h 607145"/>
                <a:gd name="connsiteX173" fmla="*/ 268052 w 606885"/>
                <a:gd name="connsiteY173" fmla="*/ 99895 h 607145"/>
                <a:gd name="connsiteX174" fmla="*/ 236857 w 606885"/>
                <a:gd name="connsiteY174" fmla="*/ 77998 h 607145"/>
                <a:gd name="connsiteX175" fmla="*/ 232636 w 606885"/>
                <a:gd name="connsiteY175" fmla="*/ 76060 h 607145"/>
                <a:gd name="connsiteX176" fmla="*/ 215412 w 606885"/>
                <a:gd name="connsiteY176" fmla="*/ 162390 h 607145"/>
                <a:gd name="connsiteX177" fmla="*/ 222690 w 606885"/>
                <a:gd name="connsiteY177" fmla="*/ 185450 h 607145"/>
                <a:gd name="connsiteX178" fmla="*/ 234237 w 606885"/>
                <a:gd name="connsiteY178" fmla="*/ 196690 h 607145"/>
                <a:gd name="connsiteX179" fmla="*/ 197704 w 606885"/>
                <a:gd name="connsiteY179" fmla="*/ 233218 h 607145"/>
                <a:gd name="connsiteX180" fmla="*/ 186594 w 606885"/>
                <a:gd name="connsiteY180" fmla="*/ 222366 h 607145"/>
                <a:gd name="connsiteX181" fmla="*/ 184993 w 606885"/>
                <a:gd name="connsiteY181" fmla="*/ 222366 h 607145"/>
                <a:gd name="connsiteX182" fmla="*/ 164373 w 606885"/>
                <a:gd name="connsiteY182" fmla="*/ 216262 h 607145"/>
                <a:gd name="connsiteX183" fmla="*/ 77675 w 606885"/>
                <a:gd name="connsiteY183" fmla="*/ 235591 h 607145"/>
                <a:gd name="connsiteX184" fmla="*/ 79276 w 606885"/>
                <a:gd name="connsiteY184" fmla="*/ 238886 h 607145"/>
                <a:gd name="connsiteX185" fmla="*/ 101981 w 606885"/>
                <a:gd name="connsiteY185" fmla="*/ 269552 h 607145"/>
                <a:gd name="connsiteX186" fmla="*/ 133177 w 606885"/>
                <a:gd name="connsiteY186" fmla="*/ 291498 h 607145"/>
                <a:gd name="connsiteX187" fmla="*/ 148605 w 606885"/>
                <a:gd name="connsiteY187" fmla="*/ 297650 h 607145"/>
                <a:gd name="connsiteX188" fmla="*/ 184993 w 606885"/>
                <a:gd name="connsiteY188" fmla="*/ 303319 h 607145"/>
                <a:gd name="connsiteX189" fmla="*/ 189117 w 606885"/>
                <a:gd name="connsiteY189" fmla="*/ 303270 h 607145"/>
                <a:gd name="connsiteX190" fmla="*/ 180917 w 606885"/>
                <a:gd name="connsiteY190" fmla="*/ 326669 h 607145"/>
                <a:gd name="connsiteX191" fmla="*/ 180723 w 606885"/>
                <a:gd name="connsiteY191" fmla="*/ 327202 h 607145"/>
                <a:gd name="connsiteX192" fmla="*/ 173592 w 606885"/>
                <a:gd name="connsiteY192" fmla="*/ 327638 h 607145"/>
                <a:gd name="connsiteX193" fmla="*/ 153505 w 606885"/>
                <a:gd name="connsiteY193" fmla="*/ 336213 h 607145"/>
                <a:gd name="connsiteX194" fmla="*/ 148945 w 606885"/>
                <a:gd name="connsiteY194" fmla="*/ 342172 h 607145"/>
                <a:gd name="connsiteX195" fmla="*/ 99652 w 606885"/>
                <a:gd name="connsiteY195" fmla="*/ 321922 h 607145"/>
                <a:gd name="connsiteX196" fmla="*/ 87766 w 606885"/>
                <a:gd name="connsiteY196" fmla="*/ 332725 h 607145"/>
                <a:gd name="connsiteX197" fmla="*/ 80052 w 606885"/>
                <a:gd name="connsiteY197" fmla="*/ 335971 h 607145"/>
                <a:gd name="connsiteX198" fmla="*/ 72483 w 606885"/>
                <a:gd name="connsiteY198" fmla="*/ 332870 h 607145"/>
                <a:gd name="connsiteX199" fmla="*/ 39201 w 606885"/>
                <a:gd name="connsiteY199" fmla="*/ 300412 h 607145"/>
                <a:gd name="connsiteX200" fmla="*/ 39056 w 606885"/>
                <a:gd name="connsiteY200" fmla="*/ 285151 h 607145"/>
                <a:gd name="connsiteX201" fmla="*/ 49584 w 606885"/>
                <a:gd name="connsiteY201" fmla="*/ 272992 h 607145"/>
                <a:gd name="connsiteX202" fmla="*/ 27509 w 606885"/>
                <a:gd name="connsiteY202" fmla="*/ 221494 h 607145"/>
                <a:gd name="connsiteX203" fmla="*/ 11450 w 606885"/>
                <a:gd name="connsiteY203" fmla="*/ 220719 h 607145"/>
                <a:gd name="connsiteX204" fmla="*/ 11305 w 606885"/>
                <a:gd name="connsiteY204" fmla="*/ 220719 h 607145"/>
                <a:gd name="connsiteX205" fmla="*/ 534 w 606885"/>
                <a:gd name="connsiteY205" fmla="*/ 210061 h 607145"/>
                <a:gd name="connsiteX206" fmla="*/ 0 w 606885"/>
                <a:gd name="connsiteY206" fmla="*/ 163601 h 607145"/>
                <a:gd name="connsiteX207" fmla="*/ 10674 w 606885"/>
                <a:gd name="connsiteY207" fmla="*/ 152701 h 607145"/>
                <a:gd name="connsiteX208" fmla="*/ 26733 w 606885"/>
                <a:gd name="connsiteY208" fmla="*/ 151538 h 607145"/>
                <a:gd name="connsiteX209" fmla="*/ 47595 w 606885"/>
                <a:gd name="connsiteY209" fmla="*/ 99507 h 607145"/>
                <a:gd name="connsiteX210" fmla="*/ 36824 w 606885"/>
                <a:gd name="connsiteY210" fmla="*/ 87638 h 607145"/>
                <a:gd name="connsiteX211" fmla="*/ 36630 w 606885"/>
                <a:gd name="connsiteY211" fmla="*/ 72378 h 607145"/>
                <a:gd name="connsiteX212" fmla="*/ 69184 w 606885"/>
                <a:gd name="connsiteY212" fmla="*/ 39144 h 607145"/>
                <a:gd name="connsiteX213" fmla="*/ 76898 w 606885"/>
                <a:gd name="connsiteY213" fmla="*/ 35898 h 607145"/>
                <a:gd name="connsiteX214" fmla="*/ 84418 w 606885"/>
                <a:gd name="connsiteY214" fmla="*/ 38999 h 607145"/>
                <a:gd name="connsiteX215" fmla="*/ 96596 w 606885"/>
                <a:gd name="connsiteY215" fmla="*/ 49512 h 607145"/>
                <a:gd name="connsiteX216" fmla="*/ 148169 w 606885"/>
                <a:gd name="connsiteY216" fmla="*/ 27469 h 607145"/>
                <a:gd name="connsiteX217" fmla="*/ 148993 w 606885"/>
                <a:gd name="connsiteY217" fmla="*/ 11433 h 607145"/>
                <a:gd name="connsiteX218" fmla="*/ 159667 w 606885"/>
                <a:gd name="connsiteY218" fmla="*/ 533 h 607145"/>
              </a:gdLst>
              <a:ahLst/>
              <a:cxnLst/>
              <a:rect l="l" t="t" r="r" b="b"/>
              <a:pathLst>
                <a:path w="606885" h="607145">
                  <a:moveTo>
                    <a:pt x="508291" y="415645"/>
                  </a:moveTo>
                  <a:lnTo>
                    <a:pt x="417168" y="415742"/>
                  </a:lnTo>
                  <a:cubicBezTo>
                    <a:pt x="410812" y="422476"/>
                    <a:pt x="402369" y="427320"/>
                    <a:pt x="392859" y="429210"/>
                  </a:cubicBezTo>
                  <a:lnTo>
                    <a:pt x="334489" y="518928"/>
                  </a:lnTo>
                  <a:cubicBezTo>
                    <a:pt x="335847" y="519413"/>
                    <a:pt x="337254" y="519946"/>
                    <a:pt x="338710" y="520382"/>
                  </a:cubicBezTo>
                  <a:cubicBezTo>
                    <a:pt x="352927" y="525129"/>
                    <a:pt x="368162" y="527697"/>
                    <a:pt x="383980" y="527697"/>
                  </a:cubicBezTo>
                  <a:lnTo>
                    <a:pt x="384126" y="527697"/>
                  </a:lnTo>
                  <a:cubicBezTo>
                    <a:pt x="399992" y="527697"/>
                    <a:pt x="415276" y="525081"/>
                    <a:pt x="429541" y="520333"/>
                  </a:cubicBezTo>
                  <a:cubicBezTo>
                    <a:pt x="435946" y="518153"/>
                    <a:pt x="442157" y="515586"/>
                    <a:pt x="448125" y="512631"/>
                  </a:cubicBezTo>
                  <a:cubicBezTo>
                    <a:pt x="475830" y="498727"/>
                    <a:pt x="498441" y="476152"/>
                    <a:pt x="512318" y="448394"/>
                  </a:cubicBezTo>
                  <a:cubicBezTo>
                    <a:pt x="515278" y="442435"/>
                    <a:pt x="517849" y="436283"/>
                    <a:pt x="519984" y="429888"/>
                  </a:cubicBezTo>
                  <a:cubicBezTo>
                    <a:pt x="521537" y="425237"/>
                    <a:pt x="522847" y="420490"/>
                    <a:pt x="523914" y="415645"/>
                  </a:cubicBezTo>
                  <a:close/>
                  <a:moveTo>
                    <a:pt x="383980" y="363568"/>
                  </a:moveTo>
                  <a:cubicBezTo>
                    <a:pt x="380826" y="363568"/>
                    <a:pt x="377818" y="364295"/>
                    <a:pt x="375101" y="365506"/>
                  </a:cubicBezTo>
                  <a:cubicBezTo>
                    <a:pt x="367920" y="368897"/>
                    <a:pt x="362922" y="376163"/>
                    <a:pt x="362922" y="384641"/>
                  </a:cubicBezTo>
                  <a:cubicBezTo>
                    <a:pt x="362922" y="393797"/>
                    <a:pt x="368793" y="401597"/>
                    <a:pt x="376993" y="404503"/>
                  </a:cubicBezTo>
                  <a:cubicBezTo>
                    <a:pt x="379225" y="405278"/>
                    <a:pt x="381554" y="405666"/>
                    <a:pt x="384029" y="405666"/>
                  </a:cubicBezTo>
                  <a:cubicBezTo>
                    <a:pt x="395285" y="405666"/>
                    <a:pt x="404504" y="396849"/>
                    <a:pt x="405087" y="385755"/>
                  </a:cubicBezTo>
                  <a:cubicBezTo>
                    <a:pt x="405087" y="385659"/>
                    <a:pt x="405087" y="385562"/>
                    <a:pt x="405087" y="385465"/>
                  </a:cubicBezTo>
                  <a:cubicBezTo>
                    <a:pt x="405087" y="385174"/>
                    <a:pt x="405087" y="384883"/>
                    <a:pt x="405087" y="384593"/>
                  </a:cubicBezTo>
                  <a:cubicBezTo>
                    <a:pt x="405087" y="372966"/>
                    <a:pt x="395674" y="363568"/>
                    <a:pt x="384029" y="363568"/>
                  </a:cubicBezTo>
                  <a:cubicBezTo>
                    <a:pt x="383980" y="363568"/>
                    <a:pt x="383980" y="363568"/>
                    <a:pt x="383980" y="363568"/>
                  </a:cubicBezTo>
                  <a:close/>
                  <a:moveTo>
                    <a:pt x="279951" y="286251"/>
                  </a:moveTo>
                  <a:cubicBezTo>
                    <a:pt x="276263" y="290127"/>
                    <a:pt x="272818" y="294196"/>
                    <a:pt x="269616" y="298459"/>
                  </a:cubicBezTo>
                  <a:cubicBezTo>
                    <a:pt x="264327" y="305435"/>
                    <a:pt x="259669" y="312944"/>
                    <a:pt x="255691" y="320840"/>
                  </a:cubicBezTo>
                  <a:cubicBezTo>
                    <a:pt x="253847" y="324571"/>
                    <a:pt x="252149" y="328398"/>
                    <a:pt x="250596" y="332322"/>
                  </a:cubicBezTo>
                  <a:cubicBezTo>
                    <a:pt x="249674" y="334647"/>
                    <a:pt x="248801" y="337021"/>
                    <a:pt x="248024" y="339394"/>
                  </a:cubicBezTo>
                  <a:cubicBezTo>
                    <a:pt x="247685" y="340460"/>
                    <a:pt x="247345" y="341526"/>
                    <a:pt x="247005" y="342592"/>
                  </a:cubicBezTo>
                  <a:cubicBezTo>
                    <a:pt x="246035" y="345741"/>
                    <a:pt x="245162" y="348889"/>
                    <a:pt x="244434" y="352135"/>
                  </a:cubicBezTo>
                  <a:cubicBezTo>
                    <a:pt x="242008" y="362599"/>
                    <a:pt x="240698" y="373548"/>
                    <a:pt x="240698" y="384738"/>
                  </a:cubicBezTo>
                  <a:cubicBezTo>
                    <a:pt x="240698" y="400628"/>
                    <a:pt x="243318" y="415839"/>
                    <a:pt x="248121" y="430082"/>
                  </a:cubicBezTo>
                  <a:cubicBezTo>
                    <a:pt x="250256" y="436476"/>
                    <a:pt x="252828" y="442677"/>
                    <a:pt x="255836" y="448636"/>
                  </a:cubicBezTo>
                  <a:cubicBezTo>
                    <a:pt x="262386" y="461667"/>
                    <a:pt x="270829" y="473585"/>
                    <a:pt x="280873" y="483952"/>
                  </a:cubicBezTo>
                  <a:lnTo>
                    <a:pt x="291839" y="467578"/>
                  </a:lnTo>
                  <a:lnTo>
                    <a:pt x="339874" y="395638"/>
                  </a:lnTo>
                  <a:cubicBezTo>
                    <a:pt x="339001" y="392150"/>
                    <a:pt x="338516" y="388468"/>
                    <a:pt x="338516" y="384641"/>
                  </a:cubicBezTo>
                  <a:cubicBezTo>
                    <a:pt x="338516" y="381395"/>
                    <a:pt x="338855" y="378198"/>
                    <a:pt x="339486" y="375146"/>
                  </a:cubicBezTo>
                  <a:lnTo>
                    <a:pt x="315129" y="338765"/>
                  </a:lnTo>
                  <a:lnTo>
                    <a:pt x="310519" y="331886"/>
                  </a:lnTo>
                  <a:lnTo>
                    <a:pt x="305910" y="325055"/>
                  </a:lnTo>
                  <a:lnTo>
                    <a:pt x="290868" y="302625"/>
                  </a:lnTo>
                  <a:lnTo>
                    <a:pt x="281455" y="288528"/>
                  </a:lnTo>
                  <a:close/>
                  <a:moveTo>
                    <a:pt x="383883" y="241537"/>
                  </a:moveTo>
                  <a:cubicBezTo>
                    <a:pt x="373014" y="241537"/>
                    <a:pt x="362485" y="242797"/>
                    <a:pt x="352296" y="245074"/>
                  </a:cubicBezTo>
                  <a:cubicBezTo>
                    <a:pt x="349045" y="245800"/>
                    <a:pt x="345843" y="246672"/>
                    <a:pt x="342689" y="247593"/>
                  </a:cubicBezTo>
                  <a:cubicBezTo>
                    <a:pt x="341282" y="248029"/>
                    <a:pt x="339874" y="248465"/>
                    <a:pt x="338467" y="248949"/>
                  </a:cubicBezTo>
                  <a:cubicBezTo>
                    <a:pt x="336672" y="249531"/>
                    <a:pt x="334925" y="250160"/>
                    <a:pt x="333227" y="250790"/>
                  </a:cubicBezTo>
                  <a:lnTo>
                    <a:pt x="338031" y="258202"/>
                  </a:lnTo>
                  <a:lnTo>
                    <a:pt x="343125" y="266050"/>
                  </a:lnTo>
                  <a:lnTo>
                    <a:pt x="391355" y="339782"/>
                  </a:lnTo>
                  <a:cubicBezTo>
                    <a:pt x="401448" y="341429"/>
                    <a:pt x="410375" y="346370"/>
                    <a:pt x="417120" y="353492"/>
                  </a:cubicBezTo>
                  <a:lnTo>
                    <a:pt x="508242" y="353395"/>
                  </a:lnTo>
                  <a:lnTo>
                    <a:pt x="523866" y="353395"/>
                  </a:lnTo>
                  <a:cubicBezTo>
                    <a:pt x="522798" y="348550"/>
                    <a:pt x="521488" y="343803"/>
                    <a:pt x="519936" y="339152"/>
                  </a:cubicBezTo>
                  <a:cubicBezTo>
                    <a:pt x="517752" y="332758"/>
                    <a:pt x="515181" y="326557"/>
                    <a:pt x="512172" y="320647"/>
                  </a:cubicBezTo>
                  <a:cubicBezTo>
                    <a:pt x="498295" y="292937"/>
                    <a:pt x="475636" y="270362"/>
                    <a:pt x="447882" y="256555"/>
                  </a:cubicBezTo>
                  <a:cubicBezTo>
                    <a:pt x="441914" y="253551"/>
                    <a:pt x="435752" y="250984"/>
                    <a:pt x="429347" y="248852"/>
                  </a:cubicBezTo>
                  <a:cubicBezTo>
                    <a:pt x="415082" y="244105"/>
                    <a:pt x="399846" y="241537"/>
                    <a:pt x="384029" y="241537"/>
                  </a:cubicBezTo>
                  <a:close/>
                  <a:moveTo>
                    <a:pt x="184993" y="167283"/>
                  </a:moveTo>
                  <a:cubicBezTo>
                    <a:pt x="180481" y="167283"/>
                    <a:pt x="175920" y="169027"/>
                    <a:pt x="172476" y="172515"/>
                  </a:cubicBezTo>
                  <a:cubicBezTo>
                    <a:pt x="167187" y="177941"/>
                    <a:pt x="166120" y="185983"/>
                    <a:pt x="169322" y="192426"/>
                  </a:cubicBezTo>
                  <a:cubicBezTo>
                    <a:pt x="170147" y="194170"/>
                    <a:pt x="171311" y="195769"/>
                    <a:pt x="172767" y="197222"/>
                  </a:cubicBezTo>
                  <a:cubicBezTo>
                    <a:pt x="176163" y="200517"/>
                    <a:pt x="180578" y="202164"/>
                    <a:pt x="184993" y="202164"/>
                  </a:cubicBezTo>
                  <a:cubicBezTo>
                    <a:pt x="189262" y="202164"/>
                    <a:pt x="193483" y="200662"/>
                    <a:pt x="196831" y="197610"/>
                  </a:cubicBezTo>
                  <a:cubicBezTo>
                    <a:pt x="196879" y="197562"/>
                    <a:pt x="196928" y="197465"/>
                    <a:pt x="196976" y="197416"/>
                  </a:cubicBezTo>
                  <a:cubicBezTo>
                    <a:pt x="197170" y="197271"/>
                    <a:pt x="197316" y="197126"/>
                    <a:pt x="197510" y="196932"/>
                  </a:cubicBezTo>
                  <a:cubicBezTo>
                    <a:pt x="204254" y="190053"/>
                    <a:pt x="204108" y="178958"/>
                    <a:pt x="197219" y="172224"/>
                  </a:cubicBezTo>
                  <a:cubicBezTo>
                    <a:pt x="195327" y="170384"/>
                    <a:pt x="193144" y="169075"/>
                    <a:pt x="190815" y="168252"/>
                  </a:cubicBezTo>
                  <a:cubicBezTo>
                    <a:pt x="188971" y="167622"/>
                    <a:pt x="186982" y="167283"/>
                    <a:pt x="184993" y="167283"/>
                  </a:cubicBezTo>
                  <a:close/>
                  <a:moveTo>
                    <a:pt x="411880" y="162089"/>
                  </a:moveTo>
                  <a:cubicBezTo>
                    <a:pt x="419109" y="162089"/>
                    <a:pt x="424932" y="167902"/>
                    <a:pt x="424932" y="175072"/>
                  </a:cubicBezTo>
                  <a:lnTo>
                    <a:pt x="426096" y="194401"/>
                  </a:lnTo>
                  <a:cubicBezTo>
                    <a:pt x="448658" y="199391"/>
                    <a:pt x="469765" y="208208"/>
                    <a:pt x="488688" y="220222"/>
                  </a:cubicBezTo>
                  <a:lnTo>
                    <a:pt x="503196" y="207384"/>
                  </a:lnTo>
                  <a:cubicBezTo>
                    <a:pt x="505719" y="204817"/>
                    <a:pt x="509067" y="203557"/>
                    <a:pt x="512415" y="203557"/>
                  </a:cubicBezTo>
                  <a:cubicBezTo>
                    <a:pt x="515714" y="203557"/>
                    <a:pt x="519062" y="204817"/>
                    <a:pt x="521585" y="207336"/>
                  </a:cubicBezTo>
                  <a:lnTo>
                    <a:pt x="561324" y="246963"/>
                  </a:lnTo>
                  <a:cubicBezTo>
                    <a:pt x="566419" y="252050"/>
                    <a:pt x="566419" y="260237"/>
                    <a:pt x="561324" y="265323"/>
                  </a:cubicBezTo>
                  <a:lnTo>
                    <a:pt x="548466" y="279857"/>
                  </a:lnTo>
                  <a:cubicBezTo>
                    <a:pt x="560548" y="298701"/>
                    <a:pt x="569427" y="319726"/>
                    <a:pt x="574473" y="342253"/>
                  </a:cubicBezTo>
                  <a:lnTo>
                    <a:pt x="593833" y="343415"/>
                  </a:lnTo>
                  <a:cubicBezTo>
                    <a:pt x="601014" y="343415"/>
                    <a:pt x="606837" y="349229"/>
                    <a:pt x="606837" y="356398"/>
                  </a:cubicBezTo>
                  <a:lnTo>
                    <a:pt x="606885" y="412448"/>
                  </a:lnTo>
                  <a:cubicBezTo>
                    <a:pt x="606885" y="419666"/>
                    <a:pt x="601063" y="425480"/>
                    <a:pt x="593882" y="425480"/>
                  </a:cubicBezTo>
                  <a:lnTo>
                    <a:pt x="574522" y="426642"/>
                  </a:lnTo>
                  <a:cubicBezTo>
                    <a:pt x="569573" y="449169"/>
                    <a:pt x="560693" y="470242"/>
                    <a:pt x="548660" y="489135"/>
                  </a:cubicBezTo>
                  <a:lnTo>
                    <a:pt x="561567" y="503620"/>
                  </a:lnTo>
                  <a:cubicBezTo>
                    <a:pt x="566661" y="508707"/>
                    <a:pt x="566661" y="516894"/>
                    <a:pt x="561567" y="521980"/>
                  </a:cubicBezTo>
                  <a:lnTo>
                    <a:pt x="521877" y="561656"/>
                  </a:lnTo>
                  <a:cubicBezTo>
                    <a:pt x="519353" y="564224"/>
                    <a:pt x="516005" y="565483"/>
                    <a:pt x="512706" y="565483"/>
                  </a:cubicBezTo>
                  <a:cubicBezTo>
                    <a:pt x="509358" y="565483"/>
                    <a:pt x="506010" y="564224"/>
                    <a:pt x="503487" y="561704"/>
                  </a:cubicBezTo>
                  <a:lnTo>
                    <a:pt x="488931" y="548867"/>
                  </a:lnTo>
                  <a:cubicBezTo>
                    <a:pt x="470056" y="560881"/>
                    <a:pt x="448998" y="569795"/>
                    <a:pt x="426436" y="574784"/>
                  </a:cubicBezTo>
                  <a:lnTo>
                    <a:pt x="425271" y="594114"/>
                  </a:lnTo>
                  <a:cubicBezTo>
                    <a:pt x="425271" y="601283"/>
                    <a:pt x="419449" y="607097"/>
                    <a:pt x="412268" y="607097"/>
                  </a:cubicBezTo>
                  <a:lnTo>
                    <a:pt x="356129" y="607145"/>
                  </a:lnTo>
                  <a:cubicBezTo>
                    <a:pt x="348948" y="607145"/>
                    <a:pt x="343125" y="601332"/>
                    <a:pt x="343077" y="594162"/>
                  </a:cubicBezTo>
                  <a:lnTo>
                    <a:pt x="341912" y="574833"/>
                  </a:lnTo>
                  <a:cubicBezTo>
                    <a:pt x="319350" y="569891"/>
                    <a:pt x="298243" y="561026"/>
                    <a:pt x="279369" y="549012"/>
                  </a:cubicBezTo>
                  <a:lnTo>
                    <a:pt x="264813" y="561898"/>
                  </a:lnTo>
                  <a:cubicBezTo>
                    <a:pt x="262289" y="564417"/>
                    <a:pt x="258941" y="565677"/>
                    <a:pt x="255642" y="565677"/>
                  </a:cubicBezTo>
                  <a:cubicBezTo>
                    <a:pt x="252294" y="565677"/>
                    <a:pt x="248946" y="564417"/>
                    <a:pt x="246423" y="561898"/>
                  </a:cubicBezTo>
                  <a:lnTo>
                    <a:pt x="206684" y="522319"/>
                  </a:lnTo>
                  <a:cubicBezTo>
                    <a:pt x="201590" y="517233"/>
                    <a:pt x="201590" y="508997"/>
                    <a:pt x="206684" y="503911"/>
                  </a:cubicBezTo>
                  <a:lnTo>
                    <a:pt x="219542" y="489377"/>
                  </a:lnTo>
                  <a:cubicBezTo>
                    <a:pt x="207461" y="470581"/>
                    <a:pt x="198581" y="449508"/>
                    <a:pt x="193584" y="426981"/>
                  </a:cubicBezTo>
                  <a:lnTo>
                    <a:pt x="174224" y="425819"/>
                  </a:lnTo>
                  <a:lnTo>
                    <a:pt x="174175" y="425819"/>
                  </a:lnTo>
                  <a:cubicBezTo>
                    <a:pt x="166994" y="425819"/>
                    <a:pt x="161172" y="420005"/>
                    <a:pt x="161172" y="412836"/>
                  </a:cubicBezTo>
                  <a:lnTo>
                    <a:pt x="161123" y="385465"/>
                  </a:lnTo>
                  <a:lnTo>
                    <a:pt x="161123" y="377326"/>
                  </a:lnTo>
                  <a:lnTo>
                    <a:pt x="161123" y="369139"/>
                  </a:lnTo>
                  <a:lnTo>
                    <a:pt x="161123" y="356786"/>
                  </a:lnTo>
                  <a:cubicBezTo>
                    <a:pt x="161123" y="349616"/>
                    <a:pt x="166946" y="343803"/>
                    <a:pt x="174127" y="343754"/>
                  </a:cubicBezTo>
                  <a:lnTo>
                    <a:pt x="193487" y="342592"/>
                  </a:lnTo>
                  <a:cubicBezTo>
                    <a:pt x="194748" y="336972"/>
                    <a:pt x="196204" y="331498"/>
                    <a:pt x="197902" y="326072"/>
                  </a:cubicBezTo>
                  <a:cubicBezTo>
                    <a:pt x="200619" y="317498"/>
                    <a:pt x="203919" y="309165"/>
                    <a:pt x="207703" y="301124"/>
                  </a:cubicBezTo>
                  <a:cubicBezTo>
                    <a:pt x="209208" y="297975"/>
                    <a:pt x="210809" y="294874"/>
                    <a:pt x="212458" y="291774"/>
                  </a:cubicBezTo>
                  <a:cubicBezTo>
                    <a:pt x="214351" y="288334"/>
                    <a:pt x="216340" y="284943"/>
                    <a:pt x="218426" y="281601"/>
                  </a:cubicBezTo>
                  <a:cubicBezTo>
                    <a:pt x="218766" y="281116"/>
                    <a:pt x="219057" y="280632"/>
                    <a:pt x="219348" y="280147"/>
                  </a:cubicBezTo>
                  <a:lnTo>
                    <a:pt x="206490" y="265614"/>
                  </a:lnTo>
                  <a:cubicBezTo>
                    <a:pt x="205326" y="264500"/>
                    <a:pt x="204452" y="263192"/>
                    <a:pt x="203822" y="261787"/>
                  </a:cubicBezTo>
                  <a:cubicBezTo>
                    <a:pt x="202220" y="258251"/>
                    <a:pt x="202269" y="254181"/>
                    <a:pt x="204016" y="250693"/>
                  </a:cubicBezTo>
                  <a:cubicBezTo>
                    <a:pt x="204598" y="249434"/>
                    <a:pt x="205423" y="248271"/>
                    <a:pt x="206442" y="247254"/>
                  </a:cubicBezTo>
                  <a:lnTo>
                    <a:pt x="209208" y="244492"/>
                  </a:lnTo>
                  <a:lnTo>
                    <a:pt x="245744" y="207966"/>
                  </a:lnTo>
                  <a:lnTo>
                    <a:pt x="246132" y="207578"/>
                  </a:lnTo>
                  <a:cubicBezTo>
                    <a:pt x="248121" y="205592"/>
                    <a:pt x="250596" y="204381"/>
                    <a:pt x="253216" y="203945"/>
                  </a:cubicBezTo>
                  <a:cubicBezTo>
                    <a:pt x="253895" y="203848"/>
                    <a:pt x="254623" y="203751"/>
                    <a:pt x="255351" y="203751"/>
                  </a:cubicBezTo>
                  <a:cubicBezTo>
                    <a:pt x="258650" y="203751"/>
                    <a:pt x="261998" y="205059"/>
                    <a:pt x="264521" y="207578"/>
                  </a:cubicBezTo>
                  <a:lnTo>
                    <a:pt x="279078" y="220416"/>
                  </a:lnTo>
                  <a:cubicBezTo>
                    <a:pt x="279563" y="220077"/>
                    <a:pt x="280097" y="219737"/>
                    <a:pt x="280630" y="219447"/>
                  </a:cubicBezTo>
                  <a:cubicBezTo>
                    <a:pt x="281019" y="219205"/>
                    <a:pt x="281407" y="218962"/>
                    <a:pt x="281795" y="218720"/>
                  </a:cubicBezTo>
                  <a:cubicBezTo>
                    <a:pt x="285143" y="216637"/>
                    <a:pt x="288539" y="214699"/>
                    <a:pt x="292033" y="212810"/>
                  </a:cubicBezTo>
                  <a:cubicBezTo>
                    <a:pt x="295138" y="211163"/>
                    <a:pt x="298243" y="209613"/>
                    <a:pt x="301446" y="208111"/>
                  </a:cubicBezTo>
                  <a:cubicBezTo>
                    <a:pt x="309258" y="204478"/>
                    <a:pt x="317361" y="201329"/>
                    <a:pt x="325755" y="198713"/>
                  </a:cubicBezTo>
                  <a:cubicBezTo>
                    <a:pt x="330947" y="197066"/>
                    <a:pt x="336235" y="195661"/>
                    <a:pt x="341573" y="194498"/>
                  </a:cubicBezTo>
                  <a:lnTo>
                    <a:pt x="342737" y="175169"/>
                  </a:lnTo>
                  <a:cubicBezTo>
                    <a:pt x="342737" y="167951"/>
                    <a:pt x="348560" y="162137"/>
                    <a:pt x="355741" y="162137"/>
                  </a:cubicBezTo>
                  <a:lnTo>
                    <a:pt x="369472" y="162137"/>
                  </a:lnTo>
                  <a:lnTo>
                    <a:pt x="377575" y="162137"/>
                  </a:lnTo>
                  <a:lnTo>
                    <a:pt x="385630" y="162137"/>
                  </a:lnTo>
                  <a:close/>
                  <a:moveTo>
                    <a:pt x="180481" y="66177"/>
                  </a:moveTo>
                  <a:cubicBezTo>
                    <a:pt x="168837" y="66661"/>
                    <a:pt x="157241" y="68793"/>
                    <a:pt x="146082" y="72620"/>
                  </a:cubicBezTo>
                  <a:cubicBezTo>
                    <a:pt x="140843" y="74461"/>
                    <a:pt x="135748" y="76641"/>
                    <a:pt x="130751" y="79160"/>
                  </a:cubicBezTo>
                  <a:cubicBezTo>
                    <a:pt x="119641" y="84877"/>
                    <a:pt x="109259" y="92386"/>
                    <a:pt x="100041" y="101784"/>
                  </a:cubicBezTo>
                  <a:cubicBezTo>
                    <a:pt x="90871" y="111183"/>
                    <a:pt x="83545" y="121744"/>
                    <a:pt x="78111" y="132935"/>
                  </a:cubicBezTo>
                  <a:cubicBezTo>
                    <a:pt x="75637" y="137973"/>
                    <a:pt x="73599" y="143157"/>
                    <a:pt x="71901" y="148389"/>
                  </a:cubicBezTo>
                  <a:cubicBezTo>
                    <a:pt x="68214" y="159919"/>
                    <a:pt x="66322" y="171885"/>
                    <a:pt x="66225" y="183851"/>
                  </a:cubicBezTo>
                  <a:lnTo>
                    <a:pt x="82235" y="180460"/>
                  </a:lnTo>
                  <a:lnTo>
                    <a:pt x="152438" y="165684"/>
                  </a:lnTo>
                  <a:cubicBezTo>
                    <a:pt x="153991" y="163117"/>
                    <a:pt x="155834" y="160646"/>
                    <a:pt x="158017" y="158417"/>
                  </a:cubicBezTo>
                  <a:cubicBezTo>
                    <a:pt x="159909" y="156480"/>
                    <a:pt x="161996" y="154784"/>
                    <a:pt x="164131" y="153331"/>
                  </a:cubicBezTo>
                  <a:lnTo>
                    <a:pt x="177473" y="82212"/>
                  </a:lnTo>
                  <a:close/>
                  <a:moveTo>
                    <a:pt x="206194" y="0"/>
                  </a:moveTo>
                  <a:cubicBezTo>
                    <a:pt x="206243" y="0"/>
                    <a:pt x="206243" y="0"/>
                    <a:pt x="206291" y="0"/>
                  </a:cubicBezTo>
                  <a:cubicBezTo>
                    <a:pt x="212210" y="0"/>
                    <a:pt x="217013" y="4748"/>
                    <a:pt x="217111" y="10658"/>
                  </a:cubicBezTo>
                  <a:lnTo>
                    <a:pt x="218226" y="26694"/>
                  </a:lnTo>
                  <a:cubicBezTo>
                    <a:pt x="236420" y="30472"/>
                    <a:pt x="254080" y="37400"/>
                    <a:pt x="270333" y="47525"/>
                  </a:cubicBezTo>
                  <a:lnTo>
                    <a:pt x="282268" y="36722"/>
                  </a:lnTo>
                  <a:cubicBezTo>
                    <a:pt x="284354" y="34590"/>
                    <a:pt x="287168" y="33524"/>
                    <a:pt x="289982" y="33524"/>
                  </a:cubicBezTo>
                  <a:cubicBezTo>
                    <a:pt x="292699" y="33524"/>
                    <a:pt x="295416" y="34542"/>
                    <a:pt x="297502" y="36577"/>
                  </a:cubicBezTo>
                  <a:lnTo>
                    <a:pt x="330784" y="69084"/>
                  </a:lnTo>
                  <a:cubicBezTo>
                    <a:pt x="335053" y="73201"/>
                    <a:pt x="335150" y="80032"/>
                    <a:pt x="330978" y="84296"/>
                  </a:cubicBezTo>
                  <a:lnTo>
                    <a:pt x="320450" y="96455"/>
                  </a:lnTo>
                  <a:cubicBezTo>
                    <a:pt x="330929" y="112442"/>
                    <a:pt x="338255" y="129883"/>
                    <a:pt x="342476" y="147953"/>
                  </a:cubicBezTo>
                  <a:cubicBezTo>
                    <a:pt x="342476" y="147953"/>
                    <a:pt x="337964" y="151732"/>
                    <a:pt x="335150" y="154542"/>
                  </a:cubicBezTo>
                  <a:cubicBezTo>
                    <a:pt x="329765" y="159919"/>
                    <a:pt x="326757" y="167041"/>
                    <a:pt x="326611" y="174598"/>
                  </a:cubicBezTo>
                  <a:lnTo>
                    <a:pt x="326320" y="179394"/>
                  </a:lnTo>
                  <a:lnTo>
                    <a:pt x="326175" y="181720"/>
                  </a:lnTo>
                  <a:cubicBezTo>
                    <a:pt x="318509" y="183900"/>
                    <a:pt x="311038" y="186516"/>
                    <a:pt x="303663" y="189520"/>
                  </a:cubicBezTo>
                  <a:cubicBezTo>
                    <a:pt x="304294" y="174792"/>
                    <a:pt x="302111" y="159919"/>
                    <a:pt x="297259" y="145870"/>
                  </a:cubicBezTo>
                  <a:cubicBezTo>
                    <a:pt x="295464" y="140638"/>
                    <a:pt x="293281" y="135503"/>
                    <a:pt x="290710" y="130561"/>
                  </a:cubicBezTo>
                  <a:cubicBezTo>
                    <a:pt x="285033" y="119467"/>
                    <a:pt x="277465" y="109100"/>
                    <a:pt x="268052" y="99895"/>
                  </a:cubicBezTo>
                  <a:cubicBezTo>
                    <a:pt x="258640" y="90739"/>
                    <a:pt x="248064" y="83423"/>
                    <a:pt x="236857" y="77998"/>
                  </a:cubicBezTo>
                  <a:cubicBezTo>
                    <a:pt x="235450" y="77319"/>
                    <a:pt x="234043" y="76641"/>
                    <a:pt x="232636" y="76060"/>
                  </a:cubicBezTo>
                  <a:lnTo>
                    <a:pt x="215412" y="162390"/>
                  </a:lnTo>
                  <a:cubicBezTo>
                    <a:pt x="220410" y="169221"/>
                    <a:pt x="222884" y="177360"/>
                    <a:pt x="222690" y="185450"/>
                  </a:cubicBezTo>
                  <a:lnTo>
                    <a:pt x="234237" y="196690"/>
                  </a:lnTo>
                  <a:lnTo>
                    <a:pt x="197704" y="233218"/>
                  </a:lnTo>
                  <a:lnTo>
                    <a:pt x="186594" y="222366"/>
                  </a:lnTo>
                  <a:cubicBezTo>
                    <a:pt x="186060" y="222366"/>
                    <a:pt x="185527" y="222366"/>
                    <a:pt x="184993" y="222366"/>
                  </a:cubicBezTo>
                  <a:cubicBezTo>
                    <a:pt x="177812" y="222366"/>
                    <a:pt x="170632" y="220331"/>
                    <a:pt x="164373" y="216262"/>
                  </a:cubicBezTo>
                  <a:lnTo>
                    <a:pt x="77675" y="235591"/>
                  </a:lnTo>
                  <a:cubicBezTo>
                    <a:pt x="78160" y="236706"/>
                    <a:pt x="78742" y="237820"/>
                    <a:pt x="79276" y="238886"/>
                  </a:cubicBezTo>
                  <a:cubicBezTo>
                    <a:pt x="85001" y="249980"/>
                    <a:pt x="92569" y="260347"/>
                    <a:pt x="101981" y="269552"/>
                  </a:cubicBezTo>
                  <a:cubicBezTo>
                    <a:pt x="111393" y="278757"/>
                    <a:pt x="121921" y="286023"/>
                    <a:pt x="133177" y="291498"/>
                  </a:cubicBezTo>
                  <a:cubicBezTo>
                    <a:pt x="138174" y="293920"/>
                    <a:pt x="143365" y="295955"/>
                    <a:pt x="148605" y="297650"/>
                  </a:cubicBezTo>
                  <a:cubicBezTo>
                    <a:pt x="160443" y="301429"/>
                    <a:pt x="172718" y="303319"/>
                    <a:pt x="184993" y="303319"/>
                  </a:cubicBezTo>
                  <a:cubicBezTo>
                    <a:pt x="186351" y="303319"/>
                    <a:pt x="187710" y="303319"/>
                    <a:pt x="189117" y="303270"/>
                  </a:cubicBezTo>
                  <a:cubicBezTo>
                    <a:pt x="185915" y="310876"/>
                    <a:pt x="183149" y="318676"/>
                    <a:pt x="180917" y="326669"/>
                  </a:cubicBezTo>
                  <a:cubicBezTo>
                    <a:pt x="180820" y="326863"/>
                    <a:pt x="180772" y="327009"/>
                    <a:pt x="180723" y="327202"/>
                  </a:cubicBezTo>
                  <a:lnTo>
                    <a:pt x="173592" y="327638"/>
                  </a:lnTo>
                  <a:cubicBezTo>
                    <a:pt x="166023" y="327784"/>
                    <a:pt x="158891" y="330836"/>
                    <a:pt x="153505" y="336213"/>
                  </a:cubicBezTo>
                  <a:cubicBezTo>
                    <a:pt x="151710" y="338006"/>
                    <a:pt x="150206" y="339992"/>
                    <a:pt x="148945" y="342172"/>
                  </a:cubicBezTo>
                  <a:cubicBezTo>
                    <a:pt x="131770" y="338248"/>
                    <a:pt x="115081" y="331514"/>
                    <a:pt x="99652" y="321922"/>
                  </a:cubicBezTo>
                  <a:lnTo>
                    <a:pt x="87766" y="332725"/>
                  </a:lnTo>
                  <a:cubicBezTo>
                    <a:pt x="85631" y="334857"/>
                    <a:pt x="82817" y="335971"/>
                    <a:pt x="80052" y="335971"/>
                  </a:cubicBezTo>
                  <a:cubicBezTo>
                    <a:pt x="77335" y="335971"/>
                    <a:pt x="74570" y="334954"/>
                    <a:pt x="72483" y="332870"/>
                  </a:cubicBezTo>
                  <a:lnTo>
                    <a:pt x="39201" y="300412"/>
                  </a:lnTo>
                  <a:cubicBezTo>
                    <a:pt x="34932" y="296245"/>
                    <a:pt x="34883" y="289415"/>
                    <a:pt x="39056" y="285151"/>
                  </a:cubicBezTo>
                  <a:lnTo>
                    <a:pt x="49584" y="272992"/>
                  </a:lnTo>
                  <a:cubicBezTo>
                    <a:pt x="39104" y="257004"/>
                    <a:pt x="31730" y="239564"/>
                    <a:pt x="27509" y="221494"/>
                  </a:cubicBezTo>
                  <a:lnTo>
                    <a:pt x="11450" y="220719"/>
                  </a:lnTo>
                  <a:cubicBezTo>
                    <a:pt x="11402" y="220719"/>
                    <a:pt x="11353" y="220719"/>
                    <a:pt x="11305" y="220719"/>
                  </a:cubicBezTo>
                  <a:cubicBezTo>
                    <a:pt x="5434" y="220719"/>
                    <a:pt x="582" y="215971"/>
                    <a:pt x="534" y="210061"/>
                  </a:cubicBezTo>
                  <a:lnTo>
                    <a:pt x="0" y="163601"/>
                  </a:lnTo>
                  <a:cubicBezTo>
                    <a:pt x="-48" y="157642"/>
                    <a:pt x="4706" y="152749"/>
                    <a:pt x="10674" y="152701"/>
                  </a:cubicBezTo>
                  <a:lnTo>
                    <a:pt x="26733" y="151538"/>
                  </a:lnTo>
                  <a:cubicBezTo>
                    <a:pt x="30517" y="133371"/>
                    <a:pt x="37503" y="115737"/>
                    <a:pt x="47595" y="99507"/>
                  </a:cubicBezTo>
                  <a:lnTo>
                    <a:pt x="36824" y="87638"/>
                  </a:lnTo>
                  <a:cubicBezTo>
                    <a:pt x="32555" y="83472"/>
                    <a:pt x="32458" y="76641"/>
                    <a:pt x="36630" y="72378"/>
                  </a:cubicBezTo>
                  <a:lnTo>
                    <a:pt x="69184" y="39144"/>
                  </a:lnTo>
                  <a:cubicBezTo>
                    <a:pt x="71270" y="37013"/>
                    <a:pt x="74084" y="35898"/>
                    <a:pt x="76898" y="35898"/>
                  </a:cubicBezTo>
                  <a:cubicBezTo>
                    <a:pt x="79615" y="35898"/>
                    <a:pt x="82332" y="36916"/>
                    <a:pt x="84418" y="38999"/>
                  </a:cubicBezTo>
                  <a:lnTo>
                    <a:pt x="96596" y="49512"/>
                  </a:lnTo>
                  <a:cubicBezTo>
                    <a:pt x="112606" y="38999"/>
                    <a:pt x="130121" y="31683"/>
                    <a:pt x="148169" y="27469"/>
                  </a:cubicBezTo>
                  <a:lnTo>
                    <a:pt x="148993" y="11433"/>
                  </a:lnTo>
                  <a:cubicBezTo>
                    <a:pt x="148896" y="5474"/>
                    <a:pt x="153699" y="581"/>
                    <a:pt x="159667" y="533"/>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pic>
        <p:nvPicPr>
          <p:cNvPr id="31" name="Imagen 30">
            <a:extLst>
              <a:ext uri="{FF2B5EF4-FFF2-40B4-BE49-F238E27FC236}">
                <a16:creationId xmlns:a16="http://schemas.microsoft.com/office/drawing/2014/main" id="{A3D3AC08-C928-6D95-09AD-EF01599229AB}"/>
              </a:ext>
            </a:extLst>
          </p:cNvPr>
          <p:cNvPicPr>
            <a:picLocks noChangeAspect="1"/>
          </p:cNvPicPr>
          <p:nvPr/>
        </p:nvPicPr>
        <p:blipFill>
          <a:blip r:embed="rId2"/>
          <a:stretch>
            <a:fillRect/>
          </a:stretch>
        </p:blipFill>
        <p:spPr>
          <a:xfrm>
            <a:off x="6343650" y="1577340"/>
            <a:ext cx="5288598" cy="4169445"/>
          </a:xfrm>
          <a:prstGeom prst="rect">
            <a:avLst/>
          </a:prstGeom>
        </p:spPr>
      </p:pic>
      <p:pic>
        <p:nvPicPr>
          <p:cNvPr id="2" name="Imagen 1">
            <a:extLst>
              <a:ext uri="{FF2B5EF4-FFF2-40B4-BE49-F238E27FC236}">
                <a16:creationId xmlns:a16="http://schemas.microsoft.com/office/drawing/2014/main" id="{74C9A60D-98AB-A12C-4B59-17DC6521CF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EAD8AAC5-50CF-E423-53DB-E44BD39CD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980"/>
            <a:ext cx="12192000" cy="6853020"/>
          </a:xfrm>
          <a:prstGeom prst="rect">
            <a:avLst/>
          </a:prstGeom>
        </p:spPr>
      </p:pic>
      <p:sp>
        <p:nvSpPr>
          <p:cNvPr id="4" name="标题 1"/>
          <p:cNvSpPr txBox="1"/>
          <p:nvPr/>
        </p:nvSpPr>
        <p:spPr>
          <a:xfrm rot="16200000">
            <a:off x="2379603" y="3577219"/>
            <a:ext cx="3960000" cy="36000"/>
          </a:xfrm>
          <a:prstGeom prst="rect">
            <a:avLst/>
          </a:prstGeom>
          <a:solidFill>
            <a:schemeClr val="accent1"/>
          </a:solidFill>
          <a:ln w="9525"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5009676" y="1615219"/>
            <a:ext cx="541724" cy="430887"/>
          </a:xfrm>
          <a:prstGeom prst="rect">
            <a:avLst/>
          </a:prstGeom>
          <a:noFill/>
          <a:ln w="12700" cap="sq">
            <a:noFill/>
            <a:miter/>
          </a:ln>
        </p:spPr>
        <p:txBody>
          <a:bodyPr vert="horz" wrap="square" lIns="0" tIns="0" rIns="0" bIns="0" rtlCol="0" anchor="ctr"/>
          <a:lstStyle/>
          <a:p>
            <a:pPr algn="l"/>
            <a:r>
              <a:rPr kumimoji="1" lang="en-US" altLang="zh-CN" sz="2800">
                <a:ln w="12700">
                  <a:noFill/>
                </a:ln>
                <a:solidFill>
                  <a:srgbClr val="0B144C">
                    <a:alpha val="100000"/>
                  </a:srgbClr>
                </a:solidFill>
                <a:latin typeface="poppins-bold"/>
                <a:ea typeface="poppins-bold"/>
                <a:cs typeface="poppins-bold"/>
              </a:rPr>
              <a:t>01</a:t>
            </a:r>
            <a:endParaRPr kumimoji="1" lang="zh-CN" altLang="en-US"/>
          </a:p>
        </p:txBody>
      </p:sp>
      <p:sp>
        <p:nvSpPr>
          <p:cNvPr id="6" name="标题 1"/>
          <p:cNvSpPr txBox="1"/>
          <p:nvPr/>
        </p:nvSpPr>
        <p:spPr>
          <a:xfrm>
            <a:off x="5551400" y="1671363"/>
            <a:ext cx="5904000" cy="900000"/>
          </a:xfrm>
          <a:prstGeom prst="rect">
            <a:avLst/>
          </a:prstGeom>
          <a:noFill/>
          <a:ln>
            <a:noFill/>
          </a:ln>
        </p:spPr>
        <p:txBody>
          <a:bodyPr vert="horz" wrap="square" lIns="0" tIns="0" rIns="0" bIns="0" rtlCol="0" anchor="t"/>
          <a:lstStyle/>
          <a:p>
            <a:pPr algn="l"/>
            <a:r>
              <a:rPr kumimoji="1" lang="en-US" altLang="zh-CN" sz="2000">
                <a:ln w="12700">
                  <a:noFill/>
                </a:ln>
                <a:solidFill>
                  <a:srgbClr val="000000">
                    <a:alpha val="100000"/>
                  </a:srgbClr>
                </a:solidFill>
                <a:latin typeface="Poppins"/>
                <a:ea typeface="Poppins"/>
                <a:cs typeface="Poppins"/>
              </a:rPr>
              <a:t>Concepto y Objetivos del Centro de Cómputo</a:t>
            </a:r>
            <a:endParaRPr kumimoji="1" lang="zh-CN" altLang="en-US"/>
          </a:p>
        </p:txBody>
      </p:sp>
      <p:sp>
        <p:nvSpPr>
          <p:cNvPr id="7" name="标题 1"/>
          <p:cNvSpPr txBox="1"/>
          <p:nvPr/>
        </p:nvSpPr>
        <p:spPr>
          <a:xfrm>
            <a:off x="5009676" y="2680778"/>
            <a:ext cx="541724" cy="430887"/>
          </a:xfrm>
          <a:prstGeom prst="rect">
            <a:avLst/>
          </a:prstGeom>
          <a:noFill/>
          <a:ln w="12700" cap="sq">
            <a:noFill/>
            <a:miter/>
          </a:ln>
        </p:spPr>
        <p:txBody>
          <a:bodyPr vert="horz" wrap="square" lIns="0" tIns="0" rIns="0" bIns="0" rtlCol="0" anchor="ctr"/>
          <a:lstStyle/>
          <a:p>
            <a:pPr algn="l"/>
            <a:r>
              <a:rPr kumimoji="1" lang="en-US" altLang="zh-CN" sz="2800">
                <a:ln w="12700">
                  <a:noFill/>
                </a:ln>
                <a:solidFill>
                  <a:srgbClr val="0B144C">
                    <a:alpha val="100000"/>
                  </a:srgbClr>
                </a:solidFill>
                <a:latin typeface="poppins-bold"/>
                <a:ea typeface="poppins-bold"/>
                <a:cs typeface="poppins-bold"/>
              </a:rPr>
              <a:t>02</a:t>
            </a:r>
            <a:endParaRPr kumimoji="1" lang="zh-CN" altLang="en-US"/>
          </a:p>
        </p:txBody>
      </p:sp>
      <p:sp>
        <p:nvSpPr>
          <p:cNvPr id="8" name="标题 1"/>
          <p:cNvSpPr txBox="1"/>
          <p:nvPr/>
        </p:nvSpPr>
        <p:spPr>
          <a:xfrm>
            <a:off x="5551400" y="2736922"/>
            <a:ext cx="5904000" cy="900000"/>
          </a:xfrm>
          <a:prstGeom prst="rect">
            <a:avLst/>
          </a:prstGeom>
          <a:noFill/>
          <a:ln>
            <a:noFill/>
          </a:ln>
        </p:spPr>
        <p:txBody>
          <a:bodyPr vert="horz" wrap="square" lIns="0" tIns="0" rIns="0" bIns="0" rtlCol="0" anchor="t"/>
          <a:lstStyle/>
          <a:p>
            <a:pPr algn="l"/>
            <a:r>
              <a:rPr kumimoji="1" lang="en-US" altLang="zh-CN" sz="2000">
                <a:ln w="12700">
                  <a:noFill/>
                </a:ln>
                <a:solidFill>
                  <a:srgbClr val="000000">
                    <a:alpha val="100000"/>
                  </a:srgbClr>
                </a:solidFill>
                <a:latin typeface="Poppins"/>
                <a:ea typeface="Poppins"/>
                <a:cs typeface="Poppins"/>
              </a:rPr>
              <a:t>Roles Estratégicos en la Empresa</a:t>
            </a:r>
            <a:endParaRPr kumimoji="1" lang="zh-CN" altLang="en-US"/>
          </a:p>
        </p:txBody>
      </p:sp>
      <p:sp>
        <p:nvSpPr>
          <p:cNvPr id="9" name="标题 1"/>
          <p:cNvSpPr txBox="1"/>
          <p:nvPr/>
        </p:nvSpPr>
        <p:spPr>
          <a:xfrm>
            <a:off x="5009676" y="3746337"/>
            <a:ext cx="541724" cy="430887"/>
          </a:xfrm>
          <a:prstGeom prst="rect">
            <a:avLst/>
          </a:prstGeom>
          <a:noFill/>
          <a:ln w="12700" cap="sq">
            <a:noFill/>
            <a:miter/>
          </a:ln>
        </p:spPr>
        <p:txBody>
          <a:bodyPr vert="horz" wrap="square" lIns="0" tIns="0" rIns="0" bIns="0" rtlCol="0" anchor="ctr"/>
          <a:lstStyle/>
          <a:p>
            <a:pPr algn="l"/>
            <a:r>
              <a:rPr kumimoji="1" lang="en-US" altLang="zh-CN" sz="2800">
                <a:ln w="12700">
                  <a:noFill/>
                </a:ln>
                <a:solidFill>
                  <a:srgbClr val="0B144C">
                    <a:alpha val="100000"/>
                  </a:srgbClr>
                </a:solidFill>
                <a:latin typeface="poppins-bold"/>
                <a:ea typeface="poppins-bold"/>
                <a:cs typeface="poppins-bold"/>
              </a:rPr>
              <a:t>03</a:t>
            </a:r>
            <a:endParaRPr kumimoji="1" lang="zh-CN" altLang="en-US"/>
          </a:p>
        </p:txBody>
      </p:sp>
      <p:sp>
        <p:nvSpPr>
          <p:cNvPr id="10" name="标题 1"/>
          <p:cNvSpPr txBox="1"/>
          <p:nvPr/>
        </p:nvSpPr>
        <p:spPr>
          <a:xfrm>
            <a:off x="5551400" y="3802481"/>
            <a:ext cx="5904000" cy="900000"/>
          </a:xfrm>
          <a:prstGeom prst="rect">
            <a:avLst/>
          </a:prstGeom>
          <a:noFill/>
          <a:ln>
            <a:noFill/>
          </a:ln>
        </p:spPr>
        <p:txBody>
          <a:bodyPr vert="horz" wrap="square" lIns="0" tIns="0" rIns="0" bIns="0" rtlCol="0" anchor="t"/>
          <a:lstStyle/>
          <a:p>
            <a:pPr algn="l"/>
            <a:r>
              <a:rPr kumimoji="1" lang="en-US" altLang="zh-CN" sz="2000">
                <a:ln w="12700">
                  <a:noFill/>
                </a:ln>
                <a:solidFill>
                  <a:srgbClr val="000000">
                    <a:alpha val="100000"/>
                  </a:srgbClr>
                </a:solidFill>
                <a:latin typeface="Poppins"/>
                <a:ea typeface="Poppins"/>
                <a:cs typeface="Poppins"/>
              </a:rPr>
              <a:t>Ejemplos de Estructuras Organizacionales</a:t>
            </a:r>
            <a:endParaRPr kumimoji="1" lang="zh-CN" altLang="en-US"/>
          </a:p>
        </p:txBody>
      </p:sp>
      <p:sp>
        <p:nvSpPr>
          <p:cNvPr id="11" name="标题 1"/>
          <p:cNvSpPr txBox="1"/>
          <p:nvPr/>
        </p:nvSpPr>
        <p:spPr>
          <a:xfrm>
            <a:off x="5009676" y="4755751"/>
            <a:ext cx="541724" cy="430887"/>
          </a:xfrm>
          <a:prstGeom prst="rect">
            <a:avLst/>
          </a:prstGeom>
          <a:noFill/>
          <a:ln w="12700" cap="sq">
            <a:noFill/>
            <a:miter/>
          </a:ln>
        </p:spPr>
        <p:txBody>
          <a:bodyPr vert="horz" wrap="square" lIns="0" tIns="0" rIns="0" bIns="0" rtlCol="0" anchor="ctr"/>
          <a:lstStyle/>
          <a:p>
            <a:pPr algn="l"/>
            <a:r>
              <a:rPr kumimoji="1" lang="en-US" altLang="zh-CN" sz="2800">
                <a:ln w="12700">
                  <a:noFill/>
                </a:ln>
                <a:solidFill>
                  <a:srgbClr val="0B144C">
                    <a:alpha val="100000"/>
                  </a:srgbClr>
                </a:solidFill>
                <a:latin typeface="poppins-bold"/>
                <a:ea typeface="poppins-bold"/>
                <a:cs typeface="poppins-bold"/>
              </a:rPr>
              <a:t>04</a:t>
            </a:r>
            <a:endParaRPr kumimoji="1" lang="zh-CN" altLang="en-US"/>
          </a:p>
        </p:txBody>
      </p:sp>
      <p:sp>
        <p:nvSpPr>
          <p:cNvPr id="12" name="标题 1"/>
          <p:cNvSpPr txBox="1"/>
          <p:nvPr/>
        </p:nvSpPr>
        <p:spPr>
          <a:xfrm>
            <a:off x="5551400" y="4811895"/>
            <a:ext cx="5904000" cy="900000"/>
          </a:xfrm>
          <a:prstGeom prst="rect">
            <a:avLst/>
          </a:prstGeom>
          <a:noFill/>
          <a:ln>
            <a:noFill/>
          </a:ln>
        </p:spPr>
        <p:txBody>
          <a:bodyPr vert="horz" wrap="square" lIns="0" tIns="0" rIns="0" bIns="0" rtlCol="0" anchor="t"/>
          <a:lstStyle/>
          <a:p>
            <a:pPr algn="l"/>
            <a:r>
              <a:rPr kumimoji="1" lang="en-US" altLang="zh-CN" sz="2000">
                <a:ln w="12700">
                  <a:noFill/>
                </a:ln>
                <a:solidFill>
                  <a:srgbClr val="000000">
                    <a:alpha val="100000"/>
                  </a:srgbClr>
                </a:solidFill>
                <a:latin typeface="Poppins"/>
                <a:ea typeface="Poppins"/>
                <a:cs typeface="Poppins"/>
              </a:rPr>
              <a:t>Consideraciones Finales</a:t>
            </a:r>
            <a:endParaRPr kumimoji="1" lang="zh-CN" altLang="en-US"/>
          </a:p>
        </p:txBody>
      </p:sp>
      <p:sp>
        <p:nvSpPr>
          <p:cNvPr id="13" name="标题 1"/>
          <p:cNvSpPr txBox="1"/>
          <p:nvPr/>
        </p:nvSpPr>
        <p:spPr>
          <a:xfrm>
            <a:off x="736600" y="3040533"/>
            <a:ext cx="3395980" cy="720823"/>
          </a:xfrm>
          <a:prstGeom prst="rect">
            <a:avLst/>
          </a:prstGeom>
          <a:noFill/>
          <a:ln>
            <a:noFill/>
          </a:ln>
        </p:spPr>
        <p:txBody>
          <a:bodyPr vert="horz" wrap="square" lIns="0" tIns="0" rIns="0" bIns="0" rtlCol="0" anchor="b"/>
          <a:lstStyle/>
          <a:p>
            <a:pPr algn="ctr"/>
            <a:r>
              <a:rPr kumimoji="1" lang="en-US" altLang="zh-CN" sz="4800" dirty="0" err="1">
                <a:ln w="12700">
                  <a:noFill/>
                </a:ln>
                <a:solidFill>
                  <a:srgbClr val="0B144C">
                    <a:alpha val="100000"/>
                  </a:srgbClr>
                </a:solidFill>
                <a:latin typeface="poppins-bold"/>
                <a:ea typeface="poppins-bold"/>
                <a:cs typeface="poppins-bold"/>
              </a:rPr>
              <a:t>C</a:t>
            </a:r>
            <a:r>
              <a:rPr kumimoji="1" lang="en-US" altLang="zh-CN" sz="4800" dirty="0" err="1">
                <a:ln w="12700">
                  <a:noFill/>
                </a:ln>
                <a:solidFill>
                  <a:srgbClr val="000000">
                    <a:alpha val="100000"/>
                  </a:srgbClr>
                </a:solidFill>
                <a:latin typeface="poppins-bold"/>
                <a:ea typeface="poppins-bold"/>
                <a:cs typeface="poppins-bold"/>
              </a:rPr>
              <a:t>ontenido</a:t>
            </a:r>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5AEBE659-F529-75E0-E736-1A50BC76E0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标题 1"/>
          <p:cNvSpPr txBox="1"/>
          <p:nvPr/>
        </p:nvSpPr>
        <p:spPr>
          <a:xfrm>
            <a:off x="6494153" y="3141112"/>
            <a:ext cx="5035631" cy="1514261"/>
          </a:xfrm>
          <a:prstGeom prst="rect">
            <a:avLst/>
          </a:prstGeom>
          <a:noFill/>
          <a:ln>
            <a:noFill/>
          </a:ln>
        </p:spPr>
        <p:txBody>
          <a:bodyPr vert="horz" wrap="square" lIns="91440" tIns="45720" rIns="91440" bIns="45720" rtlCol="0" anchor="ctr"/>
          <a:lstStyle/>
          <a:p>
            <a:pPr algn="ctr"/>
            <a:r>
              <a:rPr kumimoji="1" lang="en-US" altLang="zh-CN" sz="2800">
                <a:ln w="12700">
                  <a:noFill/>
                </a:ln>
                <a:solidFill>
                  <a:srgbClr val="0B144C">
                    <a:alpha val="100000"/>
                  </a:srgbClr>
                </a:solidFill>
                <a:latin typeface="poppins-bold"/>
                <a:ea typeface="poppins-bold"/>
                <a:cs typeface="poppins-bold"/>
              </a:rPr>
              <a:t>Concepto y Objetivos del Centro de Cómputo</a:t>
            </a:r>
            <a:endParaRPr kumimoji="1" lang="zh-CN" altLang="en-US"/>
          </a:p>
        </p:txBody>
      </p:sp>
      <p:sp>
        <p:nvSpPr>
          <p:cNvPr id="5" name="标题 1"/>
          <p:cNvSpPr txBox="1"/>
          <p:nvPr/>
        </p:nvSpPr>
        <p:spPr>
          <a:xfrm flipH="1">
            <a:off x="8497442" y="1885712"/>
            <a:ext cx="1029054" cy="1029054"/>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7783533" y="1094255"/>
            <a:ext cx="2456872" cy="1667352"/>
          </a:xfrm>
          <a:prstGeom prst="rect">
            <a:avLst/>
          </a:prstGeom>
          <a:noFill/>
          <a:ln>
            <a:noFill/>
          </a:ln>
        </p:spPr>
        <p:txBody>
          <a:bodyPr vert="horz" wrap="square" lIns="0" tIns="0" rIns="0" bIns="0" rtlCol="0" anchor="b"/>
          <a:lstStyle/>
          <a:p>
            <a:pPr algn="ctr"/>
            <a:r>
              <a:rPr kumimoji="1" lang="en-US" altLang="zh-CN" sz="4600" dirty="0">
                <a:ln w="12700">
                  <a:noFill/>
                </a:ln>
                <a:solidFill>
                  <a:srgbClr val="FFFFFF">
                    <a:alpha val="100000"/>
                  </a:srgbClr>
                </a:solidFill>
                <a:latin typeface="poppins-bold"/>
                <a:ea typeface="poppins-bold"/>
                <a:cs typeface="poppins-bold"/>
              </a:rPr>
              <a:t> 01</a:t>
            </a:r>
            <a:endParaRPr kumimoji="1" lang="zh-CN" altLang="en-US" dirty="0"/>
          </a:p>
        </p:txBody>
      </p:sp>
      <p:grpSp>
        <p:nvGrpSpPr>
          <p:cNvPr id="8" name="Grupo 7"/>
          <p:cNvGrpSpPr/>
          <p:nvPr/>
        </p:nvGrpSpPr>
        <p:grpSpPr>
          <a:xfrm>
            <a:off x="9525551" y="6308908"/>
            <a:ext cx="2106697" cy="246048"/>
            <a:chOff x="9525551" y="6308908"/>
            <a:chExt cx="2106697" cy="246048"/>
          </a:xfrm>
        </p:grpSpPr>
        <p:sp>
          <p:nvSpPr>
            <p:cNvPr id="9" name="标题 1"/>
            <p:cNvSpPr txBox="1"/>
            <p:nvPr/>
          </p:nvSpPr>
          <p:spPr>
            <a:xfrm rot="5400000">
              <a:off x="9508583"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rot="5400000">
              <a:off x="9779237" y="6325877"/>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5400000">
              <a:off x="11403172"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5400000">
              <a:off x="10320548"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5400000">
              <a:off x="10049894"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5400000">
              <a:off x="10591205"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rot="5400000">
              <a:off x="10861862"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rot="5400000">
              <a:off x="11132516"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grpSp>
        <p:nvGrpSpPr>
          <p:cNvPr id="17" name="Grupo 16"/>
          <p:cNvGrpSpPr/>
          <p:nvPr/>
        </p:nvGrpSpPr>
        <p:grpSpPr>
          <a:xfrm>
            <a:off x="365877" y="5557873"/>
            <a:ext cx="1412831" cy="591671"/>
            <a:chOff x="365877" y="5557873"/>
            <a:chExt cx="1412831" cy="591671"/>
          </a:xfrm>
        </p:grpSpPr>
        <p:sp>
          <p:nvSpPr>
            <p:cNvPr id="18" name="标题 1"/>
            <p:cNvSpPr txBox="1"/>
            <p:nvPr/>
          </p:nvSpPr>
          <p:spPr>
            <a:xfrm flipH="1">
              <a:off x="1335007" y="5588307"/>
              <a:ext cx="443701" cy="514550"/>
            </a:xfrm>
            <a:custGeom>
              <a:avLst/>
              <a:gdLst>
                <a:gd name="T0" fmla="*/ 330 w 440"/>
                <a:gd name="T1" fmla="*/ 215 h 511"/>
                <a:gd name="T2" fmla="*/ 269 w 440"/>
                <a:gd name="T3" fmla="*/ 209 h 511"/>
                <a:gd name="T4" fmla="*/ 207 w 440"/>
                <a:gd name="T5" fmla="*/ 144 h 511"/>
                <a:gd name="T6" fmla="*/ 160 w 440"/>
                <a:gd name="T7" fmla="*/ 183 h 511"/>
                <a:gd name="T8" fmla="*/ 71 w 440"/>
                <a:gd name="T9" fmla="*/ 181 h 511"/>
                <a:gd name="T10" fmla="*/ 65 w 440"/>
                <a:gd name="T11" fmla="*/ 242 h 511"/>
                <a:gd name="T12" fmla="*/ 0 w 440"/>
                <a:gd name="T13" fmla="*/ 304 h 511"/>
                <a:gd name="T14" fmla="*/ 39 w 440"/>
                <a:gd name="T15" fmla="*/ 351 h 511"/>
                <a:gd name="T16" fmla="*/ 37 w 440"/>
                <a:gd name="T17" fmla="*/ 440 h 511"/>
                <a:gd name="T18" fmla="*/ 98 w 440"/>
                <a:gd name="T19" fmla="*/ 446 h 511"/>
                <a:gd name="T20" fmla="*/ 160 w 440"/>
                <a:gd name="T21" fmla="*/ 511 h 511"/>
                <a:gd name="T22" fmla="*/ 207 w 440"/>
                <a:gd name="T23" fmla="*/ 472 h 511"/>
                <a:gd name="T24" fmla="*/ 296 w 440"/>
                <a:gd name="T25" fmla="*/ 474 h 511"/>
                <a:gd name="T26" fmla="*/ 302 w 440"/>
                <a:gd name="T27" fmla="*/ 413 h 511"/>
                <a:gd name="T28" fmla="*/ 367 w 440"/>
                <a:gd name="T29" fmla="*/ 351 h 511"/>
                <a:gd name="T30" fmla="*/ 328 w 440"/>
                <a:gd name="T31" fmla="*/ 304 h 511"/>
                <a:gd name="T32" fmla="*/ 184 w 440"/>
                <a:gd name="T33" fmla="*/ 412 h 511"/>
                <a:gd name="T34" fmla="*/ 184 w 440"/>
                <a:gd name="T35" fmla="*/ 243 h 511"/>
                <a:gd name="T36" fmla="*/ 184 w 440"/>
                <a:gd name="T37" fmla="*/ 412 h 511"/>
                <a:gd name="T38" fmla="*/ 440 w 440"/>
                <a:gd name="T39" fmla="*/ 77 h 511"/>
                <a:gd name="T40" fmla="*/ 415 w 440"/>
                <a:gd name="T41" fmla="*/ 47 h 511"/>
                <a:gd name="T42" fmla="*/ 402 w 440"/>
                <a:gd name="T43" fmla="*/ 16 h 511"/>
                <a:gd name="T44" fmla="*/ 363 w 440"/>
                <a:gd name="T45" fmla="*/ 13 h 511"/>
                <a:gd name="T46" fmla="*/ 332 w 440"/>
                <a:gd name="T47" fmla="*/ 0 h 511"/>
                <a:gd name="T48" fmla="*/ 302 w 440"/>
                <a:gd name="T49" fmla="*/ 25 h 511"/>
                <a:gd name="T50" fmla="*/ 271 w 440"/>
                <a:gd name="T51" fmla="*/ 38 h 511"/>
                <a:gd name="T52" fmla="*/ 268 w 440"/>
                <a:gd name="T53" fmla="*/ 77 h 511"/>
                <a:gd name="T54" fmla="*/ 255 w 440"/>
                <a:gd name="T55" fmla="*/ 108 h 511"/>
                <a:gd name="T56" fmla="*/ 280 w 440"/>
                <a:gd name="T57" fmla="*/ 138 h 511"/>
                <a:gd name="T58" fmla="*/ 293 w 440"/>
                <a:gd name="T59" fmla="*/ 169 h 511"/>
                <a:gd name="T60" fmla="*/ 332 w 440"/>
                <a:gd name="T61" fmla="*/ 172 h 511"/>
                <a:gd name="T62" fmla="*/ 363 w 440"/>
                <a:gd name="T63" fmla="*/ 185 h 511"/>
                <a:gd name="T64" fmla="*/ 393 w 440"/>
                <a:gd name="T65" fmla="*/ 160 h 511"/>
                <a:gd name="T66" fmla="*/ 424 w 440"/>
                <a:gd name="T67" fmla="*/ 147 h 511"/>
                <a:gd name="T68" fmla="*/ 427 w 440"/>
                <a:gd name="T69" fmla="*/ 108 h 511"/>
                <a:gd name="T70" fmla="*/ 440 w 440"/>
                <a:gd name="T71" fmla="*/ 108 h 511"/>
                <a:gd name="T72" fmla="*/ 298 w 440"/>
                <a:gd name="T73" fmla="*/ 92 h 511"/>
                <a:gd name="T74" fmla="*/ 398 w 440"/>
                <a:gd name="T75" fmla="*/ 92 h 511"/>
              </a:gdLst>
              <a:ahLst/>
              <a:cxnLst/>
              <a:rect l="0" t="0" r="r" b="b"/>
              <a:pathLst>
                <a:path w="440" h="511">
                  <a:moveTo>
                    <a:pt x="302" y="242"/>
                  </a:moveTo>
                  <a:lnTo>
                    <a:pt x="330" y="215"/>
                  </a:lnTo>
                  <a:lnTo>
                    <a:pt x="296" y="181"/>
                  </a:lnTo>
                  <a:lnTo>
                    <a:pt x="269" y="209"/>
                  </a:lnTo>
                  <a:cubicBezTo>
                    <a:pt x="251" y="196"/>
                    <a:pt x="230" y="187"/>
                    <a:pt x="207" y="183"/>
                  </a:cubicBezTo>
                  <a:lnTo>
                    <a:pt x="207" y="144"/>
                  </a:lnTo>
                  <a:lnTo>
                    <a:pt x="160" y="144"/>
                  </a:lnTo>
                  <a:lnTo>
                    <a:pt x="160" y="183"/>
                  </a:lnTo>
                  <a:cubicBezTo>
                    <a:pt x="137" y="187"/>
                    <a:pt x="116" y="196"/>
                    <a:pt x="98" y="209"/>
                  </a:cubicBezTo>
                  <a:lnTo>
                    <a:pt x="71" y="181"/>
                  </a:lnTo>
                  <a:lnTo>
                    <a:pt x="37" y="215"/>
                  </a:lnTo>
                  <a:lnTo>
                    <a:pt x="65" y="242"/>
                  </a:lnTo>
                  <a:cubicBezTo>
                    <a:pt x="52" y="260"/>
                    <a:pt x="43" y="281"/>
                    <a:pt x="39" y="304"/>
                  </a:cubicBezTo>
                  <a:lnTo>
                    <a:pt x="0" y="304"/>
                  </a:lnTo>
                  <a:lnTo>
                    <a:pt x="0" y="351"/>
                  </a:lnTo>
                  <a:lnTo>
                    <a:pt x="39" y="351"/>
                  </a:lnTo>
                  <a:cubicBezTo>
                    <a:pt x="43" y="374"/>
                    <a:pt x="52" y="395"/>
                    <a:pt x="65" y="413"/>
                  </a:cubicBezTo>
                  <a:lnTo>
                    <a:pt x="37" y="440"/>
                  </a:lnTo>
                  <a:lnTo>
                    <a:pt x="71" y="474"/>
                  </a:lnTo>
                  <a:lnTo>
                    <a:pt x="98" y="446"/>
                  </a:lnTo>
                  <a:cubicBezTo>
                    <a:pt x="116" y="459"/>
                    <a:pt x="137" y="468"/>
                    <a:pt x="160" y="472"/>
                  </a:cubicBezTo>
                  <a:lnTo>
                    <a:pt x="160" y="511"/>
                  </a:lnTo>
                  <a:lnTo>
                    <a:pt x="207" y="511"/>
                  </a:lnTo>
                  <a:lnTo>
                    <a:pt x="207" y="472"/>
                  </a:lnTo>
                  <a:cubicBezTo>
                    <a:pt x="230" y="468"/>
                    <a:pt x="251" y="459"/>
                    <a:pt x="269" y="446"/>
                  </a:cubicBezTo>
                  <a:lnTo>
                    <a:pt x="296" y="474"/>
                  </a:lnTo>
                  <a:lnTo>
                    <a:pt x="330" y="440"/>
                  </a:lnTo>
                  <a:lnTo>
                    <a:pt x="302" y="413"/>
                  </a:lnTo>
                  <a:cubicBezTo>
                    <a:pt x="316" y="395"/>
                    <a:pt x="325" y="374"/>
                    <a:pt x="328" y="351"/>
                  </a:cubicBezTo>
                  <a:lnTo>
                    <a:pt x="367" y="351"/>
                  </a:lnTo>
                  <a:lnTo>
                    <a:pt x="367" y="304"/>
                  </a:lnTo>
                  <a:lnTo>
                    <a:pt x="328" y="304"/>
                  </a:lnTo>
                  <a:cubicBezTo>
                    <a:pt x="325" y="281"/>
                    <a:pt x="316" y="260"/>
                    <a:pt x="302" y="242"/>
                  </a:cubicBezTo>
                  <a:close/>
                  <a:moveTo>
                    <a:pt x="184" y="412"/>
                  </a:moveTo>
                  <a:cubicBezTo>
                    <a:pt x="137" y="412"/>
                    <a:pt x="99" y="374"/>
                    <a:pt x="99" y="327"/>
                  </a:cubicBezTo>
                  <a:cubicBezTo>
                    <a:pt x="99" y="281"/>
                    <a:pt x="137" y="243"/>
                    <a:pt x="184" y="243"/>
                  </a:cubicBezTo>
                  <a:cubicBezTo>
                    <a:pt x="230" y="243"/>
                    <a:pt x="268" y="281"/>
                    <a:pt x="268" y="327"/>
                  </a:cubicBezTo>
                  <a:cubicBezTo>
                    <a:pt x="268" y="374"/>
                    <a:pt x="230" y="412"/>
                    <a:pt x="184" y="412"/>
                  </a:cubicBezTo>
                  <a:close/>
                  <a:moveTo>
                    <a:pt x="440" y="108"/>
                  </a:moveTo>
                  <a:lnTo>
                    <a:pt x="440" y="77"/>
                  </a:lnTo>
                  <a:lnTo>
                    <a:pt x="427" y="77"/>
                  </a:lnTo>
                  <a:cubicBezTo>
                    <a:pt x="425" y="66"/>
                    <a:pt x="421" y="56"/>
                    <a:pt x="415" y="47"/>
                  </a:cubicBezTo>
                  <a:lnTo>
                    <a:pt x="424" y="38"/>
                  </a:lnTo>
                  <a:lnTo>
                    <a:pt x="402" y="16"/>
                  </a:lnTo>
                  <a:lnTo>
                    <a:pt x="393" y="25"/>
                  </a:lnTo>
                  <a:cubicBezTo>
                    <a:pt x="384" y="19"/>
                    <a:pt x="374" y="15"/>
                    <a:pt x="363" y="13"/>
                  </a:cubicBezTo>
                  <a:lnTo>
                    <a:pt x="363" y="0"/>
                  </a:lnTo>
                  <a:lnTo>
                    <a:pt x="332" y="0"/>
                  </a:lnTo>
                  <a:lnTo>
                    <a:pt x="332" y="13"/>
                  </a:lnTo>
                  <a:cubicBezTo>
                    <a:pt x="321" y="15"/>
                    <a:pt x="311" y="19"/>
                    <a:pt x="302" y="25"/>
                  </a:cubicBezTo>
                  <a:lnTo>
                    <a:pt x="293" y="16"/>
                  </a:lnTo>
                  <a:lnTo>
                    <a:pt x="271" y="38"/>
                  </a:lnTo>
                  <a:lnTo>
                    <a:pt x="280" y="47"/>
                  </a:lnTo>
                  <a:cubicBezTo>
                    <a:pt x="274" y="56"/>
                    <a:pt x="270" y="66"/>
                    <a:pt x="268" y="77"/>
                  </a:cubicBezTo>
                  <a:lnTo>
                    <a:pt x="255" y="77"/>
                  </a:lnTo>
                  <a:lnTo>
                    <a:pt x="255" y="108"/>
                  </a:lnTo>
                  <a:lnTo>
                    <a:pt x="268" y="108"/>
                  </a:lnTo>
                  <a:cubicBezTo>
                    <a:pt x="270" y="119"/>
                    <a:pt x="274" y="129"/>
                    <a:pt x="280" y="138"/>
                  </a:cubicBezTo>
                  <a:lnTo>
                    <a:pt x="271" y="147"/>
                  </a:lnTo>
                  <a:lnTo>
                    <a:pt x="293" y="169"/>
                  </a:lnTo>
                  <a:lnTo>
                    <a:pt x="302" y="160"/>
                  </a:lnTo>
                  <a:cubicBezTo>
                    <a:pt x="311" y="166"/>
                    <a:pt x="321" y="170"/>
                    <a:pt x="332" y="172"/>
                  </a:cubicBezTo>
                  <a:lnTo>
                    <a:pt x="332" y="185"/>
                  </a:lnTo>
                  <a:lnTo>
                    <a:pt x="363" y="185"/>
                  </a:lnTo>
                  <a:lnTo>
                    <a:pt x="363" y="172"/>
                  </a:lnTo>
                  <a:cubicBezTo>
                    <a:pt x="374" y="170"/>
                    <a:pt x="384" y="166"/>
                    <a:pt x="393" y="160"/>
                  </a:cubicBezTo>
                  <a:lnTo>
                    <a:pt x="402" y="169"/>
                  </a:lnTo>
                  <a:lnTo>
                    <a:pt x="424" y="147"/>
                  </a:lnTo>
                  <a:lnTo>
                    <a:pt x="415" y="138"/>
                  </a:lnTo>
                  <a:cubicBezTo>
                    <a:pt x="421" y="129"/>
                    <a:pt x="425" y="119"/>
                    <a:pt x="427" y="108"/>
                  </a:cubicBezTo>
                  <a:lnTo>
                    <a:pt x="440" y="108"/>
                  </a:lnTo>
                  <a:lnTo>
                    <a:pt x="440" y="108"/>
                  </a:lnTo>
                  <a:close/>
                  <a:moveTo>
                    <a:pt x="348" y="142"/>
                  </a:moveTo>
                  <a:cubicBezTo>
                    <a:pt x="320" y="142"/>
                    <a:pt x="298" y="120"/>
                    <a:pt x="298" y="92"/>
                  </a:cubicBezTo>
                  <a:cubicBezTo>
                    <a:pt x="298" y="65"/>
                    <a:pt x="320" y="43"/>
                    <a:pt x="348" y="43"/>
                  </a:cubicBezTo>
                  <a:cubicBezTo>
                    <a:pt x="375" y="43"/>
                    <a:pt x="398" y="65"/>
                    <a:pt x="398" y="92"/>
                  </a:cubicBezTo>
                  <a:cubicBezTo>
                    <a:pt x="398" y="120"/>
                    <a:pt x="375" y="142"/>
                    <a:pt x="348" y="142"/>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365877" y="5634994"/>
              <a:ext cx="515382" cy="514550"/>
            </a:xfrm>
            <a:custGeom>
              <a:avLst/>
              <a:gdLst>
                <a:gd name="connsiteX0" fmla="*/ 296083 w 593121"/>
                <a:gd name="connsiteY0" fmla="*/ 178541 h 592165"/>
                <a:gd name="connsiteX1" fmla="*/ 413306 w 593121"/>
                <a:gd name="connsiteY1" fmla="*/ 295605 h 592165"/>
                <a:gd name="connsiteX2" fmla="*/ 296083 w 593121"/>
                <a:gd name="connsiteY2" fmla="*/ 412669 h 592165"/>
                <a:gd name="connsiteX3" fmla="*/ 178860 w 593121"/>
                <a:gd name="connsiteY3" fmla="*/ 295605 h 592165"/>
                <a:gd name="connsiteX4" fmla="*/ 296083 w 593121"/>
                <a:gd name="connsiteY4" fmla="*/ 178541 h 592165"/>
                <a:gd name="connsiteX5" fmla="*/ 296064 w 593121"/>
                <a:gd name="connsiteY5" fmla="*/ 146801 h 592165"/>
                <a:gd name="connsiteX6" fmla="*/ 147038 w 593121"/>
                <a:gd name="connsiteY6" fmla="*/ 295587 h 592165"/>
                <a:gd name="connsiteX7" fmla="*/ 296064 w 593121"/>
                <a:gd name="connsiteY7" fmla="*/ 445364 h 592165"/>
                <a:gd name="connsiteX8" fmla="*/ 446083 w 593121"/>
                <a:gd name="connsiteY8" fmla="*/ 295587 h 592165"/>
                <a:gd name="connsiteX9" fmla="*/ 296064 w 593121"/>
                <a:gd name="connsiteY9" fmla="*/ 146801 h 592165"/>
                <a:gd name="connsiteX10" fmla="*/ 266259 w 593121"/>
                <a:gd name="connsiteY10" fmla="*/ 0 h 592165"/>
                <a:gd name="connsiteX11" fmla="*/ 325869 w 593121"/>
                <a:gd name="connsiteY11" fmla="*/ 0 h 592165"/>
                <a:gd name="connsiteX12" fmla="*/ 341765 w 593121"/>
                <a:gd name="connsiteY12" fmla="*/ 27773 h 592165"/>
                <a:gd name="connsiteX13" fmla="*/ 346732 w 593121"/>
                <a:gd name="connsiteY13" fmla="*/ 84312 h 592165"/>
                <a:gd name="connsiteX14" fmla="*/ 411310 w 593121"/>
                <a:gd name="connsiteY14" fmla="*/ 110101 h 592165"/>
                <a:gd name="connsiteX15" fmla="*/ 454031 w 593121"/>
                <a:gd name="connsiteY15" fmla="*/ 74393 h 592165"/>
                <a:gd name="connsiteX16" fmla="*/ 484829 w 593121"/>
                <a:gd name="connsiteY16" fmla="*/ 65466 h 592165"/>
                <a:gd name="connsiteX17" fmla="*/ 526556 w 593121"/>
                <a:gd name="connsiteY17" fmla="*/ 108117 h 592165"/>
                <a:gd name="connsiteX18" fmla="*/ 518608 w 593121"/>
                <a:gd name="connsiteY18" fmla="*/ 138866 h 592165"/>
                <a:gd name="connsiteX19" fmla="*/ 481849 w 593121"/>
                <a:gd name="connsiteY19" fmla="*/ 181518 h 592165"/>
                <a:gd name="connsiteX20" fmla="*/ 508673 w 593121"/>
                <a:gd name="connsiteY20" fmla="*/ 245992 h 592165"/>
                <a:gd name="connsiteX21" fmla="*/ 565303 w 593121"/>
                <a:gd name="connsiteY21" fmla="*/ 249959 h 592165"/>
                <a:gd name="connsiteX22" fmla="*/ 593121 w 593121"/>
                <a:gd name="connsiteY22" fmla="*/ 265830 h 592165"/>
                <a:gd name="connsiteX23" fmla="*/ 593121 w 593121"/>
                <a:gd name="connsiteY23" fmla="*/ 325344 h 592165"/>
                <a:gd name="connsiteX24" fmla="*/ 565303 w 593121"/>
                <a:gd name="connsiteY24" fmla="*/ 341214 h 592165"/>
                <a:gd name="connsiteX25" fmla="*/ 508673 w 593121"/>
                <a:gd name="connsiteY25" fmla="*/ 346174 h 592165"/>
                <a:gd name="connsiteX26" fmla="*/ 481849 w 593121"/>
                <a:gd name="connsiteY26" fmla="*/ 410647 h 592165"/>
                <a:gd name="connsiteX27" fmla="*/ 518608 w 593121"/>
                <a:gd name="connsiteY27" fmla="*/ 453299 h 592165"/>
                <a:gd name="connsiteX28" fmla="*/ 526556 w 593121"/>
                <a:gd name="connsiteY28" fmla="*/ 484048 h 592165"/>
                <a:gd name="connsiteX29" fmla="*/ 484829 w 593121"/>
                <a:gd name="connsiteY29" fmla="*/ 525708 h 592165"/>
                <a:gd name="connsiteX30" fmla="*/ 454031 w 593121"/>
                <a:gd name="connsiteY30" fmla="*/ 517772 h 592165"/>
                <a:gd name="connsiteX31" fmla="*/ 411310 w 593121"/>
                <a:gd name="connsiteY31" fmla="*/ 481072 h 592165"/>
                <a:gd name="connsiteX32" fmla="*/ 346732 w 593121"/>
                <a:gd name="connsiteY32" fmla="*/ 507853 h 592165"/>
                <a:gd name="connsiteX33" fmla="*/ 341765 w 593121"/>
                <a:gd name="connsiteY33" fmla="*/ 564392 h 592165"/>
                <a:gd name="connsiteX34" fmla="*/ 325869 w 593121"/>
                <a:gd name="connsiteY34" fmla="*/ 592165 h 592165"/>
                <a:gd name="connsiteX35" fmla="*/ 266259 w 593121"/>
                <a:gd name="connsiteY35" fmla="*/ 592165 h 592165"/>
                <a:gd name="connsiteX36" fmla="*/ 250363 w 593121"/>
                <a:gd name="connsiteY36" fmla="*/ 564392 h 592165"/>
                <a:gd name="connsiteX37" fmla="*/ 246389 w 593121"/>
                <a:gd name="connsiteY37" fmla="*/ 507853 h 592165"/>
                <a:gd name="connsiteX38" fmla="*/ 181811 w 593121"/>
                <a:gd name="connsiteY38" fmla="*/ 481072 h 592165"/>
                <a:gd name="connsiteX39" fmla="*/ 139090 w 593121"/>
                <a:gd name="connsiteY39" fmla="*/ 517772 h 592165"/>
                <a:gd name="connsiteX40" fmla="*/ 108292 w 593121"/>
                <a:gd name="connsiteY40" fmla="*/ 525708 h 592165"/>
                <a:gd name="connsiteX41" fmla="*/ 65571 w 593121"/>
                <a:gd name="connsiteY41" fmla="*/ 484048 h 592165"/>
                <a:gd name="connsiteX42" fmla="*/ 74513 w 593121"/>
                <a:gd name="connsiteY42" fmla="*/ 453299 h 592165"/>
                <a:gd name="connsiteX43" fmla="*/ 110279 w 593121"/>
                <a:gd name="connsiteY43" fmla="*/ 410647 h 592165"/>
                <a:gd name="connsiteX44" fmla="*/ 84448 w 593121"/>
                <a:gd name="connsiteY44" fmla="*/ 346174 h 592165"/>
                <a:gd name="connsiteX45" fmla="*/ 27818 w 593121"/>
                <a:gd name="connsiteY45" fmla="*/ 341214 h 592165"/>
                <a:gd name="connsiteX46" fmla="*/ 0 w 593121"/>
                <a:gd name="connsiteY46" fmla="*/ 325344 h 592165"/>
                <a:gd name="connsiteX47" fmla="*/ 0 w 593121"/>
                <a:gd name="connsiteY47" fmla="*/ 265830 h 592165"/>
                <a:gd name="connsiteX48" fmla="*/ 27818 w 593121"/>
                <a:gd name="connsiteY48" fmla="*/ 249959 h 592165"/>
                <a:gd name="connsiteX49" fmla="*/ 84448 w 593121"/>
                <a:gd name="connsiteY49" fmla="*/ 245992 h 592165"/>
                <a:gd name="connsiteX50" fmla="*/ 110279 w 593121"/>
                <a:gd name="connsiteY50" fmla="*/ 181518 h 592165"/>
                <a:gd name="connsiteX51" fmla="*/ 74513 w 593121"/>
                <a:gd name="connsiteY51" fmla="*/ 138866 h 592165"/>
                <a:gd name="connsiteX52" fmla="*/ 65571 w 593121"/>
                <a:gd name="connsiteY52" fmla="*/ 108117 h 592165"/>
                <a:gd name="connsiteX53" fmla="*/ 108292 w 593121"/>
                <a:gd name="connsiteY53" fmla="*/ 65466 h 592165"/>
                <a:gd name="connsiteX54" fmla="*/ 139090 w 593121"/>
                <a:gd name="connsiteY54" fmla="*/ 74393 h 592165"/>
                <a:gd name="connsiteX55" fmla="*/ 181811 w 593121"/>
                <a:gd name="connsiteY55" fmla="*/ 110101 h 592165"/>
                <a:gd name="connsiteX56" fmla="*/ 246389 w 593121"/>
                <a:gd name="connsiteY56" fmla="*/ 84312 h 592165"/>
                <a:gd name="connsiteX57" fmla="*/ 250363 w 593121"/>
                <a:gd name="connsiteY57" fmla="*/ 27773 h 592165"/>
                <a:gd name="connsiteX58" fmla="*/ 266259 w 593121"/>
                <a:gd name="connsiteY58" fmla="*/ 0 h 592165"/>
              </a:gdLst>
              <a:ahLst/>
              <a:cxnLst/>
              <a:rect l="l" t="t" r="r" b="b"/>
              <a:pathLst>
                <a:path w="593121" h="592165">
                  <a:moveTo>
                    <a:pt x="296083" y="178541"/>
                  </a:moveTo>
                  <a:cubicBezTo>
                    <a:pt x="360823" y="178541"/>
                    <a:pt x="413306" y="230952"/>
                    <a:pt x="413306" y="295605"/>
                  </a:cubicBezTo>
                  <a:cubicBezTo>
                    <a:pt x="413306" y="360258"/>
                    <a:pt x="360823" y="412669"/>
                    <a:pt x="296083" y="412669"/>
                  </a:cubicBezTo>
                  <a:cubicBezTo>
                    <a:pt x="231343" y="412669"/>
                    <a:pt x="178860" y="360258"/>
                    <a:pt x="178860" y="295605"/>
                  </a:cubicBezTo>
                  <a:cubicBezTo>
                    <a:pt x="178860" y="230952"/>
                    <a:pt x="231343" y="178541"/>
                    <a:pt x="296083" y="178541"/>
                  </a:cubicBezTo>
                  <a:close/>
                  <a:moveTo>
                    <a:pt x="296064" y="146801"/>
                  </a:moveTo>
                  <a:cubicBezTo>
                    <a:pt x="213603" y="146801"/>
                    <a:pt x="147038" y="213259"/>
                    <a:pt x="147038" y="295587"/>
                  </a:cubicBezTo>
                  <a:cubicBezTo>
                    <a:pt x="147038" y="377914"/>
                    <a:pt x="213603" y="445364"/>
                    <a:pt x="296064" y="445364"/>
                  </a:cubicBezTo>
                  <a:cubicBezTo>
                    <a:pt x="378525" y="445364"/>
                    <a:pt x="446083" y="377914"/>
                    <a:pt x="446083" y="295587"/>
                  </a:cubicBezTo>
                  <a:cubicBezTo>
                    <a:pt x="446083" y="213259"/>
                    <a:pt x="378525" y="146801"/>
                    <a:pt x="296064" y="146801"/>
                  </a:cubicBezTo>
                  <a:close/>
                  <a:moveTo>
                    <a:pt x="266259" y="0"/>
                  </a:moveTo>
                  <a:lnTo>
                    <a:pt x="325869" y="0"/>
                  </a:lnTo>
                  <a:cubicBezTo>
                    <a:pt x="334810" y="0"/>
                    <a:pt x="341765" y="12895"/>
                    <a:pt x="341765" y="27773"/>
                  </a:cubicBezTo>
                  <a:lnTo>
                    <a:pt x="346732" y="84312"/>
                  </a:lnTo>
                  <a:cubicBezTo>
                    <a:pt x="369583" y="89271"/>
                    <a:pt x="391440" y="98198"/>
                    <a:pt x="411310" y="110101"/>
                  </a:cubicBezTo>
                  <a:lnTo>
                    <a:pt x="454031" y="74393"/>
                  </a:lnTo>
                  <a:cubicBezTo>
                    <a:pt x="464959" y="63482"/>
                    <a:pt x="478868" y="59514"/>
                    <a:pt x="484829" y="65466"/>
                  </a:cubicBezTo>
                  <a:lnTo>
                    <a:pt x="526556" y="108117"/>
                  </a:lnTo>
                  <a:cubicBezTo>
                    <a:pt x="533511" y="114069"/>
                    <a:pt x="529537" y="127955"/>
                    <a:pt x="518608" y="138866"/>
                  </a:cubicBezTo>
                  <a:lnTo>
                    <a:pt x="481849" y="181518"/>
                  </a:lnTo>
                  <a:cubicBezTo>
                    <a:pt x="493771" y="201356"/>
                    <a:pt x="503706" y="223178"/>
                    <a:pt x="508673" y="245992"/>
                  </a:cubicBezTo>
                  <a:lnTo>
                    <a:pt x="565303" y="249959"/>
                  </a:lnTo>
                  <a:cubicBezTo>
                    <a:pt x="580206" y="249959"/>
                    <a:pt x="593121" y="257894"/>
                    <a:pt x="593121" y="265830"/>
                  </a:cubicBezTo>
                  <a:lnTo>
                    <a:pt x="593121" y="325344"/>
                  </a:lnTo>
                  <a:cubicBezTo>
                    <a:pt x="593121" y="334271"/>
                    <a:pt x="580206" y="341214"/>
                    <a:pt x="565303" y="341214"/>
                  </a:cubicBezTo>
                  <a:lnTo>
                    <a:pt x="508673" y="346174"/>
                  </a:lnTo>
                  <a:cubicBezTo>
                    <a:pt x="503706" y="368987"/>
                    <a:pt x="493771" y="390809"/>
                    <a:pt x="481849" y="410647"/>
                  </a:cubicBezTo>
                  <a:lnTo>
                    <a:pt x="518608" y="453299"/>
                  </a:lnTo>
                  <a:cubicBezTo>
                    <a:pt x="529537" y="464210"/>
                    <a:pt x="533511" y="478096"/>
                    <a:pt x="526556" y="484048"/>
                  </a:cubicBezTo>
                  <a:lnTo>
                    <a:pt x="484829" y="525708"/>
                  </a:lnTo>
                  <a:cubicBezTo>
                    <a:pt x="478868" y="532651"/>
                    <a:pt x="464959" y="528683"/>
                    <a:pt x="454031" y="517772"/>
                  </a:cubicBezTo>
                  <a:lnTo>
                    <a:pt x="411310" y="481072"/>
                  </a:lnTo>
                  <a:cubicBezTo>
                    <a:pt x="391440" y="492975"/>
                    <a:pt x="369583" y="502894"/>
                    <a:pt x="346732" y="507853"/>
                  </a:cubicBezTo>
                  <a:lnTo>
                    <a:pt x="341765" y="564392"/>
                  </a:lnTo>
                  <a:cubicBezTo>
                    <a:pt x="341765" y="579270"/>
                    <a:pt x="334810" y="592165"/>
                    <a:pt x="325869" y="592165"/>
                  </a:cubicBezTo>
                  <a:lnTo>
                    <a:pt x="266259" y="592165"/>
                  </a:lnTo>
                  <a:cubicBezTo>
                    <a:pt x="258311" y="592165"/>
                    <a:pt x="250363" y="579270"/>
                    <a:pt x="250363" y="564392"/>
                  </a:cubicBezTo>
                  <a:lnTo>
                    <a:pt x="246389" y="507853"/>
                  </a:lnTo>
                  <a:cubicBezTo>
                    <a:pt x="223538" y="502894"/>
                    <a:pt x="201681" y="492975"/>
                    <a:pt x="181811" y="481072"/>
                  </a:cubicBezTo>
                  <a:lnTo>
                    <a:pt x="139090" y="517772"/>
                  </a:lnTo>
                  <a:cubicBezTo>
                    <a:pt x="128162" y="528683"/>
                    <a:pt x="114253" y="532651"/>
                    <a:pt x="108292" y="525708"/>
                  </a:cubicBezTo>
                  <a:lnTo>
                    <a:pt x="65571" y="484048"/>
                  </a:lnTo>
                  <a:cubicBezTo>
                    <a:pt x="59610" y="478096"/>
                    <a:pt x="63584" y="464210"/>
                    <a:pt x="74513" y="453299"/>
                  </a:cubicBezTo>
                  <a:lnTo>
                    <a:pt x="110279" y="410647"/>
                  </a:lnTo>
                  <a:cubicBezTo>
                    <a:pt x="98357" y="390809"/>
                    <a:pt x="89415" y="368987"/>
                    <a:pt x="84448" y="346174"/>
                  </a:cubicBezTo>
                  <a:lnTo>
                    <a:pt x="27818" y="341214"/>
                  </a:lnTo>
                  <a:cubicBezTo>
                    <a:pt x="12916" y="341214"/>
                    <a:pt x="0" y="334271"/>
                    <a:pt x="0" y="325344"/>
                  </a:cubicBezTo>
                  <a:lnTo>
                    <a:pt x="0" y="265830"/>
                  </a:lnTo>
                  <a:cubicBezTo>
                    <a:pt x="0" y="257894"/>
                    <a:pt x="12916" y="249959"/>
                    <a:pt x="27818" y="249959"/>
                  </a:cubicBezTo>
                  <a:lnTo>
                    <a:pt x="84448" y="245992"/>
                  </a:lnTo>
                  <a:cubicBezTo>
                    <a:pt x="89415" y="223178"/>
                    <a:pt x="98357" y="201356"/>
                    <a:pt x="110279" y="181518"/>
                  </a:cubicBezTo>
                  <a:lnTo>
                    <a:pt x="74513" y="138866"/>
                  </a:lnTo>
                  <a:cubicBezTo>
                    <a:pt x="63584" y="127955"/>
                    <a:pt x="59610" y="114069"/>
                    <a:pt x="65571" y="108117"/>
                  </a:cubicBezTo>
                  <a:lnTo>
                    <a:pt x="108292" y="65466"/>
                  </a:lnTo>
                  <a:cubicBezTo>
                    <a:pt x="114253" y="59514"/>
                    <a:pt x="128162" y="63482"/>
                    <a:pt x="139090" y="74393"/>
                  </a:cubicBezTo>
                  <a:lnTo>
                    <a:pt x="181811" y="110101"/>
                  </a:lnTo>
                  <a:cubicBezTo>
                    <a:pt x="201681" y="98198"/>
                    <a:pt x="223538" y="89271"/>
                    <a:pt x="246389" y="84312"/>
                  </a:cubicBezTo>
                  <a:lnTo>
                    <a:pt x="250363" y="27773"/>
                  </a:lnTo>
                  <a:cubicBezTo>
                    <a:pt x="250363" y="12895"/>
                    <a:pt x="258311" y="0"/>
                    <a:pt x="266259" y="0"/>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20" name="标题 1"/>
            <p:cNvSpPr txBox="1"/>
            <p:nvPr/>
          </p:nvSpPr>
          <p:spPr>
            <a:xfrm flipH="1">
              <a:off x="917972" y="5557873"/>
              <a:ext cx="350963" cy="351113"/>
            </a:xfrm>
            <a:custGeom>
              <a:avLst/>
              <a:gdLst>
                <a:gd name="connsiteX0" fmla="*/ 508291 w 606885"/>
                <a:gd name="connsiteY0" fmla="*/ 415645 h 607145"/>
                <a:gd name="connsiteX1" fmla="*/ 417168 w 606885"/>
                <a:gd name="connsiteY1" fmla="*/ 415742 h 607145"/>
                <a:gd name="connsiteX2" fmla="*/ 392859 w 606885"/>
                <a:gd name="connsiteY2" fmla="*/ 429210 h 607145"/>
                <a:gd name="connsiteX3" fmla="*/ 334489 w 606885"/>
                <a:gd name="connsiteY3" fmla="*/ 518928 h 607145"/>
                <a:gd name="connsiteX4" fmla="*/ 338710 w 606885"/>
                <a:gd name="connsiteY4" fmla="*/ 520382 h 607145"/>
                <a:gd name="connsiteX5" fmla="*/ 383980 w 606885"/>
                <a:gd name="connsiteY5" fmla="*/ 527697 h 607145"/>
                <a:gd name="connsiteX6" fmla="*/ 384126 w 606885"/>
                <a:gd name="connsiteY6" fmla="*/ 527697 h 607145"/>
                <a:gd name="connsiteX7" fmla="*/ 429541 w 606885"/>
                <a:gd name="connsiteY7" fmla="*/ 520333 h 607145"/>
                <a:gd name="connsiteX8" fmla="*/ 448125 w 606885"/>
                <a:gd name="connsiteY8" fmla="*/ 512631 h 607145"/>
                <a:gd name="connsiteX9" fmla="*/ 512318 w 606885"/>
                <a:gd name="connsiteY9" fmla="*/ 448394 h 607145"/>
                <a:gd name="connsiteX10" fmla="*/ 519984 w 606885"/>
                <a:gd name="connsiteY10" fmla="*/ 429888 h 607145"/>
                <a:gd name="connsiteX11" fmla="*/ 523914 w 606885"/>
                <a:gd name="connsiteY11" fmla="*/ 415645 h 607145"/>
                <a:gd name="connsiteX12" fmla="*/ 383980 w 606885"/>
                <a:gd name="connsiteY12" fmla="*/ 363568 h 607145"/>
                <a:gd name="connsiteX13" fmla="*/ 375101 w 606885"/>
                <a:gd name="connsiteY13" fmla="*/ 365506 h 607145"/>
                <a:gd name="connsiteX14" fmla="*/ 362922 w 606885"/>
                <a:gd name="connsiteY14" fmla="*/ 384641 h 607145"/>
                <a:gd name="connsiteX15" fmla="*/ 376993 w 606885"/>
                <a:gd name="connsiteY15" fmla="*/ 404503 h 607145"/>
                <a:gd name="connsiteX16" fmla="*/ 384029 w 606885"/>
                <a:gd name="connsiteY16" fmla="*/ 405666 h 607145"/>
                <a:gd name="connsiteX17" fmla="*/ 405087 w 606885"/>
                <a:gd name="connsiteY17" fmla="*/ 385755 h 607145"/>
                <a:gd name="connsiteX18" fmla="*/ 405087 w 606885"/>
                <a:gd name="connsiteY18" fmla="*/ 385465 h 607145"/>
                <a:gd name="connsiteX19" fmla="*/ 405087 w 606885"/>
                <a:gd name="connsiteY19" fmla="*/ 384593 h 607145"/>
                <a:gd name="connsiteX20" fmla="*/ 384029 w 606885"/>
                <a:gd name="connsiteY20" fmla="*/ 363568 h 607145"/>
                <a:gd name="connsiteX21" fmla="*/ 383980 w 606885"/>
                <a:gd name="connsiteY21" fmla="*/ 363568 h 607145"/>
                <a:gd name="connsiteX22" fmla="*/ 279951 w 606885"/>
                <a:gd name="connsiteY22" fmla="*/ 286251 h 607145"/>
                <a:gd name="connsiteX23" fmla="*/ 269616 w 606885"/>
                <a:gd name="connsiteY23" fmla="*/ 298459 h 607145"/>
                <a:gd name="connsiteX24" fmla="*/ 255691 w 606885"/>
                <a:gd name="connsiteY24" fmla="*/ 320840 h 607145"/>
                <a:gd name="connsiteX25" fmla="*/ 250596 w 606885"/>
                <a:gd name="connsiteY25" fmla="*/ 332322 h 607145"/>
                <a:gd name="connsiteX26" fmla="*/ 248024 w 606885"/>
                <a:gd name="connsiteY26" fmla="*/ 339394 h 607145"/>
                <a:gd name="connsiteX27" fmla="*/ 247005 w 606885"/>
                <a:gd name="connsiteY27" fmla="*/ 342592 h 607145"/>
                <a:gd name="connsiteX28" fmla="*/ 244434 w 606885"/>
                <a:gd name="connsiteY28" fmla="*/ 352135 h 607145"/>
                <a:gd name="connsiteX29" fmla="*/ 240698 w 606885"/>
                <a:gd name="connsiteY29" fmla="*/ 384738 h 607145"/>
                <a:gd name="connsiteX30" fmla="*/ 248121 w 606885"/>
                <a:gd name="connsiteY30" fmla="*/ 430082 h 607145"/>
                <a:gd name="connsiteX31" fmla="*/ 255836 w 606885"/>
                <a:gd name="connsiteY31" fmla="*/ 448636 h 607145"/>
                <a:gd name="connsiteX32" fmla="*/ 280873 w 606885"/>
                <a:gd name="connsiteY32" fmla="*/ 483952 h 607145"/>
                <a:gd name="connsiteX33" fmla="*/ 291839 w 606885"/>
                <a:gd name="connsiteY33" fmla="*/ 467578 h 607145"/>
                <a:gd name="connsiteX34" fmla="*/ 339874 w 606885"/>
                <a:gd name="connsiteY34" fmla="*/ 395638 h 607145"/>
                <a:gd name="connsiteX35" fmla="*/ 338516 w 606885"/>
                <a:gd name="connsiteY35" fmla="*/ 384641 h 607145"/>
                <a:gd name="connsiteX36" fmla="*/ 339486 w 606885"/>
                <a:gd name="connsiteY36" fmla="*/ 375146 h 607145"/>
                <a:gd name="connsiteX37" fmla="*/ 315129 w 606885"/>
                <a:gd name="connsiteY37" fmla="*/ 338765 h 607145"/>
                <a:gd name="connsiteX38" fmla="*/ 310519 w 606885"/>
                <a:gd name="connsiteY38" fmla="*/ 331886 h 607145"/>
                <a:gd name="connsiteX39" fmla="*/ 305910 w 606885"/>
                <a:gd name="connsiteY39" fmla="*/ 325055 h 607145"/>
                <a:gd name="connsiteX40" fmla="*/ 290868 w 606885"/>
                <a:gd name="connsiteY40" fmla="*/ 302625 h 607145"/>
                <a:gd name="connsiteX41" fmla="*/ 281455 w 606885"/>
                <a:gd name="connsiteY41" fmla="*/ 288528 h 607145"/>
                <a:gd name="connsiteX42" fmla="*/ 383883 w 606885"/>
                <a:gd name="connsiteY42" fmla="*/ 241537 h 607145"/>
                <a:gd name="connsiteX43" fmla="*/ 352296 w 606885"/>
                <a:gd name="connsiteY43" fmla="*/ 245074 h 607145"/>
                <a:gd name="connsiteX44" fmla="*/ 342689 w 606885"/>
                <a:gd name="connsiteY44" fmla="*/ 247593 h 607145"/>
                <a:gd name="connsiteX45" fmla="*/ 338467 w 606885"/>
                <a:gd name="connsiteY45" fmla="*/ 248949 h 607145"/>
                <a:gd name="connsiteX46" fmla="*/ 333227 w 606885"/>
                <a:gd name="connsiteY46" fmla="*/ 250790 h 607145"/>
                <a:gd name="connsiteX47" fmla="*/ 338031 w 606885"/>
                <a:gd name="connsiteY47" fmla="*/ 258202 h 607145"/>
                <a:gd name="connsiteX48" fmla="*/ 343125 w 606885"/>
                <a:gd name="connsiteY48" fmla="*/ 266050 h 607145"/>
                <a:gd name="connsiteX49" fmla="*/ 391355 w 606885"/>
                <a:gd name="connsiteY49" fmla="*/ 339782 h 607145"/>
                <a:gd name="connsiteX50" fmla="*/ 417120 w 606885"/>
                <a:gd name="connsiteY50" fmla="*/ 353492 h 607145"/>
                <a:gd name="connsiteX51" fmla="*/ 508242 w 606885"/>
                <a:gd name="connsiteY51" fmla="*/ 353395 h 607145"/>
                <a:gd name="connsiteX52" fmla="*/ 523866 w 606885"/>
                <a:gd name="connsiteY52" fmla="*/ 353395 h 607145"/>
                <a:gd name="connsiteX53" fmla="*/ 519936 w 606885"/>
                <a:gd name="connsiteY53" fmla="*/ 339152 h 607145"/>
                <a:gd name="connsiteX54" fmla="*/ 512172 w 606885"/>
                <a:gd name="connsiteY54" fmla="*/ 320647 h 607145"/>
                <a:gd name="connsiteX55" fmla="*/ 447882 w 606885"/>
                <a:gd name="connsiteY55" fmla="*/ 256555 h 607145"/>
                <a:gd name="connsiteX56" fmla="*/ 429347 w 606885"/>
                <a:gd name="connsiteY56" fmla="*/ 248852 h 607145"/>
                <a:gd name="connsiteX57" fmla="*/ 384029 w 606885"/>
                <a:gd name="connsiteY57" fmla="*/ 241537 h 607145"/>
                <a:gd name="connsiteX58" fmla="*/ 184993 w 606885"/>
                <a:gd name="connsiteY58" fmla="*/ 167283 h 607145"/>
                <a:gd name="connsiteX59" fmla="*/ 172476 w 606885"/>
                <a:gd name="connsiteY59" fmla="*/ 172515 h 607145"/>
                <a:gd name="connsiteX60" fmla="*/ 169322 w 606885"/>
                <a:gd name="connsiteY60" fmla="*/ 192426 h 607145"/>
                <a:gd name="connsiteX61" fmla="*/ 172767 w 606885"/>
                <a:gd name="connsiteY61" fmla="*/ 197222 h 607145"/>
                <a:gd name="connsiteX62" fmla="*/ 184993 w 606885"/>
                <a:gd name="connsiteY62" fmla="*/ 202164 h 607145"/>
                <a:gd name="connsiteX63" fmla="*/ 196831 w 606885"/>
                <a:gd name="connsiteY63" fmla="*/ 197610 h 607145"/>
                <a:gd name="connsiteX64" fmla="*/ 196976 w 606885"/>
                <a:gd name="connsiteY64" fmla="*/ 197416 h 607145"/>
                <a:gd name="connsiteX65" fmla="*/ 197510 w 606885"/>
                <a:gd name="connsiteY65" fmla="*/ 196932 h 607145"/>
                <a:gd name="connsiteX66" fmla="*/ 197219 w 606885"/>
                <a:gd name="connsiteY66" fmla="*/ 172224 h 607145"/>
                <a:gd name="connsiteX67" fmla="*/ 190815 w 606885"/>
                <a:gd name="connsiteY67" fmla="*/ 168252 h 607145"/>
                <a:gd name="connsiteX68" fmla="*/ 184993 w 606885"/>
                <a:gd name="connsiteY68" fmla="*/ 167283 h 607145"/>
                <a:gd name="connsiteX69" fmla="*/ 411880 w 606885"/>
                <a:gd name="connsiteY69" fmla="*/ 162089 h 607145"/>
                <a:gd name="connsiteX70" fmla="*/ 424932 w 606885"/>
                <a:gd name="connsiteY70" fmla="*/ 175072 h 607145"/>
                <a:gd name="connsiteX71" fmla="*/ 426096 w 606885"/>
                <a:gd name="connsiteY71" fmla="*/ 194401 h 607145"/>
                <a:gd name="connsiteX72" fmla="*/ 488688 w 606885"/>
                <a:gd name="connsiteY72" fmla="*/ 220222 h 607145"/>
                <a:gd name="connsiteX73" fmla="*/ 503196 w 606885"/>
                <a:gd name="connsiteY73" fmla="*/ 207384 h 607145"/>
                <a:gd name="connsiteX74" fmla="*/ 512415 w 606885"/>
                <a:gd name="connsiteY74" fmla="*/ 203557 h 607145"/>
                <a:gd name="connsiteX75" fmla="*/ 521585 w 606885"/>
                <a:gd name="connsiteY75" fmla="*/ 207336 h 607145"/>
                <a:gd name="connsiteX76" fmla="*/ 561324 w 606885"/>
                <a:gd name="connsiteY76" fmla="*/ 246963 h 607145"/>
                <a:gd name="connsiteX77" fmla="*/ 561324 w 606885"/>
                <a:gd name="connsiteY77" fmla="*/ 265323 h 607145"/>
                <a:gd name="connsiteX78" fmla="*/ 548466 w 606885"/>
                <a:gd name="connsiteY78" fmla="*/ 279857 h 607145"/>
                <a:gd name="connsiteX79" fmla="*/ 574473 w 606885"/>
                <a:gd name="connsiteY79" fmla="*/ 342253 h 607145"/>
                <a:gd name="connsiteX80" fmla="*/ 593833 w 606885"/>
                <a:gd name="connsiteY80" fmla="*/ 343415 h 607145"/>
                <a:gd name="connsiteX81" fmla="*/ 606837 w 606885"/>
                <a:gd name="connsiteY81" fmla="*/ 356398 h 607145"/>
                <a:gd name="connsiteX82" fmla="*/ 606885 w 606885"/>
                <a:gd name="connsiteY82" fmla="*/ 412448 h 607145"/>
                <a:gd name="connsiteX83" fmla="*/ 593882 w 606885"/>
                <a:gd name="connsiteY83" fmla="*/ 425480 h 607145"/>
                <a:gd name="connsiteX84" fmla="*/ 574522 w 606885"/>
                <a:gd name="connsiteY84" fmla="*/ 426642 h 607145"/>
                <a:gd name="connsiteX85" fmla="*/ 548660 w 606885"/>
                <a:gd name="connsiteY85" fmla="*/ 489135 h 607145"/>
                <a:gd name="connsiteX86" fmla="*/ 561567 w 606885"/>
                <a:gd name="connsiteY86" fmla="*/ 503620 h 607145"/>
                <a:gd name="connsiteX87" fmla="*/ 561567 w 606885"/>
                <a:gd name="connsiteY87" fmla="*/ 521980 h 607145"/>
                <a:gd name="connsiteX88" fmla="*/ 521877 w 606885"/>
                <a:gd name="connsiteY88" fmla="*/ 561656 h 607145"/>
                <a:gd name="connsiteX89" fmla="*/ 512706 w 606885"/>
                <a:gd name="connsiteY89" fmla="*/ 565483 h 607145"/>
                <a:gd name="connsiteX90" fmla="*/ 503487 w 606885"/>
                <a:gd name="connsiteY90" fmla="*/ 561704 h 607145"/>
                <a:gd name="connsiteX91" fmla="*/ 488931 w 606885"/>
                <a:gd name="connsiteY91" fmla="*/ 548867 h 607145"/>
                <a:gd name="connsiteX92" fmla="*/ 426436 w 606885"/>
                <a:gd name="connsiteY92" fmla="*/ 574784 h 607145"/>
                <a:gd name="connsiteX93" fmla="*/ 425271 w 606885"/>
                <a:gd name="connsiteY93" fmla="*/ 594114 h 607145"/>
                <a:gd name="connsiteX94" fmla="*/ 412268 w 606885"/>
                <a:gd name="connsiteY94" fmla="*/ 607097 h 607145"/>
                <a:gd name="connsiteX95" fmla="*/ 356129 w 606885"/>
                <a:gd name="connsiteY95" fmla="*/ 607145 h 607145"/>
                <a:gd name="connsiteX96" fmla="*/ 343077 w 606885"/>
                <a:gd name="connsiteY96" fmla="*/ 594162 h 607145"/>
                <a:gd name="connsiteX97" fmla="*/ 341912 w 606885"/>
                <a:gd name="connsiteY97" fmla="*/ 574833 h 607145"/>
                <a:gd name="connsiteX98" fmla="*/ 279369 w 606885"/>
                <a:gd name="connsiteY98" fmla="*/ 549012 h 607145"/>
                <a:gd name="connsiteX99" fmla="*/ 264813 w 606885"/>
                <a:gd name="connsiteY99" fmla="*/ 561898 h 607145"/>
                <a:gd name="connsiteX100" fmla="*/ 255642 w 606885"/>
                <a:gd name="connsiteY100" fmla="*/ 565677 h 607145"/>
                <a:gd name="connsiteX101" fmla="*/ 246423 w 606885"/>
                <a:gd name="connsiteY101" fmla="*/ 561898 h 607145"/>
                <a:gd name="connsiteX102" fmla="*/ 206684 w 606885"/>
                <a:gd name="connsiteY102" fmla="*/ 522319 h 607145"/>
                <a:gd name="connsiteX103" fmla="*/ 206684 w 606885"/>
                <a:gd name="connsiteY103" fmla="*/ 503911 h 607145"/>
                <a:gd name="connsiteX104" fmla="*/ 219542 w 606885"/>
                <a:gd name="connsiteY104" fmla="*/ 489377 h 607145"/>
                <a:gd name="connsiteX105" fmla="*/ 193584 w 606885"/>
                <a:gd name="connsiteY105" fmla="*/ 426981 h 607145"/>
                <a:gd name="connsiteX106" fmla="*/ 174224 w 606885"/>
                <a:gd name="connsiteY106" fmla="*/ 425819 h 607145"/>
                <a:gd name="connsiteX107" fmla="*/ 174175 w 606885"/>
                <a:gd name="connsiteY107" fmla="*/ 425819 h 607145"/>
                <a:gd name="connsiteX108" fmla="*/ 161172 w 606885"/>
                <a:gd name="connsiteY108" fmla="*/ 412836 h 607145"/>
                <a:gd name="connsiteX109" fmla="*/ 161123 w 606885"/>
                <a:gd name="connsiteY109" fmla="*/ 385465 h 607145"/>
                <a:gd name="connsiteX110" fmla="*/ 161123 w 606885"/>
                <a:gd name="connsiteY110" fmla="*/ 377326 h 607145"/>
                <a:gd name="connsiteX111" fmla="*/ 161123 w 606885"/>
                <a:gd name="connsiteY111" fmla="*/ 369139 h 607145"/>
                <a:gd name="connsiteX112" fmla="*/ 161123 w 606885"/>
                <a:gd name="connsiteY112" fmla="*/ 356786 h 607145"/>
                <a:gd name="connsiteX113" fmla="*/ 174127 w 606885"/>
                <a:gd name="connsiteY113" fmla="*/ 343754 h 607145"/>
                <a:gd name="connsiteX114" fmla="*/ 193487 w 606885"/>
                <a:gd name="connsiteY114" fmla="*/ 342592 h 607145"/>
                <a:gd name="connsiteX115" fmla="*/ 197902 w 606885"/>
                <a:gd name="connsiteY115" fmla="*/ 326072 h 607145"/>
                <a:gd name="connsiteX116" fmla="*/ 207703 w 606885"/>
                <a:gd name="connsiteY116" fmla="*/ 301124 h 607145"/>
                <a:gd name="connsiteX117" fmla="*/ 212458 w 606885"/>
                <a:gd name="connsiteY117" fmla="*/ 291774 h 607145"/>
                <a:gd name="connsiteX118" fmla="*/ 218426 w 606885"/>
                <a:gd name="connsiteY118" fmla="*/ 281601 h 607145"/>
                <a:gd name="connsiteX119" fmla="*/ 219348 w 606885"/>
                <a:gd name="connsiteY119" fmla="*/ 280147 h 607145"/>
                <a:gd name="connsiteX120" fmla="*/ 206490 w 606885"/>
                <a:gd name="connsiteY120" fmla="*/ 265614 h 607145"/>
                <a:gd name="connsiteX121" fmla="*/ 203822 w 606885"/>
                <a:gd name="connsiteY121" fmla="*/ 261787 h 607145"/>
                <a:gd name="connsiteX122" fmla="*/ 204016 w 606885"/>
                <a:gd name="connsiteY122" fmla="*/ 250693 h 607145"/>
                <a:gd name="connsiteX123" fmla="*/ 206442 w 606885"/>
                <a:gd name="connsiteY123" fmla="*/ 247254 h 607145"/>
                <a:gd name="connsiteX124" fmla="*/ 209208 w 606885"/>
                <a:gd name="connsiteY124" fmla="*/ 244492 h 607145"/>
                <a:gd name="connsiteX125" fmla="*/ 245744 w 606885"/>
                <a:gd name="connsiteY125" fmla="*/ 207966 h 607145"/>
                <a:gd name="connsiteX126" fmla="*/ 246132 w 606885"/>
                <a:gd name="connsiteY126" fmla="*/ 207578 h 607145"/>
                <a:gd name="connsiteX127" fmla="*/ 253216 w 606885"/>
                <a:gd name="connsiteY127" fmla="*/ 203945 h 607145"/>
                <a:gd name="connsiteX128" fmla="*/ 255351 w 606885"/>
                <a:gd name="connsiteY128" fmla="*/ 203751 h 607145"/>
                <a:gd name="connsiteX129" fmla="*/ 264521 w 606885"/>
                <a:gd name="connsiteY129" fmla="*/ 207578 h 607145"/>
                <a:gd name="connsiteX130" fmla="*/ 279078 w 606885"/>
                <a:gd name="connsiteY130" fmla="*/ 220416 h 607145"/>
                <a:gd name="connsiteX131" fmla="*/ 280630 w 606885"/>
                <a:gd name="connsiteY131" fmla="*/ 219447 h 607145"/>
                <a:gd name="connsiteX132" fmla="*/ 281795 w 606885"/>
                <a:gd name="connsiteY132" fmla="*/ 218720 h 607145"/>
                <a:gd name="connsiteX133" fmla="*/ 292033 w 606885"/>
                <a:gd name="connsiteY133" fmla="*/ 212810 h 607145"/>
                <a:gd name="connsiteX134" fmla="*/ 301446 w 606885"/>
                <a:gd name="connsiteY134" fmla="*/ 208111 h 607145"/>
                <a:gd name="connsiteX135" fmla="*/ 325755 w 606885"/>
                <a:gd name="connsiteY135" fmla="*/ 198713 h 607145"/>
                <a:gd name="connsiteX136" fmla="*/ 341573 w 606885"/>
                <a:gd name="connsiteY136" fmla="*/ 194498 h 607145"/>
                <a:gd name="connsiteX137" fmla="*/ 342737 w 606885"/>
                <a:gd name="connsiteY137" fmla="*/ 175169 h 607145"/>
                <a:gd name="connsiteX138" fmla="*/ 355741 w 606885"/>
                <a:gd name="connsiteY138" fmla="*/ 162137 h 607145"/>
                <a:gd name="connsiteX139" fmla="*/ 369472 w 606885"/>
                <a:gd name="connsiteY139" fmla="*/ 162137 h 607145"/>
                <a:gd name="connsiteX140" fmla="*/ 377575 w 606885"/>
                <a:gd name="connsiteY140" fmla="*/ 162137 h 607145"/>
                <a:gd name="connsiteX141" fmla="*/ 385630 w 606885"/>
                <a:gd name="connsiteY141" fmla="*/ 162137 h 607145"/>
                <a:gd name="connsiteX142" fmla="*/ 180481 w 606885"/>
                <a:gd name="connsiteY142" fmla="*/ 66177 h 607145"/>
                <a:gd name="connsiteX143" fmla="*/ 146082 w 606885"/>
                <a:gd name="connsiteY143" fmla="*/ 72620 h 607145"/>
                <a:gd name="connsiteX144" fmla="*/ 130751 w 606885"/>
                <a:gd name="connsiteY144" fmla="*/ 79160 h 607145"/>
                <a:gd name="connsiteX145" fmla="*/ 100041 w 606885"/>
                <a:gd name="connsiteY145" fmla="*/ 101784 h 607145"/>
                <a:gd name="connsiteX146" fmla="*/ 78111 w 606885"/>
                <a:gd name="connsiteY146" fmla="*/ 132935 h 607145"/>
                <a:gd name="connsiteX147" fmla="*/ 71901 w 606885"/>
                <a:gd name="connsiteY147" fmla="*/ 148389 h 607145"/>
                <a:gd name="connsiteX148" fmla="*/ 66225 w 606885"/>
                <a:gd name="connsiteY148" fmla="*/ 183851 h 607145"/>
                <a:gd name="connsiteX149" fmla="*/ 82235 w 606885"/>
                <a:gd name="connsiteY149" fmla="*/ 180460 h 607145"/>
                <a:gd name="connsiteX150" fmla="*/ 152438 w 606885"/>
                <a:gd name="connsiteY150" fmla="*/ 165684 h 607145"/>
                <a:gd name="connsiteX151" fmla="*/ 158017 w 606885"/>
                <a:gd name="connsiteY151" fmla="*/ 158417 h 607145"/>
                <a:gd name="connsiteX152" fmla="*/ 164131 w 606885"/>
                <a:gd name="connsiteY152" fmla="*/ 153331 h 607145"/>
                <a:gd name="connsiteX153" fmla="*/ 177473 w 606885"/>
                <a:gd name="connsiteY153" fmla="*/ 82212 h 607145"/>
                <a:gd name="connsiteX154" fmla="*/ 206194 w 606885"/>
                <a:gd name="connsiteY154" fmla="*/ 0 h 607145"/>
                <a:gd name="connsiteX155" fmla="*/ 206291 w 606885"/>
                <a:gd name="connsiteY155" fmla="*/ 0 h 607145"/>
                <a:gd name="connsiteX156" fmla="*/ 217111 w 606885"/>
                <a:gd name="connsiteY156" fmla="*/ 10658 h 607145"/>
                <a:gd name="connsiteX157" fmla="*/ 218226 w 606885"/>
                <a:gd name="connsiteY157" fmla="*/ 26694 h 607145"/>
                <a:gd name="connsiteX158" fmla="*/ 270333 w 606885"/>
                <a:gd name="connsiteY158" fmla="*/ 47525 h 607145"/>
                <a:gd name="connsiteX159" fmla="*/ 282268 w 606885"/>
                <a:gd name="connsiteY159" fmla="*/ 36722 h 607145"/>
                <a:gd name="connsiteX160" fmla="*/ 289982 w 606885"/>
                <a:gd name="connsiteY160" fmla="*/ 33524 h 607145"/>
                <a:gd name="connsiteX161" fmla="*/ 297502 w 606885"/>
                <a:gd name="connsiteY161" fmla="*/ 36577 h 607145"/>
                <a:gd name="connsiteX162" fmla="*/ 330784 w 606885"/>
                <a:gd name="connsiteY162" fmla="*/ 69084 h 607145"/>
                <a:gd name="connsiteX163" fmla="*/ 330978 w 606885"/>
                <a:gd name="connsiteY163" fmla="*/ 84296 h 607145"/>
                <a:gd name="connsiteX164" fmla="*/ 320450 w 606885"/>
                <a:gd name="connsiteY164" fmla="*/ 96455 h 607145"/>
                <a:gd name="connsiteX165" fmla="*/ 342476 w 606885"/>
                <a:gd name="connsiteY165" fmla="*/ 147953 h 607145"/>
                <a:gd name="connsiteX166" fmla="*/ 335150 w 606885"/>
                <a:gd name="connsiteY166" fmla="*/ 154542 h 607145"/>
                <a:gd name="connsiteX167" fmla="*/ 326611 w 606885"/>
                <a:gd name="connsiteY167" fmla="*/ 174598 h 607145"/>
                <a:gd name="connsiteX168" fmla="*/ 326320 w 606885"/>
                <a:gd name="connsiteY168" fmla="*/ 179394 h 607145"/>
                <a:gd name="connsiteX169" fmla="*/ 326175 w 606885"/>
                <a:gd name="connsiteY169" fmla="*/ 181720 h 607145"/>
                <a:gd name="connsiteX170" fmla="*/ 303663 w 606885"/>
                <a:gd name="connsiteY170" fmla="*/ 189520 h 607145"/>
                <a:gd name="connsiteX171" fmla="*/ 297259 w 606885"/>
                <a:gd name="connsiteY171" fmla="*/ 145870 h 607145"/>
                <a:gd name="connsiteX172" fmla="*/ 290710 w 606885"/>
                <a:gd name="connsiteY172" fmla="*/ 130561 h 607145"/>
                <a:gd name="connsiteX173" fmla="*/ 268052 w 606885"/>
                <a:gd name="connsiteY173" fmla="*/ 99895 h 607145"/>
                <a:gd name="connsiteX174" fmla="*/ 236857 w 606885"/>
                <a:gd name="connsiteY174" fmla="*/ 77998 h 607145"/>
                <a:gd name="connsiteX175" fmla="*/ 232636 w 606885"/>
                <a:gd name="connsiteY175" fmla="*/ 76060 h 607145"/>
                <a:gd name="connsiteX176" fmla="*/ 215412 w 606885"/>
                <a:gd name="connsiteY176" fmla="*/ 162390 h 607145"/>
                <a:gd name="connsiteX177" fmla="*/ 222690 w 606885"/>
                <a:gd name="connsiteY177" fmla="*/ 185450 h 607145"/>
                <a:gd name="connsiteX178" fmla="*/ 234237 w 606885"/>
                <a:gd name="connsiteY178" fmla="*/ 196690 h 607145"/>
                <a:gd name="connsiteX179" fmla="*/ 197704 w 606885"/>
                <a:gd name="connsiteY179" fmla="*/ 233218 h 607145"/>
                <a:gd name="connsiteX180" fmla="*/ 186594 w 606885"/>
                <a:gd name="connsiteY180" fmla="*/ 222366 h 607145"/>
                <a:gd name="connsiteX181" fmla="*/ 184993 w 606885"/>
                <a:gd name="connsiteY181" fmla="*/ 222366 h 607145"/>
                <a:gd name="connsiteX182" fmla="*/ 164373 w 606885"/>
                <a:gd name="connsiteY182" fmla="*/ 216262 h 607145"/>
                <a:gd name="connsiteX183" fmla="*/ 77675 w 606885"/>
                <a:gd name="connsiteY183" fmla="*/ 235591 h 607145"/>
                <a:gd name="connsiteX184" fmla="*/ 79276 w 606885"/>
                <a:gd name="connsiteY184" fmla="*/ 238886 h 607145"/>
                <a:gd name="connsiteX185" fmla="*/ 101981 w 606885"/>
                <a:gd name="connsiteY185" fmla="*/ 269552 h 607145"/>
                <a:gd name="connsiteX186" fmla="*/ 133177 w 606885"/>
                <a:gd name="connsiteY186" fmla="*/ 291498 h 607145"/>
                <a:gd name="connsiteX187" fmla="*/ 148605 w 606885"/>
                <a:gd name="connsiteY187" fmla="*/ 297650 h 607145"/>
                <a:gd name="connsiteX188" fmla="*/ 184993 w 606885"/>
                <a:gd name="connsiteY188" fmla="*/ 303319 h 607145"/>
                <a:gd name="connsiteX189" fmla="*/ 189117 w 606885"/>
                <a:gd name="connsiteY189" fmla="*/ 303270 h 607145"/>
                <a:gd name="connsiteX190" fmla="*/ 180917 w 606885"/>
                <a:gd name="connsiteY190" fmla="*/ 326669 h 607145"/>
                <a:gd name="connsiteX191" fmla="*/ 180723 w 606885"/>
                <a:gd name="connsiteY191" fmla="*/ 327202 h 607145"/>
                <a:gd name="connsiteX192" fmla="*/ 173592 w 606885"/>
                <a:gd name="connsiteY192" fmla="*/ 327638 h 607145"/>
                <a:gd name="connsiteX193" fmla="*/ 153505 w 606885"/>
                <a:gd name="connsiteY193" fmla="*/ 336213 h 607145"/>
                <a:gd name="connsiteX194" fmla="*/ 148945 w 606885"/>
                <a:gd name="connsiteY194" fmla="*/ 342172 h 607145"/>
                <a:gd name="connsiteX195" fmla="*/ 99652 w 606885"/>
                <a:gd name="connsiteY195" fmla="*/ 321922 h 607145"/>
                <a:gd name="connsiteX196" fmla="*/ 87766 w 606885"/>
                <a:gd name="connsiteY196" fmla="*/ 332725 h 607145"/>
                <a:gd name="connsiteX197" fmla="*/ 80052 w 606885"/>
                <a:gd name="connsiteY197" fmla="*/ 335971 h 607145"/>
                <a:gd name="connsiteX198" fmla="*/ 72483 w 606885"/>
                <a:gd name="connsiteY198" fmla="*/ 332870 h 607145"/>
                <a:gd name="connsiteX199" fmla="*/ 39201 w 606885"/>
                <a:gd name="connsiteY199" fmla="*/ 300412 h 607145"/>
                <a:gd name="connsiteX200" fmla="*/ 39056 w 606885"/>
                <a:gd name="connsiteY200" fmla="*/ 285151 h 607145"/>
                <a:gd name="connsiteX201" fmla="*/ 49584 w 606885"/>
                <a:gd name="connsiteY201" fmla="*/ 272992 h 607145"/>
                <a:gd name="connsiteX202" fmla="*/ 27509 w 606885"/>
                <a:gd name="connsiteY202" fmla="*/ 221494 h 607145"/>
                <a:gd name="connsiteX203" fmla="*/ 11450 w 606885"/>
                <a:gd name="connsiteY203" fmla="*/ 220719 h 607145"/>
                <a:gd name="connsiteX204" fmla="*/ 11305 w 606885"/>
                <a:gd name="connsiteY204" fmla="*/ 220719 h 607145"/>
                <a:gd name="connsiteX205" fmla="*/ 534 w 606885"/>
                <a:gd name="connsiteY205" fmla="*/ 210061 h 607145"/>
                <a:gd name="connsiteX206" fmla="*/ 0 w 606885"/>
                <a:gd name="connsiteY206" fmla="*/ 163601 h 607145"/>
                <a:gd name="connsiteX207" fmla="*/ 10674 w 606885"/>
                <a:gd name="connsiteY207" fmla="*/ 152701 h 607145"/>
                <a:gd name="connsiteX208" fmla="*/ 26733 w 606885"/>
                <a:gd name="connsiteY208" fmla="*/ 151538 h 607145"/>
                <a:gd name="connsiteX209" fmla="*/ 47595 w 606885"/>
                <a:gd name="connsiteY209" fmla="*/ 99507 h 607145"/>
                <a:gd name="connsiteX210" fmla="*/ 36824 w 606885"/>
                <a:gd name="connsiteY210" fmla="*/ 87638 h 607145"/>
                <a:gd name="connsiteX211" fmla="*/ 36630 w 606885"/>
                <a:gd name="connsiteY211" fmla="*/ 72378 h 607145"/>
                <a:gd name="connsiteX212" fmla="*/ 69184 w 606885"/>
                <a:gd name="connsiteY212" fmla="*/ 39144 h 607145"/>
                <a:gd name="connsiteX213" fmla="*/ 76898 w 606885"/>
                <a:gd name="connsiteY213" fmla="*/ 35898 h 607145"/>
                <a:gd name="connsiteX214" fmla="*/ 84418 w 606885"/>
                <a:gd name="connsiteY214" fmla="*/ 38999 h 607145"/>
                <a:gd name="connsiteX215" fmla="*/ 96596 w 606885"/>
                <a:gd name="connsiteY215" fmla="*/ 49512 h 607145"/>
                <a:gd name="connsiteX216" fmla="*/ 148169 w 606885"/>
                <a:gd name="connsiteY216" fmla="*/ 27469 h 607145"/>
                <a:gd name="connsiteX217" fmla="*/ 148993 w 606885"/>
                <a:gd name="connsiteY217" fmla="*/ 11433 h 607145"/>
                <a:gd name="connsiteX218" fmla="*/ 159667 w 606885"/>
                <a:gd name="connsiteY218" fmla="*/ 533 h 607145"/>
              </a:gdLst>
              <a:ahLst/>
              <a:cxnLst/>
              <a:rect l="l" t="t" r="r" b="b"/>
              <a:pathLst>
                <a:path w="606885" h="607145">
                  <a:moveTo>
                    <a:pt x="508291" y="415645"/>
                  </a:moveTo>
                  <a:lnTo>
                    <a:pt x="417168" y="415742"/>
                  </a:lnTo>
                  <a:cubicBezTo>
                    <a:pt x="410812" y="422476"/>
                    <a:pt x="402369" y="427320"/>
                    <a:pt x="392859" y="429210"/>
                  </a:cubicBezTo>
                  <a:lnTo>
                    <a:pt x="334489" y="518928"/>
                  </a:lnTo>
                  <a:cubicBezTo>
                    <a:pt x="335847" y="519413"/>
                    <a:pt x="337254" y="519946"/>
                    <a:pt x="338710" y="520382"/>
                  </a:cubicBezTo>
                  <a:cubicBezTo>
                    <a:pt x="352927" y="525129"/>
                    <a:pt x="368162" y="527697"/>
                    <a:pt x="383980" y="527697"/>
                  </a:cubicBezTo>
                  <a:lnTo>
                    <a:pt x="384126" y="527697"/>
                  </a:lnTo>
                  <a:cubicBezTo>
                    <a:pt x="399992" y="527697"/>
                    <a:pt x="415276" y="525081"/>
                    <a:pt x="429541" y="520333"/>
                  </a:cubicBezTo>
                  <a:cubicBezTo>
                    <a:pt x="435946" y="518153"/>
                    <a:pt x="442157" y="515586"/>
                    <a:pt x="448125" y="512631"/>
                  </a:cubicBezTo>
                  <a:cubicBezTo>
                    <a:pt x="475830" y="498727"/>
                    <a:pt x="498441" y="476152"/>
                    <a:pt x="512318" y="448394"/>
                  </a:cubicBezTo>
                  <a:cubicBezTo>
                    <a:pt x="515278" y="442435"/>
                    <a:pt x="517849" y="436283"/>
                    <a:pt x="519984" y="429888"/>
                  </a:cubicBezTo>
                  <a:cubicBezTo>
                    <a:pt x="521537" y="425237"/>
                    <a:pt x="522847" y="420490"/>
                    <a:pt x="523914" y="415645"/>
                  </a:cubicBezTo>
                  <a:close/>
                  <a:moveTo>
                    <a:pt x="383980" y="363568"/>
                  </a:moveTo>
                  <a:cubicBezTo>
                    <a:pt x="380826" y="363568"/>
                    <a:pt x="377818" y="364295"/>
                    <a:pt x="375101" y="365506"/>
                  </a:cubicBezTo>
                  <a:cubicBezTo>
                    <a:pt x="367920" y="368897"/>
                    <a:pt x="362922" y="376163"/>
                    <a:pt x="362922" y="384641"/>
                  </a:cubicBezTo>
                  <a:cubicBezTo>
                    <a:pt x="362922" y="393797"/>
                    <a:pt x="368793" y="401597"/>
                    <a:pt x="376993" y="404503"/>
                  </a:cubicBezTo>
                  <a:cubicBezTo>
                    <a:pt x="379225" y="405278"/>
                    <a:pt x="381554" y="405666"/>
                    <a:pt x="384029" y="405666"/>
                  </a:cubicBezTo>
                  <a:cubicBezTo>
                    <a:pt x="395285" y="405666"/>
                    <a:pt x="404504" y="396849"/>
                    <a:pt x="405087" y="385755"/>
                  </a:cubicBezTo>
                  <a:cubicBezTo>
                    <a:pt x="405087" y="385659"/>
                    <a:pt x="405087" y="385562"/>
                    <a:pt x="405087" y="385465"/>
                  </a:cubicBezTo>
                  <a:cubicBezTo>
                    <a:pt x="405087" y="385174"/>
                    <a:pt x="405087" y="384883"/>
                    <a:pt x="405087" y="384593"/>
                  </a:cubicBezTo>
                  <a:cubicBezTo>
                    <a:pt x="405087" y="372966"/>
                    <a:pt x="395674" y="363568"/>
                    <a:pt x="384029" y="363568"/>
                  </a:cubicBezTo>
                  <a:cubicBezTo>
                    <a:pt x="383980" y="363568"/>
                    <a:pt x="383980" y="363568"/>
                    <a:pt x="383980" y="363568"/>
                  </a:cubicBezTo>
                  <a:close/>
                  <a:moveTo>
                    <a:pt x="279951" y="286251"/>
                  </a:moveTo>
                  <a:cubicBezTo>
                    <a:pt x="276263" y="290127"/>
                    <a:pt x="272818" y="294196"/>
                    <a:pt x="269616" y="298459"/>
                  </a:cubicBezTo>
                  <a:cubicBezTo>
                    <a:pt x="264327" y="305435"/>
                    <a:pt x="259669" y="312944"/>
                    <a:pt x="255691" y="320840"/>
                  </a:cubicBezTo>
                  <a:cubicBezTo>
                    <a:pt x="253847" y="324571"/>
                    <a:pt x="252149" y="328398"/>
                    <a:pt x="250596" y="332322"/>
                  </a:cubicBezTo>
                  <a:cubicBezTo>
                    <a:pt x="249674" y="334647"/>
                    <a:pt x="248801" y="337021"/>
                    <a:pt x="248024" y="339394"/>
                  </a:cubicBezTo>
                  <a:cubicBezTo>
                    <a:pt x="247685" y="340460"/>
                    <a:pt x="247345" y="341526"/>
                    <a:pt x="247005" y="342592"/>
                  </a:cubicBezTo>
                  <a:cubicBezTo>
                    <a:pt x="246035" y="345741"/>
                    <a:pt x="245162" y="348889"/>
                    <a:pt x="244434" y="352135"/>
                  </a:cubicBezTo>
                  <a:cubicBezTo>
                    <a:pt x="242008" y="362599"/>
                    <a:pt x="240698" y="373548"/>
                    <a:pt x="240698" y="384738"/>
                  </a:cubicBezTo>
                  <a:cubicBezTo>
                    <a:pt x="240698" y="400628"/>
                    <a:pt x="243318" y="415839"/>
                    <a:pt x="248121" y="430082"/>
                  </a:cubicBezTo>
                  <a:cubicBezTo>
                    <a:pt x="250256" y="436476"/>
                    <a:pt x="252828" y="442677"/>
                    <a:pt x="255836" y="448636"/>
                  </a:cubicBezTo>
                  <a:cubicBezTo>
                    <a:pt x="262386" y="461667"/>
                    <a:pt x="270829" y="473585"/>
                    <a:pt x="280873" y="483952"/>
                  </a:cubicBezTo>
                  <a:lnTo>
                    <a:pt x="291839" y="467578"/>
                  </a:lnTo>
                  <a:lnTo>
                    <a:pt x="339874" y="395638"/>
                  </a:lnTo>
                  <a:cubicBezTo>
                    <a:pt x="339001" y="392150"/>
                    <a:pt x="338516" y="388468"/>
                    <a:pt x="338516" y="384641"/>
                  </a:cubicBezTo>
                  <a:cubicBezTo>
                    <a:pt x="338516" y="381395"/>
                    <a:pt x="338855" y="378198"/>
                    <a:pt x="339486" y="375146"/>
                  </a:cubicBezTo>
                  <a:lnTo>
                    <a:pt x="315129" y="338765"/>
                  </a:lnTo>
                  <a:lnTo>
                    <a:pt x="310519" y="331886"/>
                  </a:lnTo>
                  <a:lnTo>
                    <a:pt x="305910" y="325055"/>
                  </a:lnTo>
                  <a:lnTo>
                    <a:pt x="290868" y="302625"/>
                  </a:lnTo>
                  <a:lnTo>
                    <a:pt x="281455" y="288528"/>
                  </a:lnTo>
                  <a:close/>
                  <a:moveTo>
                    <a:pt x="383883" y="241537"/>
                  </a:moveTo>
                  <a:cubicBezTo>
                    <a:pt x="373014" y="241537"/>
                    <a:pt x="362485" y="242797"/>
                    <a:pt x="352296" y="245074"/>
                  </a:cubicBezTo>
                  <a:cubicBezTo>
                    <a:pt x="349045" y="245800"/>
                    <a:pt x="345843" y="246672"/>
                    <a:pt x="342689" y="247593"/>
                  </a:cubicBezTo>
                  <a:cubicBezTo>
                    <a:pt x="341282" y="248029"/>
                    <a:pt x="339874" y="248465"/>
                    <a:pt x="338467" y="248949"/>
                  </a:cubicBezTo>
                  <a:cubicBezTo>
                    <a:pt x="336672" y="249531"/>
                    <a:pt x="334925" y="250160"/>
                    <a:pt x="333227" y="250790"/>
                  </a:cubicBezTo>
                  <a:lnTo>
                    <a:pt x="338031" y="258202"/>
                  </a:lnTo>
                  <a:lnTo>
                    <a:pt x="343125" y="266050"/>
                  </a:lnTo>
                  <a:lnTo>
                    <a:pt x="391355" y="339782"/>
                  </a:lnTo>
                  <a:cubicBezTo>
                    <a:pt x="401448" y="341429"/>
                    <a:pt x="410375" y="346370"/>
                    <a:pt x="417120" y="353492"/>
                  </a:cubicBezTo>
                  <a:lnTo>
                    <a:pt x="508242" y="353395"/>
                  </a:lnTo>
                  <a:lnTo>
                    <a:pt x="523866" y="353395"/>
                  </a:lnTo>
                  <a:cubicBezTo>
                    <a:pt x="522798" y="348550"/>
                    <a:pt x="521488" y="343803"/>
                    <a:pt x="519936" y="339152"/>
                  </a:cubicBezTo>
                  <a:cubicBezTo>
                    <a:pt x="517752" y="332758"/>
                    <a:pt x="515181" y="326557"/>
                    <a:pt x="512172" y="320647"/>
                  </a:cubicBezTo>
                  <a:cubicBezTo>
                    <a:pt x="498295" y="292937"/>
                    <a:pt x="475636" y="270362"/>
                    <a:pt x="447882" y="256555"/>
                  </a:cubicBezTo>
                  <a:cubicBezTo>
                    <a:pt x="441914" y="253551"/>
                    <a:pt x="435752" y="250984"/>
                    <a:pt x="429347" y="248852"/>
                  </a:cubicBezTo>
                  <a:cubicBezTo>
                    <a:pt x="415082" y="244105"/>
                    <a:pt x="399846" y="241537"/>
                    <a:pt x="384029" y="241537"/>
                  </a:cubicBezTo>
                  <a:close/>
                  <a:moveTo>
                    <a:pt x="184993" y="167283"/>
                  </a:moveTo>
                  <a:cubicBezTo>
                    <a:pt x="180481" y="167283"/>
                    <a:pt x="175920" y="169027"/>
                    <a:pt x="172476" y="172515"/>
                  </a:cubicBezTo>
                  <a:cubicBezTo>
                    <a:pt x="167187" y="177941"/>
                    <a:pt x="166120" y="185983"/>
                    <a:pt x="169322" y="192426"/>
                  </a:cubicBezTo>
                  <a:cubicBezTo>
                    <a:pt x="170147" y="194170"/>
                    <a:pt x="171311" y="195769"/>
                    <a:pt x="172767" y="197222"/>
                  </a:cubicBezTo>
                  <a:cubicBezTo>
                    <a:pt x="176163" y="200517"/>
                    <a:pt x="180578" y="202164"/>
                    <a:pt x="184993" y="202164"/>
                  </a:cubicBezTo>
                  <a:cubicBezTo>
                    <a:pt x="189262" y="202164"/>
                    <a:pt x="193483" y="200662"/>
                    <a:pt x="196831" y="197610"/>
                  </a:cubicBezTo>
                  <a:cubicBezTo>
                    <a:pt x="196879" y="197562"/>
                    <a:pt x="196928" y="197465"/>
                    <a:pt x="196976" y="197416"/>
                  </a:cubicBezTo>
                  <a:cubicBezTo>
                    <a:pt x="197170" y="197271"/>
                    <a:pt x="197316" y="197126"/>
                    <a:pt x="197510" y="196932"/>
                  </a:cubicBezTo>
                  <a:cubicBezTo>
                    <a:pt x="204254" y="190053"/>
                    <a:pt x="204108" y="178958"/>
                    <a:pt x="197219" y="172224"/>
                  </a:cubicBezTo>
                  <a:cubicBezTo>
                    <a:pt x="195327" y="170384"/>
                    <a:pt x="193144" y="169075"/>
                    <a:pt x="190815" y="168252"/>
                  </a:cubicBezTo>
                  <a:cubicBezTo>
                    <a:pt x="188971" y="167622"/>
                    <a:pt x="186982" y="167283"/>
                    <a:pt x="184993" y="167283"/>
                  </a:cubicBezTo>
                  <a:close/>
                  <a:moveTo>
                    <a:pt x="411880" y="162089"/>
                  </a:moveTo>
                  <a:cubicBezTo>
                    <a:pt x="419109" y="162089"/>
                    <a:pt x="424932" y="167902"/>
                    <a:pt x="424932" y="175072"/>
                  </a:cubicBezTo>
                  <a:lnTo>
                    <a:pt x="426096" y="194401"/>
                  </a:lnTo>
                  <a:cubicBezTo>
                    <a:pt x="448658" y="199391"/>
                    <a:pt x="469765" y="208208"/>
                    <a:pt x="488688" y="220222"/>
                  </a:cubicBezTo>
                  <a:lnTo>
                    <a:pt x="503196" y="207384"/>
                  </a:lnTo>
                  <a:cubicBezTo>
                    <a:pt x="505719" y="204817"/>
                    <a:pt x="509067" y="203557"/>
                    <a:pt x="512415" y="203557"/>
                  </a:cubicBezTo>
                  <a:cubicBezTo>
                    <a:pt x="515714" y="203557"/>
                    <a:pt x="519062" y="204817"/>
                    <a:pt x="521585" y="207336"/>
                  </a:cubicBezTo>
                  <a:lnTo>
                    <a:pt x="561324" y="246963"/>
                  </a:lnTo>
                  <a:cubicBezTo>
                    <a:pt x="566419" y="252050"/>
                    <a:pt x="566419" y="260237"/>
                    <a:pt x="561324" y="265323"/>
                  </a:cubicBezTo>
                  <a:lnTo>
                    <a:pt x="548466" y="279857"/>
                  </a:lnTo>
                  <a:cubicBezTo>
                    <a:pt x="560548" y="298701"/>
                    <a:pt x="569427" y="319726"/>
                    <a:pt x="574473" y="342253"/>
                  </a:cubicBezTo>
                  <a:lnTo>
                    <a:pt x="593833" y="343415"/>
                  </a:lnTo>
                  <a:cubicBezTo>
                    <a:pt x="601014" y="343415"/>
                    <a:pt x="606837" y="349229"/>
                    <a:pt x="606837" y="356398"/>
                  </a:cubicBezTo>
                  <a:lnTo>
                    <a:pt x="606885" y="412448"/>
                  </a:lnTo>
                  <a:cubicBezTo>
                    <a:pt x="606885" y="419666"/>
                    <a:pt x="601063" y="425480"/>
                    <a:pt x="593882" y="425480"/>
                  </a:cubicBezTo>
                  <a:lnTo>
                    <a:pt x="574522" y="426642"/>
                  </a:lnTo>
                  <a:cubicBezTo>
                    <a:pt x="569573" y="449169"/>
                    <a:pt x="560693" y="470242"/>
                    <a:pt x="548660" y="489135"/>
                  </a:cubicBezTo>
                  <a:lnTo>
                    <a:pt x="561567" y="503620"/>
                  </a:lnTo>
                  <a:cubicBezTo>
                    <a:pt x="566661" y="508707"/>
                    <a:pt x="566661" y="516894"/>
                    <a:pt x="561567" y="521980"/>
                  </a:cubicBezTo>
                  <a:lnTo>
                    <a:pt x="521877" y="561656"/>
                  </a:lnTo>
                  <a:cubicBezTo>
                    <a:pt x="519353" y="564224"/>
                    <a:pt x="516005" y="565483"/>
                    <a:pt x="512706" y="565483"/>
                  </a:cubicBezTo>
                  <a:cubicBezTo>
                    <a:pt x="509358" y="565483"/>
                    <a:pt x="506010" y="564224"/>
                    <a:pt x="503487" y="561704"/>
                  </a:cubicBezTo>
                  <a:lnTo>
                    <a:pt x="488931" y="548867"/>
                  </a:lnTo>
                  <a:cubicBezTo>
                    <a:pt x="470056" y="560881"/>
                    <a:pt x="448998" y="569795"/>
                    <a:pt x="426436" y="574784"/>
                  </a:cubicBezTo>
                  <a:lnTo>
                    <a:pt x="425271" y="594114"/>
                  </a:lnTo>
                  <a:cubicBezTo>
                    <a:pt x="425271" y="601283"/>
                    <a:pt x="419449" y="607097"/>
                    <a:pt x="412268" y="607097"/>
                  </a:cubicBezTo>
                  <a:lnTo>
                    <a:pt x="356129" y="607145"/>
                  </a:lnTo>
                  <a:cubicBezTo>
                    <a:pt x="348948" y="607145"/>
                    <a:pt x="343125" y="601332"/>
                    <a:pt x="343077" y="594162"/>
                  </a:cubicBezTo>
                  <a:lnTo>
                    <a:pt x="341912" y="574833"/>
                  </a:lnTo>
                  <a:cubicBezTo>
                    <a:pt x="319350" y="569891"/>
                    <a:pt x="298243" y="561026"/>
                    <a:pt x="279369" y="549012"/>
                  </a:cubicBezTo>
                  <a:lnTo>
                    <a:pt x="264813" y="561898"/>
                  </a:lnTo>
                  <a:cubicBezTo>
                    <a:pt x="262289" y="564417"/>
                    <a:pt x="258941" y="565677"/>
                    <a:pt x="255642" y="565677"/>
                  </a:cubicBezTo>
                  <a:cubicBezTo>
                    <a:pt x="252294" y="565677"/>
                    <a:pt x="248946" y="564417"/>
                    <a:pt x="246423" y="561898"/>
                  </a:cubicBezTo>
                  <a:lnTo>
                    <a:pt x="206684" y="522319"/>
                  </a:lnTo>
                  <a:cubicBezTo>
                    <a:pt x="201590" y="517233"/>
                    <a:pt x="201590" y="508997"/>
                    <a:pt x="206684" y="503911"/>
                  </a:cubicBezTo>
                  <a:lnTo>
                    <a:pt x="219542" y="489377"/>
                  </a:lnTo>
                  <a:cubicBezTo>
                    <a:pt x="207461" y="470581"/>
                    <a:pt x="198581" y="449508"/>
                    <a:pt x="193584" y="426981"/>
                  </a:cubicBezTo>
                  <a:lnTo>
                    <a:pt x="174224" y="425819"/>
                  </a:lnTo>
                  <a:lnTo>
                    <a:pt x="174175" y="425819"/>
                  </a:lnTo>
                  <a:cubicBezTo>
                    <a:pt x="166994" y="425819"/>
                    <a:pt x="161172" y="420005"/>
                    <a:pt x="161172" y="412836"/>
                  </a:cubicBezTo>
                  <a:lnTo>
                    <a:pt x="161123" y="385465"/>
                  </a:lnTo>
                  <a:lnTo>
                    <a:pt x="161123" y="377326"/>
                  </a:lnTo>
                  <a:lnTo>
                    <a:pt x="161123" y="369139"/>
                  </a:lnTo>
                  <a:lnTo>
                    <a:pt x="161123" y="356786"/>
                  </a:lnTo>
                  <a:cubicBezTo>
                    <a:pt x="161123" y="349616"/>
                    <a:pt x="166946" y="343803"/>
                    <a:pt x="174127" y="343754"/>
                  </a:cubicBezTo>
                  <a:lnTo>
                    <a:pt x="193487" y="342592"/>
                  </a:lnTo>
                  <a:cubicBezTo>
                    <a:pt x="194748" y="336972"/>
                    <a:pt x="196204" y="331498"/>
                    <a:pt x="197902" y="326072"/>
                  </a:cubicBezTo>
                  <a:cubicBezTo>
                    <a:pt x="200619" y="317498"/>
                    <a:pt x="203919" y="309165"/>
                    <a:pt x="207703" y="301124"/>
                  </a:cubicBezTo>
                  <a:cubicBezTo>
                    <a:pt x="209208" y="297975"/>
                    <a:pt x="210809" y="294874"/>
                    <a:pt x="212458" y="291774"/>
                  </a:cubicBezTo>
                  <a:cubicBezTo>
                    <a:pt x="214351" y="288334"/>
                    <a:pt x="216340" y="284943"/>
                    <a:pt x="218426" y="281601"/>
                  </a:cubicBezTo>
                  <a:cubicBezTo>
                    <a:pt x="218766" y="281116"/>
                    <a:pt x="219057" y="280632"/>
                    <a:pt x="219348" y="280147"/>
                  </a:cubicBezTo>
                  <a:lnTo>
                    <a:pt x="206490" y="265614"/>
                  </a:lnTo>
                  <a:cubicBezTo>
                    <a:pt x="205326" y="264500"/>
                    <a:pt x="204452" y="263192"/>
                    <a:pt x="203822" y="261787"/>
                  </a:cubicBezTo>
                  <a:cubicBezTo>
                    <a:pt x="202220" y="258251"/>
                    <a:pt x="202269" y="254181"/>
                    <a:pt x="204016" y="250693"/>
                  </a:cubicBezTo>
                  <a:cubicBezTo>
                    <a:pt x="204598" y="249434"/>
                    <a:pt x="205423" y="248271"/>
                    <a:pt x="206442" y="247254"/>
                  </a:cubicBezTo>
                  <a:lnTo>
                    <a:pt x="209208" y="244492"/>
                  </a:lnTo>
                  <a:lnTo>
                    <a:pt x="245744" y="207966"/>
                  </a:lnTo>
                  <a:lnTo>
                    <a:pt x="246132" y="207578"/>
                  </a:lnTo>
                  <a:cubicBezTo>
                    <a:pt x="248121" y="205592"/>
                    <a:pt x="250596" y="204381"/>
                    <a:pt x="253216" y="203945"/>
                  </a:cubicBezTo>
                  <a:cubicBezTo>
                    <a:pt x="253895" y="203848"/>
                    <a:pt x="254623" y="203751"/>
                    <a:pt x="255351" y="203751"/>
                  </a:cubicBezTo>
                  <a:cubicBezTo>
                    <a:pt x="258650" y="203751"/>
                    <a:pt x="261998" y="205059"/>
                    <a:pt x="264521" y="207578"/>
                  </a:cubicBezTo>
                  <a:lnTo>
                    <a:pt x="279078" y="220416"/>
                  </a:lnTo>
                  <a:cubicBezTo>
                    <a:pt x="279563" y="220077"/>
                    <a:pt x="280097" y="219737"/>
                    <a:pt x="280630" y="219447"/>
                  </a:cubicBezTo>
                  <a:cubicBezTo>
                    <a:pt x="281019" y="219205"/>
                    <a:pt x="281407" y="218962"/>
                    <a:pt x="281795" y="218720"/>
                  </a:cubicBezTo>
                  <a:cubicBezTo>
                    <a:pt x="285143" y="216637"/>
                    <a:pt x="288539" y="214699"/>
                    <a:pt x="292033" y="212810"/>
                  </a:cubicBezTo>
                  <a:cubicBezTo>
                    <a:pt x="295138" y="211163"/>
                    <a:pt x="298243" y="209613"/>
                    <a:pt x="301446" y="208111"/>
                  </a:cubicBezTo>
                  <a:cubicBezTo>
                    <a:pt x="309258" y="204478"/>
                    <a:pt x="317361" y="201329"/>
                    <a:pt x="325755" y="198713"/>
                  </a:cubicBezTo>
                  <a:cubicBezTo>
                    <a:pt x="330947" y="197066"/>
                    <a:pt x="336235" y="195661"/>
                    <a:pt x="341573" y="194498"/>
                  </a:cubicBezTo>
                  <a:lnTo>
                    <a:pt x="342737" y="175169"/>
                  </a:lnTo>
                  <a:cubicBezTo>
                    <a:pt x="342737" y="167951"/>
                    <a:pt x="348560" y="162137"/>
                    <a:pt x="355741" y="162137"/>
                  </a:cubicBezTo>
                  <a:lnTo>
                    <a:pt x="369472" y="162137"/>
                  </a:lnTo>
                  <a:lnTo>
                    <a:pt x="377575" y="162137"/>
                  </a:lnTo>
                  <a:lnTo>
                    <a:pt x="385630" y="162137"/>
                  </a:lnTo>
                  <a:close/>
                  <a:moveTo>
                    <a:pt x="180481" y="66177"/>
                  </a:moveTo>
                  <a:cubicBezTo>
                    <a:pt x="168837" y="66661"/>
                    <a:pt x="157241" y="68793"/>
                    <a:pt x="146082" y="72620"/>
                  </a:cubicBezTo>
                  <a:cubicBezTo>
                    <a:pt x="140843" y="74461"/>
                    <a:pt x="135748" y="76641"/>
                    <a:pt x="130751" y="79160"/>
                  </a:cubicBezTo>
                  <a:cubicBezTo>
                    <a:pt x="119641" y="84877"/>
                    <a:pt x="109259" y="92386"/>
                    <a:pt x="100041" y="101784"/>
                  </a:cubicBezTo>
                  <a:cubicBezTo>
                    <a:pt x="90871" y="111183"/>
                    <a:pt x="83545" y="121744"/>
                    <a:pt x="78111" y="132935"/>
                  </a:cubicBezTo>
                  <a:cubicBezTo>
                    <a:pt x="75637" y="137973"/>
                    <a:pt x="73599" y="143157"/>
                    <a:pt x="71901" y="148389"/>
                  </a:cubicBezTo>
                  <a:cubicBezTo>
                    <a:pt x="68214" y="159919"/>
                    <a:pt x="66322" y="171885"/>
                    <a:pt x="66225" y="183851"/>
                  </a:cubicBezTo>
                  <a:lnTo>
                    <a:pt x="82235" y="180460"/>
                  </a:lnTo>
                  <a:lnTo>
                    <a:pt x="152438" y="165684"/>
                  </a:lnTo>
                  <a:cubicBezTo>
                    <a:pt x="153991" y="163117"/>
                    <a:pt x="155834" y="160646"/>
                    <a:pt x="158017" y="158417"/>
                  </a:cubicBezTo>
                  <a:cubicBezTo>
                    <a:pt x="159909" y="156480"/>
                    <a:pt x="161996" y="154784"/>
                    <a:pt x="164131" y="153331"/>
                  </a:cubicBezTo>
                  <a:lnTo>
                    <a:pt x="177473" y="82212"/>
                  </a:lnTo>
                  <a:close/>
                  <a:moveTo>
                    <a:pt x="206194" y="0"/>
                  </a:moveTo>
                  <a:cubicBezTo>
                    <a:pt x="206243" y="0"/>
                    <a:pt x="206243" y="0"/>
                    <a:pt x="206291" y="0"/>
                  </a:cubicBezTo>
                  <a:cubicBezTo>
                    <a:pt x="212210" y="0"/>
                    <a:pt x="217013" y="4748"/>
                    <a:pt x="217111" y="10658"/>
                  </a:cubicBezTo>
                  <a:lnTo>
                    <a:pt x="218226" y="26694"/>
                  </a:lnTo>
                  <a:cubicBezTo>
                    <a:pt x="236420" y="30472"/>
                    <a:pt x="254080" y="37400"/>
                    <a:pt x="270333" y="47525"/>
                  </a:cubicBezTo>
                  <a:lnTo>
                    <a:pt x="282268" y="36722"/>
                  </a:lnTo>
                  <a:cubicBezTo>
                    <a:pt x="284354" y="34590"/>
                    <a:pt x="287168" y="33524"/>
                    <a:pt x="289982" y="33524"/>
                  </a:cubicBezTo>
                  <a:cubicBezTo>
                    <a:pt x="292699" y="33524"/>
                    <a:pt x="295416" y="34542"/>
                    <a:pt x="297502" y="36577"/>
                  </a:cubicBezTo>
                  <a:lnTo>
                    <a:pt x="330784" y="69084"/>
                  </a:lnTo>
                  <a:cubicBezTo>
                    <a:pt x="335053" y="73201"/>
                    <a:pt x="335150" y="80032"/>
                    <a:pt x="330978" y="84296"/>
                  </a:cubicBezTo>
                  <a:lnTo>
                    <a:pt x="320450" y="96455"/>
                  </a:lnTo>
                  <a:cubicBezTo>
                    <a:pt x="330929" y="112442"/>
                    <a:pt x="338255" y="129883"/>
                    <a:pt x="342476" y="147953"/>
                  </a:cubicBezTo>
                  <a:cubicBezTo>
                    <a:pt x="342476" y="147953"/>
                    <a:pt x="337964" y="151732"/>
                    <a:pt x="335150" y="154542"/>
                  </a:cubicBezTo>
                  <a:cubicBezTo>
                    <a:pt x="329765" y="159919"/>
                    <a:pt x="326757" y="167041"/>
                    <a:pt x="326611" y="174598"/>
                  </a:cubicBezTo>
                  <a:lnTo>
                    <a:pt x="326320" y="179394"/>
                  </a:lnTo>
                  <a:lnTo>
                    <a:pt x="326175" y="181720"/>
                  </a:lnTo>
                  <a:cubicBezTo>
                    <a:pt x="318509" y="183900"/>
                    <a:pt x="311038" y="186516"/>
                    <a:pt x="303663" y="189520"/>
                  </a:cubicBezTo>
                  <a:cubicBezTo>
                    <a:pt x="304294" y="174792"/>
                    <a:pt x="302111" y="159919"/>
                    <a:pt x="297259" y="145870"/>
                  </a:cubicBezTo>
                  <a:cubicBezTo>
                    <a:pt x="295464" y="140638"/>
                    <a:pt x="293281" y="135503"/>
                    <a:pt x="290710" y="130561"/>
                  </a:cubicBezTo>
                  <a:cubicBezTo>
                    <a:pt x="285033" y="119467"/>
                    <a:pt x="277465" y="109100"/>
                    <a:pt x="268052" y="99895"/>
                  </a:cubicBezTo>
                  <a:cubicBezTo>
                    <a:pt x="258640" y="90739"/>
                    <a:pt x="248064" y="83423"/>
                    <a:pt x="236857" y="77998"/>
                  </a:cubicBezTo>
                  <a:cubicBezTo>
                    <a:pt x="235450" y="77319"/>
                    <a:pt x="234043" y="76641"/>
                    <a:pt x="232636" y="76060"/>
                  </a:cubicBezTo>
                  <a:lnTo>
                    <a:pt x="215412" y="162390"/>
                  </a:lnTo>
                  <a:cubicBezTo>
                    <a:pt x="220410" y="169221"/>
                    <a:pt x="222884" y="177360"/>
                    <a:pt x="222690" y="185450"/>
                  </a:cubicBezTo>
                  <a:lnTo>
                    <a:pt x="234237" y="196690"/>
                  </a:lnTo>
                  <a:lnTo>
                    <a:pt x="197704" y="233218"/>
                  </a:lnTo>
                  <a:lnTo>
                    <a:pt x="186594" y="222366"/>
                  </a:lnTo>
                  <a:cubicBezTo>
                    <a:pt x="186060" y="222366"/>
                    <a:pt x="185527" y="222366"/>
                    <a:pt x="184993" y="222366"/>
                  </a:cubicBezTo>
                  <a:cubicBezTo>
                    <a:pt x="177812" y="222366"/>
                    <a:pt x="170632" y="220331"/>
                    <a:pt x="164373" y="216262"/>
                  </a:cubicBezTo>
                  <a:lnTo>
                    <a:pt x="77675" y="235591"/>
                  </a:lnTo>
                  <a:cubicBezTo>
                    <a:pt x="78160" y="236706"/>
                    <a:pt x="78742" y="237820"/>
                    <a:pt x="79276" y="238886"/>
                  </a:cubicBezTo>
                  <a:cubicBezTo>
                    <a:pt x="85001" y="249980"/>
                    <a:pt x="92569" y="260347"/>
                    <a:pt x="101981" y="269552"/>
                  </a:cubicBezTo>
                  <a:cubicBezTo>
                    <a:pt x="111393" y="278757"/>
                    <a:pt x="121921" y="286023"/>
                    <a:pt x="133177" y="291498"/>
                  </a:cubicBezTo>
                  <a:cubicBezTo>
                    <a:pt x="138174" y="293920"/>
                    <a:pt x="143365" y="295955"/>
                    <a:pt x="148605" y="297650"/>
                  </a:cubicBezTo>
                  <a:cubicBezTo>
                    <a:pt x="160443" y="301429"/>
                    <a:pt x="172718" y="303319"/>
                    <a:pt x="184993" y="303319"/>
                  </a:cubicBezTo>
                  <a:cubicBezTo>
                    <a:pt x="186351" y="303319"/>
                    <a:pt x="187710" y="303319"/>
                    <a:pt x="189117" y="303270"/>
                  </a:cubicBezTo>
                  <a:cubicBezTo>
                    <a:pt x="185915" y="310876"/>
                    <a:pt x="183149" y="318676"/>
                    <a:pt x="180917" y="326669"/>
                  </a:cubicBezTo>
                  <a:cubicBezTo>
                    <a:pt x="180820" y="326863"/>
                    <a:pt x="180772" y="327009"/>
                    <a:pt x="180723" y="327202"/>
                  </a:cubicBezTo>
                  <a:lnTo>
                    <a:pt x="173592" y="327638"/>
                  </a:lnTo>
                  <a:cubicBezTo>
                    <a:pt x="166023" y="327784"/>
                    <a:pt x="158891" y="330836"/>
                    <a:pt x="153505" y="336213"/>
                  </a:cubicBezTo>
                  <a:cubicBezTo>
                    <a:pt x="151710" y="338006"/>
                    <a:pt x="150206" y="339992"/>
                    <a:pt x="148945" y="342172"/>
                  </a:cubicBezTo>
                  <a:cubicBezTo>
                    <a:pt x="131770" y="338248"/>
                    <a:pt x="115081" y="331514"/>
                    <a:pt x="99652" y="321922"/>
                  </a:cubicBezTo>
                  <a:lnTo>
                    <a:pt x="87766" y="332725"/>
                  </a:lnTo>
                  <a:cubicBezTo>
                    <a:pt x="85631" y="334857"/>
                    <a:pt x="82817" y="335971"/>
                    <a:pt x="80052" y="335971"/>
                  </a:cubicBezTo>
                  <a:cubicBezTo>
                    <a:pt x="77335" y="335971"/>
                    <a:pt x="74570" y="334954"/>
                    <a:pt x="72483" y="332870"/>
                  </a:cubicBezTo>
                  <a:lnTo>
                    <a:pt x="39201" y="300412"/>
                  </a:lnTo>
                  <a:cubicBezTo>
                    <a:pt x="34932" y="296245"/>
                    <a:pt x="34883" y="289415"/>
                    <a:pt x="39056" y="285151"/>
                  </a:cubicBezTo>
                  <a:lnTo>
                    <a:pt x="49584" y="272992"/>
                  </a:lnTo>
                  <a:cubicBezTo>
                    <a:pt x="39104" y="257004"/>
                    <a:pt x="31730" y="239564"/>
                    <a:pt x="27509" y="221494"/>
                  </a:cubicBezTo>
                  <a:lnTo>
                    <a:pt x="11450" y="220719"/>
                  </a:lnTo>
                  <a:cubicBezTo>
                    <a:pt x="11402" y="220719"/>
                    <a:pt x="11353" y="220719"/>
                    <a:pt x="11305" y="220719"/>
                  </a:cubicBezTo>
                  <a:cubicBezTo>
                    <a:pt x="5434" y="220719"/>
                    <a:pt x="582" y="215971"/>
                    <a:pt x="534" y="210061"/>
                  </a:cubicBezTo>
                  <a:lnTo>
                    <a:pt x="0" y="163601"/>
                  </a:lnTo>
                  <a:cubicBezTo>
                    <a:pt x="-48" y="157642"/>
                    <a:pt x="4706" y="152749"/>
                    <a:pt x="10674" y="152701"/>
                  </a:cubicBezTo>
                  <a:lnTo>
                    <a:pt x="26733" y="151538"/>
                  </a:lnTo>
                  <a:cubicBezTo>
                    <a:pt x="30517" y="133371"/>
                    <a:pt x="37503" y="115737"/>
                    <a:pt x="47595" y="99507"/>
                  </a:cubicBezTo>
                  <a:lnTo>
                    <a:pt x="36824" y="87638"/>
                  </a:lnTo>
                  <a:cubicBezTo>
                    <a:pt x="32555" y="83472"/>
                    <a:pt x="32458" y="76641"/>
                    <a:pt x="36630" y="72378"/>
                  </a:cubicBezTo>
                  <a:lnTo>
                    <a:pt x="69184" y="39144"/>
                  </a:lnTo>
                  <a:cubicBezTo>
                    <a:pt x="71270" y="37013"/>
                    <a:pt x="74084" y="35898"/>
                    <a:pt x="76898" y="35898"/>
                  </a:cubicBezTo>
                  <a:cubicBezTo>
                    <a:pt x="79615" y="35898"/>
                    <a:pt x="82332" y="36916"/>
                    <a:pt x="84418" y="38999"/>
                  </a:cubicBezTo>
                  <a:lnTo>
                    <a:pt x="96596" y="49512"/>
                  </a:lnTo>
                  <a:cubicBezTo>
                    <a:pt x="112606" y="38999"/>
                    <a:pt x="130121" y="31683"/>
                    <a:pt x="148169" y="27469"/>
                  </a:cubicBezTo>
                  <a:lnTo>
                    <a:pt x="148993" y="11433"/>
                  </a:lnTo>
                  <a:cubicBezTo>
                    <a:pt x="148896" y="5474"/>
                    <a:pt x="153699" y="581"/>
                    <a:pt x="159667" y="533"/>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pic>
        <p:nvPicPr>
          <p:cNvPr id="24" name="Imagen 23">
            <a:extLst>
              <a:ext uri="{FF2B5EF4-FFF2-40B4-BE49-F238E27FC236}">
                <a16:creationId xmlns:a16="http://schemas.microsoft.com/office/drawing/2014/main" id="{209127CF-47F5-D006-B338-43261EAF809C}"/>
              </a:ext>
            </a:extLst>
          </p:cNvPr>
          <p:cNvPicPr>
            <a:picLocks noChangeAspect="1"/>
          </p:cNvPicPr>
          <p:nvPr/>
        </p:nvPicPr>
        <p:blipFill>
          <a:blip r:embed="rId3"/>
          <a:stretch>
            <a:fillRect/>
          </a:stretch>
        </p:blipFill>
        <p:spPr>
          <a:xfrm>
            <a:off x="662216" y="755143"/>
            <a:ext cx="5831937" cy="47901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07B7EDB-D7A2-9956-A52D-02557D535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
            <a:ext cx="12192000" cy="6858001"/>
          </a:xfrm>
          <a:prstGeom prst="rect">
            <a:avLst/>
          </a:prstGeom>
        </p:spPr>
      </p:pic>
      <p:sp>
        <p:nvSpPr>
          <p:cNvPr id="7" name="标题 1"/>
          <p:cNvSpPr txBox="1"/>
          <p:nvPr/>
        </p:nvSpPr>
        <p:spPr>
          <a:xfrm flipV="1">
            <a:off x="2911053" y="5049221"/>
            <a:ext cx="555044" cy="335426"/>
          </a:xfrm>
          <a:custGeom>
            <a:avLst/>
            <a:gdLst>
              <a:gd name="connsiteX0" fmla="*/ 416283 w 555044"/>
              <a:gd name="connsiteY0" fmla="*/ 0 h 335426"/>
              <a:gd name="connsiteX1" fmla="*/ 416283 w 555044"/>
              <a:gd name="connsiteY1" fmla="*/ 164112 h 335426"/>
              <a:gd name="connsiteX2" fmla="*/ 555044 w 555044"/>
              <a:gd name="connsiteY2" fmla="*/ 164112 h 335426"/>
              <a:gd name="connsiteX3" fmla="*/ 277522 w 555044"/>
              <a:gd name="connsiteY3" fmla="*/ 335426 h 335426"/>
              <a:gd name="connsiteX4" fmla="*/ 0 w 555044"/>
              <a:gd name="connsiteY4" fmla="*/ 164112 h 335426"/>
              <a:gd name="connsiteX5" fmla="*/ 138761 w 555044"/>
              <a:gd name="connsiteY5" fmla="*/ 164112 h 335426"/>
              <a:gd name="connsiteX6" fmla="*/ 138761 w 555044"/>
              <a:gd name="connsiteY6" fmla="*/ 0 h 335426"/>
              <a:gd name="connsiteX7" fmla="*/ 204577 w 555044"/>
              <a:gd name="connsiteY7" fmla="*/ 20431 h 335426"/>
              <a:gd name="connsiteX8" fmla="*/ 277522 w 555044"/>
              <a:gd name="connsiteY8" fmla="*/ 27784 h 335426"/>
              <a:gd name="connsiteX9" fmla="*/ 350468 w 555044"/>
              <a:gd name="connsiteY9" fmla="*/ 20431 h 335426"/>
            </a:gdLst>
            <a:ahLst/>
            <a:cxnLst/>
            <a:rect l="l" t="t" r="r" b="b"/>
            <a:pathLst>
              <a:path w="555044" h="335426">
                <a:moveTo>
                  <a:pt x="416283" y="0"/>
                </a:moveTo>
                <a:lnTo>
                  <a:pt x="416283" y="164112"/>
                </a:lnTo>
                <a:lnTo>
                  <a:pt x="555044" y="164112"/>
                </a:lnTo>
                <a:lnTo>
                  <a:pt x="277522" y="335426"/>
                </a:lnTo>
                <a:lnTo>
                  <a:pt x="0" y="164112"/>
                </a:lnTo>
                <a:lnTo>
                  <a:pt x="138761" y="164112"/>
                </a:lnTo>
                <a:lnTo>
                  <a:pt x="138761" y="0"/>
                </a:lnTo>
                <a:lnTo>
                  <a:pt x="204577" y="20431"/>
                </a:lnTo>
                <a:cubicBezTo>
                  <a:pt x="228139" y="25252"/>
                  <a:pt x="252535" y="27784"/>
                  <a:pt x="277522" y="27784"/>
                </a:cubicBezTo>
                <a:cubicBezTo>
                  <a:pt x="302509" y="27784"/>
                  <a:pt x="326905" y="25252"/>
                  <a:pt x="350468" y="2043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673101" y="1286050"/>
            <a:ext cx="5040000" cy="3600000"/>
          </a:xfrm>
          <a:prstGeom prst="roundRect">
            <a:avLst>
              <a:gd name="adj" fmla="val 8402"/>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673101" y="1286051"/>
            <a:ext cx="5040000" cy="803350"/>
          </a:xfrm>
          <a:custGeom>
            <a:avLst/>
            <a:gdLst>
              <a:gd name="connsiteX0" fmla="*/ 179175 w 2132525"/>
              <a:gd name="connsiteY0" fmla="*/ 0 h 539570"/>
              <a:gd name="connsiteX1" fmla="*/ 1953350 w 2132525"/>
              <a:gd name="connsiteY1" fmla="*/ 0 h 539570"/>
              <a:gd name="connsiteX2" fmla="*/ 2132525 w 2132525"/>
              <a:gd name="connsiteY2" fmla="*/ 179175 h 539570"/>
              <a:gd name="connsiteX3" fmla="*/ 2132525 w 2132525"/>
              <a:gd name="connsiteY3" fmla="*/ 539570 h 539570"/>
              <a:gd name="connsiteX4" fmla="*/ 0 w 2132525"/>
              <a:gd name="connsiteY4" fmla="*/ 539570 h 539570"/>
              <a:gd name="connsiteX5" fmla="*/ 0 w 2132525"/>
              <a:gd name="connsiteY5" fmla="*/ 179175 h 539570"/>
              <a:gd name="connsiteX6" fmla="*/ 179175 w 2132525"/>
              <a:gd name="connsiteY6" fmla="*/ 0 h 539570"/>
            </a:gdLst>
            <a:ahLst/>
            <a:cxnLst/>
            <a:rect l="l" t="t" r="r" b="b"/>
            <a:pathLst>
              <a:path w="2132525" h="539570">
                <a:moveTo>
                  <a:pt x="179175" y="0"/>
                </a:moveTo>
                <a:lnTo>
                  <a:pt x="1953350" y="0"/>
                </a:lnTo>
                <a:cubicBezTo>
                  <a:pt x="2052306" y="0"/>
                  <a:pt x="2132525" y="80219"/>
                  <a:pt x="2132525" y="179175"/>
                </a:cubicBezTo>
                <a:lnTo>
                  <a:pt x="2132525" y="539570"/>
                </a:lnTo>
                <a:lnTo>
                  <a:pt x="0" y="539570"/>
                </a:lnTo>
                <a:lnTo>
                  <a:pt x="0" y="179175"/>
                </a:lnTo>
                <a:cubicBezTo>
                  <a:pt x="0" y="80219"/>
                  <a:pt x="80219" y="0"/>
                  <a:pt x="179175" y="0"/>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6478900" y="1272864"/>
            <a:ext cx="5040000" cy="3600000"/>
          </a:xfrm>
          <a:prstGeom prst="roundRect">
            <a:avLst>
              <a:gd name="adj" fmla="val 8402"/>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6478900" y="1272865"/>
            <a:ext cx="5040000" cy="803350"/>
          </a:xfrm>
          <a:custGeom>
            <a:avLst/>
            <a:gdLst>
              <a:gd name="connsiteX0" fmla="*/ 179175 w 2132525"/>
              <a:gd name="connsiteY0" fmla="*/ 0 h 539570"/>
              <a:gd name="connsiteX1" fmla="*/ 1953350 w 2132525"/>
              <a:gd name="connsiteY1" fmla="*/ 0 h 539570"/>
              <a:gd name="connsiteX2" fmla="*/ 2132525 w 2132525"/>
              <a:gd name="connsiteY2" fmla="*/ 179175 h 539570"/>
              <a:gd name="connsiteX3" fmla="*/ 2132525 w 2132525"/>
              <a:gd name="connsiteY3" fmla="*/ 539570 h 539570"/>
              <a:gd name="connsiteX4" fmla="*/ 0 w 2132525"/>
              <a:gd name="connsiteY4" fmla="*/ 539570 h 539570"/>
              <a:gd name="connsiteX5" fmla="*/ 0 w 2132525"/>
              <a:gd name="connsiteY5" fmla="*/ 179175 h 539570"/>
              <a:gd name="connsiteX6" fmla="*/ 179175 w 2132525"/>
              <a:gd name="connsiteY6" fmla="*/ 0 h 539570"/>
            </a:gdLst>
            <a:ahLst/>
            <a:cxnLst/>
            <a:rect l="l" t="t" r="r" b="b"/>
            <a:pathLst>
              <a:path w="2132525" h="539570">
                <a:moveTo>
                  <a:pt x="179175" y="0"/>
                </a:moveTo>
                <a:lnTo>
                  <a:pt x="1953350" y="0"/>
                </a:lnTo>
                <a:cubicBezTo>
                  <a:pt x="2052306" y="0"/>
                  <a:pt x="2132525" y="80219"/>
                  <a:pt x="2132525" y="179175"/>
                </a:cubicBezTo>
                <a:lnTo>
                  <a:pt x="2132525" y="539570"/>
                </a:lnTo>
                <a:lnTo>
                  <a:pt x="0" y="539570"/>
                </a:lnTo>
                <a:lnTo>
                  <a:pt x="0" y="179175"/>
                </a:lnTo>
                <a:cubicBezTo>
                  <a:pt x="0" y="80219"/>
                  <a:pt x="80219" y="0"/>
                  <a:pt x="179175" y="0"/>
                </a:cubicBezTo>
                <a:close/>
              </a:path>
            </a:pathLst>
          </a:cu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7" name="标题 1"/>
          <p:cNvSpPr txBox="1"/>
          <p:nvPr/>
        </p:nvSpPr>
        <p:spPr>
          <a:xfrm>
            <a:off x="853101" y="1463720"/>
            <a:ext cx="4686300" cy="485140"/>
          </a:xfrm>
          <a:prstGeom prst="rect">
            <a:avLst/>
          </a:prstGeom>
          <a:noFill/>
          <a:ln cap="sq">
            <a:noFill/>
          </a:ln>
        </p:spPr>
        <p:txBody>
          <a:bodyPr vert="horz" wrap="square" lIns="0" tIns="45720" rIns="0" bIns="45720" rtlCol="0" anchor="ctr"/>
          <a:lstStyle/>
          <a:p>
            <a:pPr algn="ctr"/>
            <a:r>
              <a:rPr lang="es-MX" sz="1600" b="1" dirty="0"/>
              <a:t>¿Qué es un Centro de Cómputo?</a:t>
            </a:r>
            <a:endParaRPr kumimoji="1" lang="zh-CN" altLang="en-US" b="1" dirty="0"/>
          </a:p>
        </p:txBody>
      </p:sp>
      <p:sp>
        <p:nvSpPr>
          <p:cNvPr id="18" name="标题 1"/>
          <p:cNvSpPr txBox="1"/>
          <p:nvPr/>
        </p:nvSpPr>
        <p:spPr>
          <a:xfrm>
            <a:off x="854201" y="2191665"/>
            <a:ext cx="4684099" cy="4350563"/>
          </a:xfrm>
          <a:prstGeom prst="rect">
            <a:avLst/>
          </a:prstGeom>
          <a:noFill/>
          <a:ln cap="sq">
            <a:noFill/>
          </a:ln>
          <a:effectLst/>
        </p:spPr>
        <p:txBody>
          <a:bodyPr vert="horz" wrap="square" lIns="0" tIns="45720" rIns="0" bIns="45720" rtlCol="0" anchor="t"/>
          <a:lstStyle/>
          <a:p>
            <a:r>
              <a:rPr lang="es-MX" sz="1400" dirty="0">
                <a:latin typeface="Arial" panose="020B0604020202020204" pitchFamily="34" charset="0"/>
                <a:cs typeface="Arial" panose="020B0604020202020204" pitchFamily="34" charset="0"/>
              </a:rPr>
              <a:t>Imaginemos que una empresa es un cuerpo humano. El centro de cómputo sería su </a:t>
            </a:r>
            <a:r>
              <a:rPr lang="es-MX" sz="1400" b="1" dirty="0">
                <a:latin typeface="Arial" panose="020B0604020202020204" pitchFamily="34" charset="0"/>
                <a:cs typeface="Arial" panose="020B0604020202020204" pitchFamily="34" charset="0"/>
              </a:rPr>
              <a:t>cerebro y su sistema nervioso central</a:t>
            </a:r>
            <a:r>
              <a:rPr lang="es-MX" sz="1400" dirty="0">
                <a:latin typeface="Arial" panose="020B0604020202020204" pitchFamily="34" charset="0"/>
                <a:cs typeface="Arial" panose="020B0604020202020204" pitchFamily="34" charset="0"/>
              </a:rPr>
              <a:t>. </a:t>
            </a:r>
          </a:p>
          <a:p>
            <a:endParaRPr lang="es-MX" sz="1400" dirty="0">
              <a:latin typeface="Arial" panose="020B0604020202020204" pitchFamily="34" charset="0"/>
              <a:cs typeface="Arial" panose="020B0604020202020204" pitchFamily="34" charset="0"/>
            </a:endParaRPr>
          </a:p>
          <a:p>
            <a:r>
              <a:rPr lang="es-MX" sz="1400" dirty="0">
                <a:latin typeface="Arial" panose="020B0604020202020204" pitchFamily="34" charset="0"/>
                <a:cs typeface="Arial" panose="020B0604020202020204" pitchFamily="34" charset="0"/>
              </a:rPr>
              <a:t>Es el espacio físico y lógico donde se concentran, procesan y distribuyen todos los recursos de tecnología de la información (TI) de una organización.</a:t>
            </a:r>
          </a:p>
          <a:p>
            <a:r>
              <a:rPr lang="es-MX" sz="1400" dirty="0">
                <a:latin typeface="Arial" panose="020B0604020202020204" pitchFamily="34" charset="0"/>
                <a:cs typeface="Arial" panose="020B0604020202020204" pitchFamily="34" charset="0"/>
              </a:rPr>
              <a:t>No es solo un cuarto lleno de servidores. Es un ecosistema complejo que incluye:</a:t>
            </a:r>
          </a:p>
          <a:p>
            <a:endParaRPr lang="es-MX" sz="1400" dirty="0">
              <a:latin typeface="Arial" panose="020B0604020202020204" pitchFamily="34" charset="0"/>
              <a:cs typeface="Arial" panose="020B0604020202020204" pitchFamily="34" charset="0"/>
            </a:endParaRPr>
          </a:p>
          <a:p>
            <a:r>
              <a:rPr lang="es-MX" sz="1400" b="1" dirty="0">
                <a:latin typeface="Arial" panose="020B0604020202020204" pitchFamily="34" charset="0"/>
                <a:cs typeface="Arial" panose="020B0604020202020204" pitchFamily="34" charset="0"/>
              </a:rPr>
              <a:t>Hardware:</a:t>
            </a:r>
            <a:r>
              <a:rPr lang="es-MX" sz="1400" dirty="0">
                <a:latin typeface="Arial" panose="020B0604020202020204" pitchFamily="34" charset="0"/>
                <a:cs typeface="Arial" panose="020B0604020202020204" pitchFamily="34" charset="0"/>
              </a:rPr>
              <a:t> Servidores, sistemas de almacenamiento, equipos de red (</a:t>
            </a:r>
            <a:r>
              <a:rPr lang="es-MX" sz="1400" dirty="0" err="1">
                <a:latin typeface="Arial" panose="020B0604020202020204" pitchFamily="34" charset="0"/>
                <a:cs typeface="Arial" panose="020B0604020202020204" pitchFamily="34" charset="0"/>
              </a:rPr>
              <a:t>routers</a:t>
            </a:r>
            <a:r>
              <a:rPr lang="es-MX" sz="1400" dirty="0">
                <a:latin typeface="Arial" panose="020B0604020202020204" pitchFamily="34" charset="0"/>
                <a:cs typeface="Arial" panose="020B0604020202020204" pitchFamily="34" charset="0"/>
              </a:rPr>
              <a:t>, switches), y sistemas de respaldo.</a:t>
            </a:r>
          </a:p>
          <a:p>
            <a:endParaRPr lang="es-MX" sz="1400" dirty="0">
              <a:latin typeface="Arial" panose="020B0604020202020204" pitchFamily="34" charset="0"/>
              <a:cs typeface="Arial" panose="020B0604020202020204" pitchFamily="34" charset="0"/>
            </a:endParaRPr>
          </a:p>
          <a:p>
            <a:r>
              <a:rPr lang="es-MX" sz="1400" b="1" dirty="0">
                <a:latin typeface="Arial" panose="020B0604020202020204" pitchFamily="34" charset="0"/>
                <a:cs typeface="Arial" panose="020B0604020202020204" pitchFamily="34" charset="0"/>
              </a:rPr>
              <a:t>Software:</a:t>
            </a:r>
            <a:r>
              <a:rPr lang="es-MX" sz="1400" dirty="0">
                <a:latin typeface="Arial" panose="020B0604020202020204" pitchFamily="34" charset="0"/>
                <a:cs typeface="Arial" panose="020B0604020202020204" pitchFamily="34" charset="0"/>
              </a:rPr>
              <a:t> Sistemas operativos, bases de datos, aplicaciones empresariales (ERP, CRM) y herramientas de seguridad.</a:t>
            </a:r>
          </a:p>
          <a:p>
            <a:endParaRPr lang="es-MX" sz="1400" dirty="0">
              <a:latin typeface="Arial" panose="020B0604020202020204" pitchFamily="34" charset="0"/>
              <a:cs typeface="Arial" panose="020B0604020202020204" pitchFamily="34" charset="0"/>
            </a:endParaRPr>
          </a:p>
          <a:p>
            <a:r>
              <a:rPr lang="es-MX" sz="1400" b="1" dirty="0">
                <a:latin typeface="Arial" panose="020B0604020202020204" pitchFamily="34" charset="0"/>
                <a:cs typeface="Arial" panose="020B0604020202020204" pitchFamily="34" charset="0"/>
              </a:rPr>
              <a:t>Personal especializado:</a:t>
            </a:r>
            <a:r>
              <a:rPr lang="es-MX" sz="1400" dirty="0">
                <a:latin typeface="Arial" panose="020B0604020202020204" pitchFamily="34" charset="0"/>
                <a:cs typeface="Arial" panose="020B0604020202020204" pitchFamily="34" charset="0"/>
              </a:rPr>
              <a:t> El equipo humano que lo gestiona todo</a:t>
            </a:r>
            <a:r>
              <a:rPr lang="es-MX" sz="1100" dirty="0">
                <a:latin typeface="Arial" panose="020B0604020202020204" pitchFamily="34" charset="0"/>
                <a:cs typeface="Arial" panose="020B0604020202020204" pitchFamily="34" charset="0"/>
              </a:rPr>
              <a:t>. </a:t>
            </a:r>
          </a:p>
          <a:p>
            <a:endParaRPr lang="es-MX" altLang="zh-CN" sz="1100" dirty="0">
              <a:latin typeface="Arial" panose="020B0604020202020204" pitchFamily="34" charset="0"/>
              <a:cs typeface="Arial" panose="020B0604020202020204" pitchFamily="34" charset="0"/>
            </a:endParaRPr>
          </a:p>
          <a:p>
            <a:pPr algn="ctr"/>
            <a:endParaRPr kumimoji="1" lang="en-US" altLang="zh-CN" dirty="0">
              <a:ln w="12700">
                <a:noFill/>
              </a:ln>
              <a:solidFill>
                <a:srgbClr val="000000">
                  <a:alpha val="100000"/>
                </a:srgbClr>
              </a:solidFill>
              <a:latin typeface="Poppins"/>
              <a:ea typeface="Poppins"/>
              <a:cs typeface="Poppins"/>
            </a:endParaRPr>
          </a:p>
          <a:p>
            <a:endParaRPr kumimoji="1" lang="en-US" altLang="zh-CN" sz="1400" dirty="0">
              <a:ln w="12700">
                <a:noFill/>
              </a:ln>
              <a:solidFill>
                <a:srgbClr val="000000">
                  <a:alpha val="100000"/>
                </a:srgbClr>
              </a:solidFill>
              <a:latin typeface="Poppins"/>
              <a:ea typeface="Poppins"/>
              <a:cs typeface="Poppins"/>
            </a:endParaRPr>
          </a:p>
          <a:p>
            <a:pPr algn="ctr"/>
            <a:endParaRPr kumimoji="1" lang="en-US" altLang="zh-CN" sz="1400" dirty="0">
              <a:ln w="12700">
                <a:noFill/>
              </a:ln>
              <a:solidFill>
                <a:srgbClr val="000000">
                  <a:alpha val="100000"/>
                </a:srgbClr>
              </a:solidFill>
              <a:latin typeface="Poppins"/>
              <a:ea typeface="Poppins"/>
              <a:cs typeface="Poppins"/>
            </a:endParaRPr>
          </a:p>
        </p:txBody>
      </p:sp>
      <p:sp>
        <p:nvSpPr>
          <p:cNvPr id="19" name="标题 1"/>
          <p:cNvSpPr txBox="1"/>
          <p:nvPr/>
        </p:nvSpPr>
        <p:spPr>
          <a:xfrm>
            <a:off x="6658900" y="1463720"/>
            <a:ext cx="4686300" cy="485140"/>
          </a:xfrm>
          <a:prstGeom prst="rect">
            <a:avLst/>
          </a:prstGeom>
          <a:noFill/>
          <a:ln cap="sq">
            <a:noFill/>
          </a:ln>
        </p:spPr>
        <p:txBody>
          <a:bodyPr vert="horz" wrap="square" lIns="0" tIns="45720" rIns="0" bIns="45720" rtlCol="0" anchor="ctr"/>
          <a:lstStyle/>
          <a:p>
            <a:pPr algn="ctr"/>
            <a:r>
              <a:rPr kumimoji="1" lang="en-US" altLang="zh-CN" sz="1600">
                <a:ln w="12700">
                  <a:noFill/>
                </a:ln>
                <a:solidFill>
                  <a:srgbClr val="FFFFFF">
                    <a:alpha val="100000"/>
                  </a:srgbClr>
                </a:solidFill>
                <a:latin typeface="poppins-bold"/>
                <a:ea typeface="poppins-bold"/>
                <a:cs typeface="poppins-bold"/>
              </a:rPr>
              <a:t>Importancia en la empresa</a:t>
            </a:r>
            <a:endParaRPr kumimoji="1" lang="zh-CN" altLang="en-US"/>
          </a:p>
        </p:txBody>
      </p:sp>
      <p:sp>
        <p:nvSpPr>
          <p:cNvPr id="20" name="标题 1"/>
          <p:cNvSpPr txBox="1"/>
          <p:nvPr/>
        </p:nvSpPr>
        <p:spPr>
          <a:xfrm>
            <a:off x="6611450" y="1948860"/>
            <a:ext cx="4682200" cy="4046035"/>
          </a:xfrm>
          <a:prstGeom prst="rect">
            <a:avLst/>
          </a:prstGeom>
          <a:noFill/>
          <a:ln cap="sq">
            <a:noFill/>
          </a:ln>
          <a:effectLst/>
        </p:spPr>
        <p:txBody>
          <a:bodyPr vert="horz" wrap="square" lIns="0" tIns="45720" rIns="0" bIns="45720" rtlCol="0" anchor="t"/>
          <a:lstStyle/>
          <a:p>
            <a:pPr algn="ctr"/>
            <a:r>
              <a:rPr kumimoji="1" lang="en-US" altLang="zh-CN" sz="1400" dirty="0">
                <a:ln w="12700">
                  <a:noFill/>
                </a:ln>
                <a:solidFill>
                  <a:srgbClr val="000000">
                    <a:alpha val="100000"/>
                  </a:srgbClr>
                </a:solidFill>
                <a:latin typeface="Poppins"/>
                <a:ea typeface="Poppins"/>
                <a:cs typeface="Poppins"/>
              </a:rPr>
              <a:t>.</a:t>
            </a:r>
          </a:p>
          <a:p>
            <a:pPr algn="ctr"/>
            <a:endParaRPr kumimoji="1" lang="en-US" altLang="zh-CN" sz="1400" dirty="0">
              <a:ln w="12700">
                <a:noFill/>
              </a:ln>
              <a:solidFill>
                <a:srgbClr val="000000">
                  <a:alpha val="100000"/>
                </a:srgbClr>
              </a:solidFill>
              <a:latin typeface="Poppins"/>
              <a:ea typeface="Poppins"/>
              <a:cs typeface="Poppins"/>
            </a:endParaRPr>
          </a:p>
          <a:p>
            <a:pPr algn="ctr"/>
            <a:r>
              <a:rPr kumimoji="1" lang="es-MX" altLang="zh-CN" sz="1400" b="1" dirty="0">
                <a:ln w="12700">
                  <a:noFill/>
                </a:ln>
                <a:solidFill>
                  <a:srgbClr val="000000">
                    <a:alpha val="100000"/>
                  </a:srgbClr>
                </a:solidFill>
                <a:latin typeface="Arial" panose="020B0604020202020204" pitchFamily="34" charset="0"/>
                <a:ea typeface="Poppins"/>
                <a:cs typeface="Arial" panose="020B0604020202020204" pitchFamily="34" charset="0"/>
              </a:rPr>
              <a:t>Centralizar y gestionar la información: </a:t>
            </a:r>
            <a:r>
              <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rPr>
              <a:t>Asegurar que los datos de la empresa estén seguros, organizados y accesibles.</a:t>
            </a:r>
          </a:p>
          <a:p>
            <a:pPr algn="ctr"/>
            <a:endPar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endParaRPr>
          </a:p>
          <a:p>
            <a:pPr algn="ctr"/>
            <a:r>
              <a:rPr kumimoji="1" lang="es-MX" altLang="zh-CN" sz="1400" b="1" dirty="0">
                <a:ln w="12700">
                  <a:noFill/>
                </a:ln>
                <a:solidFill>
                  <a:srgbClr val="000000">
                    <a:alpha val="100000"/>
                  </a:srgbClr>
                </a:solidFill>
                <a:latin typeface="Arial" panose="020B0604020202020204" pitchFamily="34" charset="0"/>
                <a:ea typeface="Poppins"/>
                <a:cs typeface="Arial" panose="020B0604020202020204" pitchFamily="34" charset="0"/>
              </a:rPr>
              <a:t>Garantizar la disponibilidad:</a:t>
            </a:r>
            <a:r>
              <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rPr>
              <a:t> Mantener los sistemas y servicios tecnológicos funcionando sin interrupciones (o con el mínimo posible). ¡El famoso uptime!</a:t>
            </a:r>
          </a:p>
          <a:p>
            <a:pPr algn="ctr"/>
            <a:endPar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endParaRPr>
          </a:p>
          <a:p>
            <a:pPr algn="ctr"/>
            <a:r>
              <a:rPr kumimoji="1" lang="es-MX" altLang="zh-CN" sz="1400" b="1" dirty="0">
                <a:ln w="12700">
                  <a:noFill/>
                </a:ln>
                <a:solidFill>
                  <a:srgbClr val="000000">
                    <a:alpha val="100000"/>
                  </a:srgbClr>
                </a:solidFill>
                <a:latin typeface="Arial" panose="020B0604020202020204" pitchFamily="34" charset="0"/>
                <a:ea typeface="Poppins"/>
                <a:cs typeface="Arial" panose="020B0604020202020204" pitchFamily="34" charset="0"/>
              </a:rPr>
              <a:t>Optimizar el rendimiento: </a:t>
            </a:r>
            <a:r>
              <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rPr>
              <a:t>Asegurarse de que las aplicaciones y sistemas corran de manera rápida y eficiente para no retrasar el trabajo de los demás.</a:t>
            </a:r>
          </a:p>
          <a:p>
            <a:pPr algn="ctr"/>
            <a:endPar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endParaRPr>
          </a:p>
          <a:p>
            <a:pPr algn="ctr"/>
            <a:r>
              <a:rPr kumimoji="1" lang="es-MX" altLang="zh-CN" sz="1400" b="1" dirty="0">
                <a:ln w="12700">
                  <a:noFill/>
                </a:ln>
                <a:solidFill>
                  <a:srgbClr val="000000">
                    <a:alpha val="100000"/>
                  </a:srgbClr>
                </a:solidFill>
                <a:latin typeface="Arial" panose="020B0604020202020204" pitchFamily="34" charset="0"/>
                <a:ea typeface="Poppins"/>
                <a:cs typeface="Arial" panose="020B0604020202020204" pitchFamily="34" charset="0"/>
              </a:rPr>
              <a:t>Proteger los activos digitales: </a:t>
            </a:r>
            <a:r>
              <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rPr>
              <a:t>Implementar medidas de seguridad robustas para proteger la información contra accesos no autorizados, ciberataques o pérdidas.</a:t>
            </a:r>
          </a:p>
          <a:p>
            <a:pPr algn="ctr"/>
            <a:endParaRPr kumimoji="1" lang="en-US" altLang="zh-CN" sz="1400" dirty="0">
              <a:ln w="12700">
                <a:noFill/>
              </a:ln>
              <a:solidFill>
                <a:srgbClr val="000000">
                  <a:alpha val="100000"/>
                </a:srgbClr>
              </a:solidFill>
              <a:latin typeface="Poppins"/>
              <a:ea typeface="Poppins"/>
              <a:cs typeface="Poppins"/>
            </a:endParaRPr>
          </a:p>
          <a:p>
            <a:pPr algn="ctr"/>
            <a:endParaRPr kumimoji="1" lang="en-US" altLang="zh-CN" sz="1400" dirty="0">
              <a:ln w="12700">
                <a:noFill/>
              </a:ln>
              <a:solidFill>
                <a:srgbClr val="000000">
                  <a:alpha val="100000"/>
                </a:srgbClr>
              </a:solidFill>
              <a:latin typeface="Poppins"/>
              <a:cs typeface="Poppins"/>
            </a:endParaRPr>
          </a:p>
          <a:p>
            <a:pPr algn="ctr"/>
            <a:endParaRPr kumimoji="1" lang="zh-CN" altLang="en-US" dirty="0"/>
          </a:p>
        </p:txBody>
      </p:sp>
      <p:sp>
        <p:nvSpPr>
          <p:cNvPr id="21" name="标题 1"/>
          <p:cNvSpPr txBox="1"/>
          <p:nvPr/>
        </p:nvSpPr>
        <p:spPr>
          <a:xfrm>
            <a:off x="853101" y="395105"/>
            <a:ext cx="10682250" cy="468000"/>
          </a:xfrm>
          <a:prstGeom prst="rect">
            <a:avLst/>
          </a:prstGeom>
          <a:noFill/>
          <a:ln>
            <a:noFill/>
          </a:ln>
        </p:spPr>
        <p:txBody>
          <a:bodyPr vert="horz" wrap="square" lIns="0" tIns="0" rIns="0" bIns="0" rtlCol="0" anchor="ctr"/>
          <a:lstStyle/>
          <a:p>
            <a:pPr algn="l"/>
            <a:r>
              <a:rPr kumimoji="1" lang="en-US" altLang="zh-CN" sz="3200">
                <a:ln w="12700">
                  <a:noFill/>
                </a:ln>
                <a:solidFill>
                  <a:srgbClr val="0499FE">
                    <a:alpha val="100000"/>
                  </a:srgbClr>
                </a:solidFill>
                <a:latin typeface="poppins-bold"/>
                <a:ea typeface="poppins-bold"/>
                <a:cs typeface="poppins-bold"/>
              </a:rPr>
              <a:t>Definición del Centro de Cómputo</a:t>
            </a:r>
            <a:endParaRPr kumimoji="1" lang="zh-CN" altLang="en-US"/>
          </a:p>
        </p:txBody>
      </p:sp>
      <p:sp>
        <p:nvSpPr>
          <p:cNvPr id="22" name="标题 1"/>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3" name="标题 1"/>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56D34A68-D155-9EE1-0478-27CA3959D6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标题 1"/>
          <p:cNvSpPr txBox="1"/>
          <p:nvPr/>
        </p:nvSpPr>
        <p:spPr>
          <a:xfrm>
            <a:off x="1347332" y="1415272"/>
            <a:ext cx="4320000" cy="4433857"/>
          </a:xfrm>
          <a:prstGeom prst="rect">
            <a:avLst/>
          </a:prstGeom>
          <a:solidFill>
            <a:schemeClr val="bg1"/>
          </a:solidFill>
          <a:ln w="12700" cap="sq">
            <a:noFill/>
            <a:miter/>
          </a:ln>
          <a:effectLst>
            <a:outerShdw blurRad="88900" sx="99000" sy="99000" algn="ctr" rotWithShape="0">
              <a:schemeClr val="accent1">
                <a:lumMod val="75000"/>
                <a:alpha val="24000"/>
              </a:schemeClr>
            </a:outerShdw>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1347332" y="1415271"/>
            <a:ext cx="4320000" cy="98532"/>
          </a:xfrm>
          <a:prstGeom prst="rect">
            <a:avLst/>
          </a:prstGeom>
          <a:gradFill>
            <a:gsLst>
              <a:gs pos="0">
                <a:schemeClr val="accent1"/>
              </a:gs>
              <a:gs pos="98000">
                <a:schemeClr val="accent1">
                  <a:lumMod val="75000"/>
                </a:schemeClr>
              </a:gs>
            </a:gsLst>
            <a:lin ang="2700000" scaled="0"/>
          </a:gradFill>
          <a:ln w="12700" cap="flat">
            <a:noFill/>
            <a:miter/>
          </a:ln>
          <a:effectLst/>
        </p:spPr>
        <p:txBody>
          <a:bodyPr vert="horz" wrap="square" lIns="91440" tIns="45720" rIns="91440" bIns="45720" rtlCol="0" anchor="ctr"/>
          <a:lstStyle/>
          <a:p>
            <a:pPr algn="ctr"/>
            <a:endParaRPr kumimoji="1" lang="zh-CN" altLang="en-US"/>
          </a:p>
        </p:txBody>
      </p:sp>
      <p:sp>
        <p:nvSpPr>
          <p:cNvPr id="5" name="标题 1"/>
          <p:cNvSpPr txBox="1"/>
          <p:nvPr/>
        </p:nvSpPr>
        <p:spPr>
          <a:xfrm>
            <a:off x="1707332" y="2702895"/>
            <a:ext cx="3600000" cy="720001"/>
          </a:xfrm>
          <a:prstGeom prst="rect">
            <a:avLst/>
          </a:prstGeom>
          <a:noFill/>
          <a:ln>
            <a:noFill/>
          </a:ln>
          <a:effectLst/>
        </p:spPr>
        <p:txBody>
          <a:bodyPr vert="horz" wrap="square" lIns="0" tIns="0" rIns="0" bIns="0" rtlCol="0" anchor="ctr"/>
          <a:lstStyle/>
          <a:p>
            <a:pPr algn="ctr"/>
            <a:r>
              <a:rPr kumimoji="1" lang="en-US" altLang="zh-CN" sz="1600">
                <a:ln w="12700">
                  <a:noFill/>
                </a:ln>
                <a:gradFill>
                  <a:gsLst>
                    <a:gs pos="0">
                      <a:schemeClr val="accent1"/>
                    </a:gs>
                    <a:gs pos="100000">
                      <a:schemeClr val="accent1">
                        <a:lumMod val="50000"/>
                      </a:schemeClr>
                    </a:gs>
                  </a:gsLst>
                  <a:lin ang="0" scaled="0"/>
                </a:gradFill>
                <a:latin typeface="poppins-bold"/>
                <a:ea typeface="poppins-bold"/>
                <a:cs typeface="poppins-bold"/>
              </a:rPr>
              <a:t>Optimización de recursos</a:t>
            </a:r>
            <a:endParaRPr kumimoji="1" lang="zh-CN" altLang="en-US"/>
          </a:p>
        </p:txBody>
      </p:sp>
      <p:sp>
        <p:nvSpPr>
          <p:cNvPr id="6" name="标题 1"/>
          <p:cNvSpPr txBox="1"/>
          <p:nvPr/>
        </p:nvSpPr>
        <p:spPr>
          <a:xfrm>
            <a:off x="1707332" y="3741579"/>
            <a:ext cx="3600000" cy="1731085"/>
          </a:xfrm>
          <a:prstGeom prst="rect">
            <a:avLst/>
          </a:prstGeom>
          <a:noFill/>
          <a:ln>
            <a:noFill/>
          </a:ln>
          <a:effectLst/>
        </p:spPr>
        <p:txBody>
          <a:bodyPr vert="horz" wrap="square" lIns="0" tIns="0" rIns="0" bIns="0" rtlCol="0" anchor="t"/>
          <a:lstStyle/>
          <a:p>
            <a:pPr algn="ctr"/>
            <a:r>
              <a:rPr kumimoji="1" lang="en-US" altLang="zh-CN" sz="1400">
                <a:ln w="12700">
                  <a:noFill/>
                </a:ln>
                <a:solidFill>
                  <a:srgbClr val="595959">
                    <a:alpha val="100000"/>
                  </a:srgbClr>
                </a:solidFill>
                <a:latin typeface="Poppins"/>
                <a:ea typeface="Poppins"/>
                <a:cs typeface="Poppins"/>
              </a:rPr>
              <a:t>Se busca hacer un uso eficiente de los recursos tecnológicos y humanos, garantizando que cada componente esté alineado con las necesidades de la organización.</a:t>
            </a:r>
            <a:endParaRPr kumimoji="1" lang="zh-CN" altLang="en-US"/>
          </a:p>
        </p:txBody>
      </p:sp>
      <p:cxnSp>
        <p:nvCxnSpPr>
          <p:cNvPr id="7" name="标题 1"/>
          <p:cNvCxnSpPr/>
          <p:nvPr/>
        </p:nvCxnSpPr>
        <p:spPr>
          <a:xfrm>
            <a:off x="3315881" y="3546006"/>
            <a:ext cx="382905" cy="0"/>
          </a:xfrm>
          <a:prstGeom prst="line">
            <a:avLst/>
          </a:prstGeom>
          <a:noFill/>
          <a:ln w="28575" cap="sq">
            <a:solidFill>
              <a:schemeClr val="accent1"/>
            </a:solidFill>
            <a:miter/>
          </a:ln>
        </p:spPr>
      </p:cxnSp>
      <p:sp>
        <p:nvSpPr>
          <p:cNvPr id="8" name="标题 1"/>
          <p:cNvSpPr txBox="1"/>
          <p:nvPr/>
        </p:nvSpPr>
        <p:spPr>
          <a:xfrm>
            <a:off x="6511968" y="1415272"/>
            <a:ext cx="4320000" cy="4433857"/>
          </a:xfrm>
          <a:prstGeom prst="rect">
            <a:avLst/>
          </a:prstGeom>
          <a:solidFill>
            <a:schemeClr val="bg1"/>
          </a:solidFill>
          <a:ln w="12700" cap="sq">
            <a:noFill/>
            <a:miter/>
          </a:ln>
          <a:effectLst>
            <a:outerShdw blurRad="88900" sx="99000" sy="99000" algn="ctr" rotWithShape="0">
              <a:schemeClr val="accent1">
                <a:lumMod val="75000"/>
                <a:alpha val="24000"/>
              </a:schemeClr>
            </a:outerShdw>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6511968" y="1415271"/>
            <a:ext cx="4320000" cy="98532"/>
          </a:xfrm>
          <a:prstGeom prst="rect">
            <a:avLst/>
          </a:prstGeom>
          <a:gradFill>
            <a:gsLst>
              <a:gs pos="0">
                <a:schemeClr val="accent1"/>
              </a:gs>
              <a:gs pos="98000">
                <a:schemeClr val="accent1">
                  <a:lumMod val="75000"/>
                </a:schemeClr>
              </a:gs>
            </a:gsLst>
            <a:lin ang="2700000" scaled="0"/>
          </a:gradFill>
          <a:ln w="12700" cap="flat">
            <a:noFill/>
            <a:miter/>
          </a:ln>
          <a:effectLst/>
        </p:spPr>
        <p:txBody>
          <a:bodyPr vert="horz" wrap="square" lIns="91440" tIns="45720" rIns="91440" bIns="45720" rtlCol="0" anchor="ctr"/>
          <a:lstStyle/>
          <a:p>
            <a:pPr algn="ctr"/>
            <a:endParaRPr kumimoji="1" lang="zh-CN" altLang="en-US"/>
          </a:p>
        </p:txBody>
      </p:sp>
      <p:sp>
        <p:nvSpPr>
          <p:cNvPr id="10" name="标题 1"/>
          <p:cNvSpPr txBox="1"/>
          <p:nvPr/>
        </p:nvSpPr>
        <p:spPr>
          <a:xfrm>
            <a:off x="6871967" y="2702895"/>
            <a:ext cx="3600000" cy="720001"/>
          </a:xfrm>
          <a:prstGeom prst="rect">
            <a:avLst/>
          </a:prstGeom>
          <a:noFill/>
          <a:ln>
            <a:noFill/>
          </a:ln>
          <a:effectLst/>
        </p:spPr>
        <p:txBody>
          <a:bodyPr vert="horz" wrap="square" lIns="0" tIns="0" rIns="0" bIns="0" rtlCol="0" anchor="ctr"/>
          <a:lstStyle/>
          <a:p>
            <a:pPr algn="ctr"/>
            <a:r>
              <a:rPr kumimoji="1" lang="en-US" altLang="zh-CN" sz="1600" dirty="0">
                <a:ln w="12700">
                  <a:noFill/>
                </a:ln>
                <a:gradFill>
                  <a:gsLst>
                    <a:gs pos="0">
                      <a:schemeClr val="accent1"/>
                    </a:gs>
                    <a:gs pos="100000">
                      <a:schemeClr val="accent1">
                        <a:lumMod val="50000"/>
                      </a:schemeClr>
                    </a:gs>
                  </a:gsLst>
                  <a:lin ang="0" scaled="0"/>
                </a:gradFill>
                <a:latin typeface="poppins-bold"/>
                <a:ea typeface="poppins-bold"/>
                <a:cs typeface="poppins-bold"/>
              </a:rPr>
              <a:t>Soporte a la </a:t>
            </a:r>
            <a:r>
              <a:rPr kumimoji="1" lang="en-US" altLang="zh-CN" sz="1600" dirty="0" err="1">
                <a:ln w="12700">
                  <a:noFill/>
                </a:ln>
                <a:gradFill>
                  <a:gsLst>
                    <a:gs pos="0">
                      <a:schemeClr val="accent1"/>
                    </a:gs>
                    <a:gs pos="100000">
                      <a:schemeClr val="accent1">
                        <a:lumMod val="50000"/>
                      </a:schemeClr>
                    </a:gs>
                  </a:gsLst>
                  <a:lin ang="0" scaled="0"/>
                </a:gradFill>
                <a:latin typeface="poppins-bold"/>
                <a:ea typeface="poppins-bold"/>
                <a:cs typeface="poppins-bold"/>
              </a:rPr>
              <a:t>toma</a:t>
            </a:r>
            <a:r>
              <a:rPr kumimoji="1" lang="en-US" altLang="zh-CN" sz="1600" dirty="0">
                <a:ln w="12700">
                  <a:noFill/>
                </a:ln>
                <a:gradFill>
                  <a:gsLst>
                    <a:gs pos="0">
                      <a:schemeClr val="accent1"/>
                    </a:gs>
                    <a:gs pos="100000">
                      <a:schemeClr val="accent1">
                        <a:lumMod val="50000"/>
                      </a:schemeClr>
                    </a:gs>
                  </a:gsLst>
                  <a:lin ang="0" scaled="0"/>
                </a:gradFill>
                <a:latin typeface="poppins-bold"/>
                <a:ea typeface="poppins-bold"/>
                <a:cs typeface="poppins-bold"/>
              </a:rPr>
              <a:t> de </a:t>
            </a:r>
            <a:r>
              <a:rPr kumimoji="1" lang="en-US" altLang="zh-CN" sz="1600" dirty="0" err="1">
                <a:ln w="12700">
                  <a:noFill/>
                </a:ln>
                <a:gradFill>
                  <a:gsLst>
                    <a:gs pos="0">
                      <a:schemeClr val="accent1"/>
                    </a:gs>
                    <a:gs pos="100000">
                      <a:schemeClr val="accent1">
                        <a:lumMod val="50000"/>
                      </a:schemeClr>
                    </a:gs>
                  </a:gsLst>
                  <a:lin ang="0" scaled="0"/>
                </a:gradFill>
                <a:latin typeface="poppins-bold"/>
                <a:ea typeface="poppins-bold"/>
                <a:cs typeface="poppins-bold"/>
              </a:rPr>
              <a:t>decisiones</a:t>
            </a:r>
            <a:endParaRPr kumimoji="1" lang="zh-CN" altLang="en-US" dirty="0"/>
          </a:p>
        </p:txBody>
      </p:sp>
      <p:sp>
        <p:nvSpPr>
          <p:cNvPr id="11" name="标题 1"/>
          <p:cNvSpPr txBox="1"/>
          <p:nvPr/>
        </p:nvSpPr>
        <p:spPr>
          <a:xfrm>
            <a:off x="6871967" y="3741579"/>
            <a:ext cx="3600000" cy="1731085"/>
          </a:xfrm>
          <a:prstGeom prst="rect">
            <a:avLst/>
          </a:prstGeom>
          <a:noFill/>
          <a:ln>
            <a:noFill/>
          </a:ln>
          <a:effectLst/>
        </p:spPr>
        <p:txBody>
          <a:bodyPr vert="horz" wrap="square" lIns="0" tIns="0" rIns="0" bIns="0" rtlCol="0" anchor="t"/>
          <a:lstStyle/>
          <a:p>
            <a:pPr algn="ctr"/>
            <a:r>
              <a:rPr kumimoji="1" lang="en-US" altLang="zh-CN" sz="1400" dirty="0" err="1">
                <a:ln w="12700">
                  <a:noFill/>
                </a:ln>
                <a:solidFill>
                  <a:srgbClr val="595959">
                    <a:alpha val="100000"/>
                  </a:srgbClr>
                </a:solidFill>
                <a:latin typeface="Poppins"/>
                <a:ea typeface="Poppins"/>
                <a:cs typeface="Poppins"/>
              </a:rPr>
              <a:t>Proporciona</a:t>
            </a:r>
            <a:r>
              <a:rPr kumimoji="1" lang="en-US" altLang="zh-CN" sz="1400" dirty="0">
                <a:ln w="12700">
                  <a:noFill/>
                </a:ln>
                <a:solidFill>
                  <a:srgbClr val="595959">
                    <a:alpha val="100000"/>
                  </a:srgbClr>
                </a:solidFill>
                <a:latin typeface="Poppins"/>
                <a:ea typeface="Poppins"/>
                <a:cs typeface="Poppins"/>
              </a:rPr>
              <a:t> </a:t>
            </a:r>
            <a:r>
              <a:rPr kumimoji="1" lang="en-US" altLang="zh-CN" sz="1400" dirty="0" err="1">
                <a:ln w="12700">
                  <a:noFill/>
                </a:ln>
                <a:solidFill>
                  <a:srgbClr val="595959">
                    <a:alpha val="100000"/>
                  </a:srgbClr>
                </a:solidFill>
                <a:latin typeface="Poppins"/>
                <a:ea typeface="Poppins"/>
                <a:cs typeface="Poppins"/>
              </a:rPr>
              <a:t>herramientas</a:t>
            </a:r>
            <a:r>
              <a:rPr kumimoji="1" lang="en-US" altLang="zh-CN" sz="1400" dirty="0">
                <a:ln w="12700">
                  <a:noFill/>
                </a:ln>
                <a:solidFill>
                  <a:srgbClr val="595959">
                    <a:alpha val="100000"/>
                  </a:srgbClr>
                </a:solidFill>
                <a:latin typeface="Poppins"/>
                <a:ea typeface="Poppins"/>
                <a:cs typeface="Poppins"/>
              </a:rPr>
              <a:t> y </a:t>
            </a:r>
            <a:r>
              <a:rPr kumimoji="1" lang="en-US" altLang="zh-CN" sz="1400" dirty="0" err="1">
                <a:ln w="12700">
                  <a:noFill/>
                </a:ln>
                <a:solidFill>
                  <a:srgbClr val="595959">
                    <a:alpha val="100000"/>
                  </a:srgbClr>
                </a:solidFill>
                <a:latin typeface="Poppins"/>
                <a:ea typeface="Poppins"/>
                <a:cs typeface="Poppins"/>
              </a:rPr>
              <a:t>datos</a:t>
            </a:r>
            <a:r>
              <a:rPr kumimoji="1" lang="en-US" altLang="zh-CN" sz="1400" dirty="0">
                <a:ln w="12700">
                  <a:noFill/>
                </a:ln>
                <a:solidFill>
                  <a:srgbClr val="595959">
                    <a:alpha val="100000"/>
                  </a:srgbClr>
                </a:solidFill>
                <a:latin typeface="Poppins"/>
                <a:ea typeface="Poppins"/>
                <a:cs typeface="Poppins"/>
              </a:rPr>
              <a:t> </a:t>
            </a:r>
            <a:r>
              <a:rPr kumimoji="1" lang="en-US" altLang="zh-CN" sz="1400" dirty="0" err="1">
                <a:ln w="12700">
                  <a:noFill/>
                </a:ln>
                <a:solidFill>
                  <a:srgbClr val="595959">
                    <a:alpha val="100000"/>
                  </a:srgbClr>
                </a:solidFill>
                <a:latin typeface="Poppins"/>
                <a:ea typeface="Poppins"/>
                <a:cs typeface="Poppins"/>
              </a:rPr>
              <a:t>precisos</a:t>
            </a:r>
            <a:r>
              <a:rPr kumimoji="1" lang="en-US" altLang="zh-CN" sz="1400" dirty="0">
                <a:ln w="12700">
                  <a:noFill/>
                </a:ln>
                <a:solidFill>
                  <a:srgbClr val="595959">
                    <a:alpha val="100000"/>
                  </a:srgbClr>
                </a:solidFill>
                <a:latin typeface="Poppins"/>
                <a:ea typeface="Poppins"/>
                <a:cs typeface="Poppins"/>
              </a:rPr>
              <a:t> que </a:t>
            </a:r>
            <a:r>
              <a:rPr kumimoji="1" lang="en-US" altLang="zh-CN" sz="1400" dirty="0" err="1">
                <a:ln w="12700">
                  <a:noFill/>
                </a:ln>
                <a:solidFill>
                  <a:srgbClr val="595959">
                    <a:alpha val="100000"/>
                  </a:srgbClr>
                </a:solidFill>
                <a:latin typeface="Poppins"/>
                <a:ea typeface="Poppins"/>
                <a:cs typeface="Poppins"/>
              </a:rPr>
              <a:t>permiten</a:t>
            </a:r>
            <a:r>
              <a:rPr kumimoji="1" lang="en-US" altLang="zh-CN" sz="1400" dirty="0">
                <a:ln w="12700">
                  <a:noFill/>
                </a:ln>
                <a:solidFill>
                  <a:srgbClr val="595959">
                    <a:alpha val="100000"/>
                  </a:srgbClr>
                </a:solidFill>
                <a:latin typeface="Poppins"/>
                <a:ea typeface="Poppins"/>
                <a:cs typeface="Poppins"/>
              </a:rPr>
              <a:t> a </a:t>
            </a:r>
            <a:r>
              <a:rPr kumimoji="1" lang="en-US" altLang="zh-CN" sz="1400" dirty="0" err="1">
                <a:ln w="12700">
                  <a:noFill/>
                </a:ln>
                <a:solidFill>
                  <a:srgbClr val="595959">
                    <a:alpha val="100000"/>
                  </a:srgbClr>
                </a:solidFill>
                <a:latin typeface="Poppins"/>
                <a:ea typeface="Poppins"/>
                <a:cs typeface="Poppins"/>
              </a:rPr>
              <a:t>los</a:t>
            </a:r>
            <a:r>
              <a:rPr kumimoji="1" lang="en-US" altLang="zh-CN" sz="1400" dirty="0">
                <a:ln w="12700">
                  <a:noFill/>
                </a:ln>
                <a:solidFill>
                  <a:srgbClr val="595959">
                    <a:alpha val="100000"/>
                  </a:srgbClr>
                </a:solidFill>
                <a:latin typeface="Poppins"/>
                <a:ea typeface="Poppins"/>
                <a:cs typeface="Poppins"/>
              </a:rPr>
              <a:t> </a:t>
            </a:r>
            <a:r>
              <a:rPr kumimoji="1" lang="en-US" altLang="zh-CN" sz="1400" dirty="0" err="1">
                <a:ln w="12700">
                  <a:noFill/>
                </a:ln>
                <a:solidFill>
                  <a:srgbClr val="595959">
                    <a:alpha val="100000"/>
                  </a:srgbClr>
                </a:solidFill>
                <a:latin typeface="Poppins"/>
                <a:ea typeface="Poppins"/>
                <a:cs typeface="Poppins"/>
              </a:rPr>
              <a:t>directivos</a:t>
            </a:r>
            <a:r>
              <a:rPr kumimoji="1" lang="en-US" altLang="zh-CN" sz="1400" dirty="0">
                <a:ln w="12700">
                  <a:noFill/>
                </a:ln>
                <a:solidFill>
                  <a:srgbClr val="595959">
                    <a:alpha val="100000"/>
                  </a:srgbClr>
                </a:solidFill>
                <a:latin typeface="Poppins"/>
                <a:ea typeface="Poppins"/>
                <a:cs typeface="Poppins"/>
              </a:rPr>
              <a:t> </a:t>
            </a:r>
            <a:r>
              <a:rPr kumimoji="1" lang="en-US" altLang="zh-CN" sz="1400" dirty="0" err="1">
                <a:ln w="12700">
                  <a:noFill/>
                </a:ln>
                <a:solidFill>
                  <a:srgbClr val="595959">
                    <a:alpha val="100000"/>
                  </a:srgbClr>
                </a:solidFill>
                <a:latin typeface="Poppins"/>
                <a:ea typeface="Poppins"/>
                <a:cs typeface="Poppins"/>
              </a:rPr>
              <a:t>tomar</a:t>
            </a:r>
            <a:r>
              <a:rPr kumimoji="1" lang="en-US" altLang="zh-CN" sz="1400" dirty="0">
                <a:ln w="12700">
                  <a:noFill/>
                </a:ln>
                <a:solidFill>
                  <a:srgbClr val="595959">
                    <a:alpha val="100000"/>
                  </a:srgbClr>
                </a:solidFill>
                <a:latin typeface="Poppins"/>
                <a:ea typeface="Poppins"/>
                <a:cs typeface="Poppins"/>
              </a:rPr>
              <a:t> </a:t>
            </a:r>
            <a:r>
              <a:rPr kumimoji="1" lang="en-US" altLang="zh-CN" sz="1400" dirty="0" err="1">
                <a:ln w="12700">
                  <a:noFill/>
                </a:ln>
                <a:solidFill>
                  <a:srgbClr val="595959">
                    <a:alpha val="100000"/>
                  </a:srgbClr>
                </a:solidFill>
                <a:latin typeface="Poppins"/>
                <a:ea typeface="Poppins"/>
                <a:cs typeface="Poppins"/>
              </a:rPr>
              <a:t>decisiones</a:t>
            </a:r>
            <a:r>
              <a:rPr kumimoji="1" lang="en-US" altLang="zh-CN" sz="1400" dirty="0">
                <a:ln w="12700">
                  <a:noFill/>
                </a:ln>
                <a:solidFill>
                  <a:srgbClr val="595959">
                    <a:alpha val="100000"/>
                  </a:srgbClr>
                </a:solidFill>
                <a:latin typeface="Poppins"/>
                <a:ea typeface="Poppins"/>
                <a:cs typeface="Poppins"/>
              </a:rPr>
              <a:t> </a:t>
            </a:r>
            <a:r>
              <a:rPr kumimoji="1" lang="en-US" altLang="zh-CN" sz="1400" dirty="0" err="1">
                <a:ln w="12700">
                  <a:noFill/>
                </a:ln>
                <a:solidFill>
                  <a:srgbClr val="595959">
                    <a:alpha val="100000"/>
                  </a:srgbClr>
                </a:solidFill>
                <a:latin typeface="Poppins"/>
                <a:ea typeface="Poppins"/>
                <a:cs typeface="Poppins"/>
              </a:rPr>
              <a:t>informadas</a:t>
            </a:r>
            <a:r>
              <a:rPr kumimoji="1" lang="en-US" altLang="zh-CN" sz="1400" dirty="0">
                <a:ln w="12700">
                  <a:noFill/>
                </a:ln>
                <a:solidFill>
                  <a:srgbClr val="595959">
                    <a:alpha val="100000"/>
                  </a:srgbClr>
                </a:solidFill>
                <a:latin typeface="Poppins"/>
                <a:ea typeface="Poppins"/>
                <a:cs typeface="Poppins"/>
              </a:rPr>
              <a:t> </a:t>
            </a:r>
            <a:r>
              <a:rPr kumimoji="1" lang="en-US" altLang="zh-CN" sz="1400" dirty="0" err="1">
                <a:ln w="12700">
                  <a:noFill/>
                </a:ln>
                <a:solidFill>
                  <a:srgbClr val="595959">
                    <a:alpha val="100000"/>
                  </a:srgbClr>
                </a:solidFill>
                <a:latin typeface="Poppins"/>
                <a:ea typeface="Poppins"/>
                <a:cs typeface="Poppins"/>
              </a:rPr>
              <a:t>basadas</a:t>
            </a:r>
            <a:r>
              <a:rPr kumimoji="1" lang="en-US" altLang="zh-CN" sz="1400" dirty="0">
                <a:ln w="12700">
                  <a:noFill/>
                </a:ln>
                <a:solidFill>
                  <a:srgbClr val="595959">
                    <a:alpha val="100000"/>
                  </a:srgbClr>
                </a:solidFill>
                <a:latin typeface="Poppins"/>
                <a:ea typeface="Poppins"/>
                <a:cs typeface="Poppins"/>
              </a:rPr>
              <a:t> </a:t>
            </a:r>
            <a:r>
              <a:rPr kumimoji="1" lang="en-US" altLang="zh-CN" sz="1400" dirty="0" err="1">
                <a:ln w="12700">
                  <a:noFill/>
                </a:ln>
                <a:solidFill>
                  <a:srgbClr val="595959">
                    <a:alpha val="100000"/>
                  </a:srgbClr>
                </a:solidFill>
                <a:latin typeface="Poppins"/>
                <a:ea typeface="Poppins"/>
                <a:cs typeface="Poppins"/>
              </a:rPr>
              <a:t>en</a:t>
            </a:r>
            <a:r>
              <a:rPr kumimoji="1" lang="en-US" altLang="zh-CN" sz="1400" dirty="0">
                <a:ln w="12700">
                  <a:noFill/>
                </a:ln>
                <a:solidFill>
                  <a:srgbClr val="595959">
                    <a:alpha val="100000"/>
                  </a:srgbClr>
                </a:solidFill>
                <a:latin typeface="Poppins"/>
                <a:ea typeface="Poppins"/>
                <a:cs typeface="Poppins"/>
              </a:rPr>
              <a:t> </a:t>
            </a:r>
            <a:r>
              <a:rPr kumimoji="1" lang="en-US" altLang="zh-CN" sz="1400" dirty="0" err="1">
                <a:ln w="12700">
                  <a:noFill/>
                </a:ln>
                <a:solidFill>
                  <a:srgbClr val="595959">
                    <a:alpha val="100000"/>
                  </a:srgbClr>
                </a:solidFill>
                <a:latin typeface="Poppins"/>
                <a:ea typeface="Poppins"/>
                <a:cs typeface="Poppins"/>
              </a:rPr>
              <a:t>información</a:t>
            </a:r>
            <a:r>
              <a:rPr kumimoji="1" lang="en-US" altLang="zh-CN" sz="1400" dirty="0">
                <a:ln w="12700">
                  <a:noFill/>
                </a:ln>
                <a:solidFill>
                  <a:srgbClr val="595959">
                    <a:alpha val="100000"/>
                  </a:srgbClr>
                </a:solidFill>
                <a:latin typeface="Poppins"/>
                <a:ea typeface="Poppins"/>
                <a:cs typeface="Poppins"/>
              </a:rPr>
              <a:t> actual y </a:t>
            </a:r>
            <a:r>
              <a:rPr kumimoji="1" lang="en-US" altLang="zh-CN" sz="1400" dirty="0" err="1">
                <a:ln w="12700">
                  <a:noFill/>
                </a:ln>
                <a:solidFill>
                  <a:srgbClr val="595959">
                    <a:alpha val="100000"/>
                  </a:srgbClr>
                </a:solidFill>
                <a:latin typeface="Poppins"/>
                <a:ea typeface="Poppins"/>
                <a:cs typeface="Poppins"/>
              </a:rPr>
              <a:t>relevante</a:t>
            </a:r>
            <a:r>
              <a:rPr kumimoji="1" lang="en-US" altLang="zh-CN" sz="1400" dirty="0">
                <a:ln w="12700">
                  <a:noFill/>
                </a:ln>
                <a:solidFill>
                  <a:srgbClr val="595959">
                    <a:alpha val="100000"/>
                  </a:srgbClr>
                </a:solidFill>
                <a:latin typeface="Poppins"/>
                <a:ea typeface="Poppins"/>
                <a:cs typeface="Poppins"/>
              </a:rPr>
              <a:t>.</a:t>
            </a:r>
            <a:endParaRPr kumimoji="1" lang="zh-CN" altLang="en-US" dirty="0"/>
          </a:p>
        </p:txBody>
      </p:sp>
      <p:cxnSp>
        <p:nvCxnSpPr>
          <p:cNvPr id="12" name="标题 1"/>
          <p:cNvCxnSpPr/>
          <p:nvPr/>
        </p:nvCxnSpPr>
        <p:spPr>
          <a:xfrm>
            <a:off x="8480516" y="3546006"/>
            <a:ext cx="382905" cy="0"/>
          </a:xfrm>
          <a:prstGeom prst="line">
            <a:avLst/>
          </a:prstGeom>
          <a:noFill/>
          <a:ln w="28575" cap="sq">
            <a:solidFill>
              <a:schemeClr val="accent1"/>
            </a:solidFill>
            <a:miter/>
          </a:ln>
        </p:spPr>
      </p:cxnSp>
      <p:sp>
        <p:nvSpPr>
          <p:cNvPr id="13" name="标题 1"/>
          <p:cNvSpPr txBox="1"/>
          <p:nvPr/>
        </p:nvSpPr>
        <p:spPr>
          <a:xfrm>
            <a:off x="3174997" y="1880897"/>
            <a:ext cx="664672" cy="720001"/>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accent1"/>
          </a:solidFill>
          <a:ln w="1860"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flipH="1" flipV="1">
            <a:off x="8299965" y="1880897"/>
            <a:ext cx="744004" cy="720001"/>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accent1"/>
          </a:solidFill>
          <a:ln w="1860"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942663" y="352725"/>
            <a:ext cx="10682250" cy="468000"/>
          </a:xfrm>
          <a:prstGeom prst="rect">
            <a:avLst/>
          </a:prstGeom>
          <a:noFill/>
          <a:ln>
            <a:noFill/>
          </a:ln>
        </p:spPr>
        <p:txBody>
          <a:bodyPr vert="horz" wrap="square" lIns="0" tIns="0" rIns="0" bIns="0" rtlCol="0" anchor="ctr"/>
          <a:lstStyle/>
          <a:p>
            <a:pPr algn="l"/>
            <a:r>
              <a:rPr kumimoji="1" lang="en-US" altLang="zh-CN" sz="3200">
                <a:ln w="12700">
                  <a:noFill/>
                </a:ln>
                <a:solidFill>
                  <a:srgbClr val="0499FE">
                    <a:alpha val="100000"/>
                  </a:srgbClr>
                </a:solidFill>
                <a:latin typeface="poppins-bold"/>
                <a:ea typeface="poppins-bold"/>
                <a:cs typeface="poppins-bold"/>
              </a:rPr>
              <a:t>Objetivos del Centro de Cómputo</a:t>
            </a:r>
            <a:endParaRPr kumimoji="1" lang="zh-CN" altLang="en-US"/>
          </a:p>
        </p:txBody>
      </p:sp>
      <p:sp>
        <p:nvSpPr>
          <p:cNvPr id="16" name="标题 1"/>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7" name="标题 1"/>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942E17B1-AE7D-D227-4D21-0CF83F7B3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标题 1"/>
          <p:cNvSpPr txBox="1"/>
          <p:nvPr/>
        </p:nvSpPr>
        <p:spPr>
          <a:xfrm>
            <a:off x="673511" y="1834890"/>
            <a:ext cx="444222" cy="444220"/>
          </a:xfrm>
          <a:prstGeom prst="ellipse">
            <a:avLst/>
          </a:prstGeom>
          <a:solidFill>
            <a:schemeClr val="accent1"/>
          </a:solidFill>
          <a:ln w="12700" cap="rnd">
            <a:noFill/>
            <a:round/>
            <a:headEnd/>
            <a:tailEnd/>
          </a:ln>
          <a:effectLst>
            <a:outerShdw blurRad="254000" dist="127000" algn="ctr" rotWithShape="0">
              <a:schemeClr val="accent1">
                <a:alpha val="32000"/>
              </a:schemeClr>
            </a:outerShdw>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899396" y="2034381"/>
            <a:ext cx="4914884" cy="3328988"/>
          </a:xfrm>
          <a:prstGeom prst="roundRect">
            <a:avLst>
              <a:gd name="adj" fmla="val 4347"/>
            </a:avLst>
          </a:prstGeom>
          <a:solidFill>
            <a:schemeClr val="bg1"/>
          </a:solidFill>
          <a:ln w="12700" cap="rnd">
            <a:noFill/>
            <a:round/>
            <a:headEnd/>
            <a:tailEnd/>
          </a:ln>
          <a:effectLst>
            <a:outerShdw blurRad="254000" dist="127000" algn="ctr" rotWithShape="0">
              <a:schemeClr val="bg1">
                <a:lumMod val="65000"/>
                <a:alpha val="20000"/>
              </a:schemeClr>
            </a:outerShdw>
          </a:effectLst>
        </p:spPr>
        <p:txBody>
          <a:bodyPr vert="horz" wrap="square" lIns="91440" tIns="45720" rIns="91440" bIns="45720" rtlCol="0" anchor="ctr"/>
          <a:lstStyle/>
          <a:p>
            <a:pPr algn="ctr"/>
            <a:endParaRPr kumimoji="1" lang="zh-CN" altLang="en-US"/>
          </a:p>
        </p:txBody>
      </p:sp>
      <p:sp>
        <p:nvSpPr>
          <p:cNvPr id="5" name="标题 1"/>
          <p:cNvSpPr txBox="1"/>
          <p:nvPr/>
        </p:nvSpPr>
        <p:spPr>
          <a:xfrm>
            <a:off x="3133814" y="2326735"/>
            <a:ext cx="446048" cy="446048"/>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accent1"/>
          </a:solidFill>
          <a:ln cap="sq">
            <a:noFill/>
          </a:ln>
        </p:spPr>
        <p:txBody>
          <a:bodyPr vert="horz" wrap="square" lIns="91440" tIns="45720" rIns="91440" bIns="45720" rtlCol="0" anchor="t"/>
          <a:lstStyle/>
          <a:p>
            <a:pPr algn="l"/>
            <a:endParaRPr kumimoji="1" lang="zh-CN" altLang="en-US"/>
          </a:p>
        </p:txBody>
      </p:sp>
      <p:sp>
        <p:nvSpPr>
          <p:cNvPr id="6" name="标题 1"/>
          <p:cNvSpPr txBox="1"/>
          <p:nvPr/>
        </p:nvSpPr>
        <p:spPr>
          <a:xfrm>
            <a:off x="1213996" y="2843330"/>
            <a:ext cx="4285685" cy="722106"/>
          </a:xfrm>
          <a:prstGeom prst="rect">
            <a:avLst/>
          </a:prstGeom>
          <a:noFill/>
          <a:ln cap="sq">
            <a:noFill/>
          </a:ln>
          <a:effectLst/>
        </p:spPr>
        <p:txBody>
          <a:bodyPr vert="horz" wrap="square" lIns="0" tIns="0" rIns="0" bIns="0" rtlCol="0" anchor="b"/>
          <a:lstStyle/>
          <a:p>
            <a:pPr algn="ctr"/>
            <a:r>
              <a:rPr kumimoji="1" lang="en-US" altLang="zh-CN" sz="1600">
                <a:ln w="12700">
                  <a:noFill/>
                </a:ln>
                <a:solidFill>
                  <a:srgbClr val="000000">
                    <a:alpha val="100000"/>
                  </a:srgbClr>
                </a:solidFill>
                <a:latin typeface="poppins-bold"/>
                <a:ea typeface="poppins-bold"/>
                <a:cs typeface="poppins-bold"/>
              </a:rPr>
              <a:t>Aumento de la eficiencia</a:t>
            </a:r>
            <a:endParaRPr kumimoji="1" lang="zh-CN" altLang="en-US"/>
          </a:p>
        </p:txBody>
      </p:sp>
      <p:sp>
        <p:nvSpPr>
          <p:cNvPr id="7" name="标题 1"/>
          <p:cNvSpPr txBox="1"/>
          <p:nvPr/>
        </p:nvSpPr>
        <p:spPr>
          <a:xfrm>
            <a:off x="1213996" y="3654830"/>
            <a:ext cx="4285685" cy="1377158"/>
          </a:xfrm>
          <a:prstGeom prst="rect">
            <a:avLst/>
          </a:prstGeom>
          <a:noFill/>
          <a:ln>
            <a:noFill/>
          </a:ln>
        </p:spPr>
        <p:txBody>
          <a:bodyPr vert="horz" wrap="square" lIns="0" tIns="0" rIns="0" bIns="0" rtlCol="0" anchor="t"/>
          <a:lstStyle/>
          <a:p>
            <a:pPr algn="ctr"/>
            <a:r>
              <a:rPr kumimoji="1" lang="en-US" altLang="zh-CN" sz="1400">
                <a:ln w="12700">
                  <a:noFill/>
                </a:ln>
                <a:solidFill>
                  <a:srgbClr val="000000">
                    <a:alpha val="100000"/>
                  </a:srgbClr>
                </a:solidFill>
                <a:latin typeface="Poppins"/>
                <a:ea typeface="Poppins"/>
                <a:cs typeface="Poppins"/>
              </a:rPr>
              <a:t>La implementación de un centro de cómputo optimiza los procesos internos, reduciendo tiempos de espera y mejorando la productividad general de la empresa.</a:t>
            </a:r>
            <a:endParaRPr kumimoji="1" lang="zh-CN" altLang="en-US"/>
          </a:p>
        </p:txBody>
      </p:sp>
      <p:sp>
        <p:nvSpPr>
          <p:cNvPr id="8" name="标题 1"/>
          <p:cNvSpPr txBox="1"/>
          <p:nvPr/>
        </p:nvSpPr>
        <p:spPr>
          <a:xfrm>
            <a:off x="6318110" y="1834890"/>
            <a:ext cx="444222" cy="444220"/>
          </a:xfrm>
          <a:prstGeom prst="ellipse">
            <a:avLst/>
          </a:prstGeom>
          <a:solidFill>
            <a:schemeClr val="accent2"/>
          </a:solidFill>
          <a:ln w="12700" cap="rnd">
            <a:noFill/>
            <a:round/>
            <a:headEnd/>
            <a:tailEnd/>
          </a:ln>
          <a:effectLst>
            <a:outerShdw blurRad="254000" dist="127000" algn="ctr" rotWithShape="0">
              <a:schemeClr val="accent2">
                <a:alpha val="32000"/>
              </a:schemeClr>
            </a:outerShdw>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6540222" y="2034381"/>
            <a:ext cx="4914884" cy="3328988"/>
          </a:xfrm>
          <a:prstGeom prst="roundRect">
            <a:avLst>
              <a:gd name="adj" fmla="val 4347"/>
            </a:avLst>
          </a:prstGeom>
          <a:solidFill>
            <a:schemeClr val="bg1"/>
          </a:solidFill>
          <a:ln w="12700" cap="rnd">
            <a:noFill/>
            <a:round/>
            <a:headEnd/>
            <a:tailEnd/>
          </a:ln>
          <a:effectLst>
            <a:outerShdw blurRad="254000" dist="127000" algn="ctr" rotWithShape="0">
              <a:schemeClr val="bg1">
                <a:lumMod val="65000"/>
                <a:alpha val="20000"/>
              </a:schemeClr>
            </a:outerShdw>
          </a:effectLst>
        </p:spPr>
        <p:txBody>
          <a:bodyPr vert="horz" wrap="square" lIns="91440" tIns="45720" rIns="91440" bIns="45720" rtlCol="0" anchor="ctr"/>
          <a:lstStyle/>
          <a:p>
            <a:pPr algn="ctr"/>
            <a:endParaRPr kumimoji="1" lang="zh-CN" altLang="en-US"/>
          </a:p>
        </p:txBody>
      </p:sp>
      <p:sp>
        <p:nvSpPr>
          <p:cNvPr id="10" name="标题 1"/>
          <p:cNvSpPr txBox="1"/>
          <p:nvPr/>
        </p:nvSpPr>
        <p:spPr>
          <a:xfrm>
            <a:off x="8774640" y="2354504"/>
            <a:ext cx="446048" cy="390509"/>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11" name="标题 1"/>
          <p:cNvSpPr txBox="1"/>
          <p:nvPr/>
        </p:nvSpPr>
        <p:spPr>
          <a:xfrm>
            <a:off x="6854822" y="2843330"/>
            <a:ext cx="4285685" cy="722106"/>
          </a:xfrm>
          <a:prstGeom prst="rect">
            <a:avLst/>
          </a:prstGeom>
          <a:noFill/>
          <a:ln cap="sq">
            <a:noFill/>
          </a:ln>
          <a:effectLst/>
        </p:spPr>
        <p:txBody>
          <a:bodyPr vert="horz" wrap="square" lIns="0" tIns="0" rIns="0" bIns="0" rtlCol="0" anchor="b"/>
          <a:lstStyle/>
          <a:p>
            <a:pPr algn="ctr"/>
            <a:r>
              <a:rPr kumimoji="1" lang="en-US" altLang="zh-CN" sz="1600">
                <a:ln w="12700">
                  <a:noFill/>
                </a:ln>
                <a:solidFill>
                  <a:srgbClr val="000000">
                    <a:alpha val="100000"/>
                  </a:srgbClr>
                </a:solidFill>
                <a:latin typeface="poppins-bold"/>
                <a:ea typeface="poppins-bold"/>
                <a:cs typeface="poppins-bold"/>
              </a:rPr>
              <a:t>Mejora en la comunicación interna</a:t>
            </a:r>
            <a:endParaRPr kumimoji="1" lang="zh-CN" altLang="en-US"/>
          </a:p>
        </p:txBody>
      </p:sp>
      <p:sp>
        <p:nvSpPr>
          <p:cNvPr id="12" name="标题 1"/>
          <p:cNvSpPr txBox="1"/>
          <p:nvPr/>
        </p:nvSpPr>
        <p:spPr>
          <a:xfrm>
            <a:off x="6854822" y="3654830"/>
            <a:ext cx="4285685" cy="1377158"/>
          </a:xfrm>
          <a:prstGeom prst="rect">
            <a:avLst/>
          </a:prstGeom>
          <a:noFill/>
          <a:ln>
            <a:noFill/>
          </a:ln>
        </p:spPr>
        <p:txBody>
          <a:bodyPr vert="horz" wrap="square" lIns="0" tIns="0" rIns="0" bIns="0" rtlCol="0" anchor="t"/>
          <a:lstStyle/>
          <a:p>
            <a:pPr algn="ctr"/>
            <a:r>
              <a:rPr kumimoji="1" lang="en-US" altLang="zh-CN" sz="1400" dirty="0" err="1">
                <a:ln w="12700">
                  <a:noFill/>
                </a:ln>
                <a:solidFill>
                  <a:srgbClr val="000000">
                    <a:alpha val="100000"/>
                  </a:srgbClr>
                </a:solidFill>
                <a:latin typeface="Poppins"/>
                <a:ea typeface="Poppins"/>
                <a:cs typeface="Poppins"/>
              </a:rPr>
              <a:t>Facilita</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el</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flujo</a:t>
            </a:r>
            <a:r>
              <a:rPr kumimoji="1" lang="en-US" altLang="zh-CN" sz="1400" dirty="0">
                <a:ln w="12700">
                  <a:noFill/>
                </a:ln>
                <a:solidFill>
                  <a:srgbClr val="000000">
                    <a:alpha val="100000"/>
                  </a:srgbClr>
                </a:solidFill>
                <a:latin typeface="Poppins"/>
                <a:ea typeface="Poppins"/>
                <a:cs typeface="Poppins"/>
              </a:rPr>
              <a:t> de </a:t>
            </a:r>
            <a:r>
              <a:rPr kumimoji="1" lang="en-US" altLang="zh-CN" sz="1400" dirty="0" err="1">
                <a:ln w="12700">
                  <a:noFill/>
                </a:ln>
                <a:solidFill>
                  <a:srgbClr val="000000">
                    <a:alpha val="100000"/>
                  </a:srgbClr>
                </a:solidFill>
                <a:latin typeface="Poppins"/>
                <a:ea typeface="Poppins"/>
                <a:cs typeface="Poppins"/>
              </a:rPr>
              <a:t>información</a:t>
            </a:r>
            <a:r>
              <a:rPr kumimoji="1" lang="en-US" altLang="zh-CN" sz="1400" dirty="0">
                <a:ln w="12700">
                  <a:noFill/>
                </a:ln>
                <a:solidFill>
                  <a:srgbClr val="000000">
                    <a:alpha val="100000"/>
                  </a:srgbClr>
                </a:solidFill>
                <a:latin typeface="Poppins"/>
                <a:ea typeface="Poppins"/>
                <a:cs typeface="Poppins"/>
              </a:rPr>
              <a:t> entre </a:t>
            </a:r>
            <a:r>
              <a:rPr kumimoji="1" lang="en-US" altLang="zh-CN" sz="1400" dirty="0" err="1">
                <a:ln w="12700">
                  <a:noFill/>
                </a:ln>
                <a:solidFill>
                  <a:srgbClr val="000000">
                    <a:alpha val="100000"/>
                  </a:srgbClr>
                </a:solidFill>
                <a:latin typeface="Poppins"/>
                <a:ea typeface="Poppins"/>
                <a:cs typeface="Poppins"/>
              </a:rPr>
              <a:t>departamentos</a:t>
            </a:r>
            <a:r>
              <a:rPr kumimoji="1" lang="en-US" altLang="zh-CN" sz="1400" dirty="0">
                <a:ln w="12700">
                  <a:noFill/>
                </a:ln>
                <a:solidFill>
                  <a:srgbClr val="000000">
                    <a:alpha val="100000"/>
                  </a:srgbClr>
                </a:solidFill>
                <a:latin typeface="Poppins"/>
                <a:ea typeface="Poppins"/>
                <a:cs typeface="Poppins"/>
              </a:rPr>
              <a:t>, lo que </a:t>
            </a:r>
            <a:r>
              <a:rPr kumimoji="1" lang="en-US" altLang="zh-CN" sz="1400" dirty="0" err="1">
                <a:ln w="12700">
                  <a:noFill/>
                </a:ln>
                <a:solidFill>
                  <a:srgbClr val="000000">
                    <a:alpha val="100000"/>
                  </a:srgbClr>
                </a:solidFill>
                <a:latin typeface="Poppins"/>
                <a:ea typeface="Poppins"/>
                <a:cs typeface="Poppins"/>
              </a:rPr>
              <a:t>resulta</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en</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una</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colaboración</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más</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efectiva</a:t>
            </a:r>
            <a:r>
              <a:rPr kumimoji="1" lang="en-US" altLang="zh-CN" sz="1400" dirty="0">
                <a:ln w="12700">
                  <a:noFill/>
                </a:ln>
                <a:solidFill>
                  <a:srgbClr val="000000">
                    <a:alpha val="100000"/>
                  </a:srgbClr>
                </a:solidFill>
                <a:latin typeface="Poppins"/>
                <a:ea typeface="Poppins"/>
                <a:cs typeface="Poppins"/>
              </a:rPr>
              <a:t> y </a:t>
            </a:r>
            <a:r>
              <a:rPr kumimoji="1" lang="en-US" altLang="zh-CN" sz="1400" dirty="0" err="1">
                <a:ln w="12700">
                  <a:noFill/>
                </a:ln>
                <a:solidFill>
                  <a:srgbClr val="000000">
                    <a:alpha val="100000"/>
                  </a:srgbClr>
                </a:solidFill>
                <a:latin typeface="Poppins"/>
                <a:ea typeface="Poppins"/>
                <a:cs typeface="Poppins"/>
              </a:rPr>
              <a:t>una</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cultura</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organizacional</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más</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integrada</a:t>
            </a:r>
            <a:r>
              <a:rPr kumimoji="1" lang="en-US" altLang="zh-CN" sz="1400" dirty="0">
                <a:ln w="12700">
                  <a:noFill/>
                </a:ln>
                <a:solidFill>
                  <a:srgbClr val="000000">
                    <a:alpha val="100000"/>
                  </a:srgbClr>
                </a:solidFill>
                <a:latin typeface="Poppins"/>
                <a:ea typeface="Poppins"/>
                <a:cs typeface="Poppins"/>
              </a:rPr>
              <a:t>.</a:t>
            </a:r>
            <a:endParaRPr kumimoji="1" lang="zh-CN" altLang="en-US" dirty="0"/>
          </a:p>
        </p:txBody>
      </p:sp>
      <p:sp>
        <p:nvSpPr>
          <p:cNvPr id="13" name="标题 1"/>
          <p:cNvSpPr txBox="1"/>
          <p:nvPr/>
        </p:nvSpPr>
        <p:spPr>
          <a:xfrm>
            <a:off x="836650" y="475975"/>
            <a:ext cx="10682250" cy="468000"/>
          </a:xfrm>
          <a:prstGeom prst="rect">
            <a:avLst/>
          </a:prstGeom>
          <a:noFill/>
          <a:ln>
            <a:noFill/>
          </a:ln>
        </p:spPr>
        <p:txBody>
          <a:bodyPr vert="horz" wrap="square" lIns="0" tIns="0" rIns="0" bIns="0" rtlCol="0" anchor="ctr"/>
          <a:lstStyle/>
          <a:p>
            <a:pPr algn="l"/>
            <a:r>
              <a:rPr kumimoji="1" lang="en-US" altLang="zh-CN" sz="3200">
                <a:ln w="12700">
                  <a:noFill/>
                </a:ln>
                <a:solidFill>
                  <a:srgbClr val="0499FE">
                    <a:alpha val="100000"/>
                  </a:srgbClr>
                </a:solidFill>
                <a:latin typeface="poppins-bold"/>
                <a:ea typeface="poppins-bold"/>
                <a:cs typeface="poppins-bold"/>
              </a:rPr>
              <a:t>Beneficios del Centro de Cómputo</a:t>
            </a:r>
            <a:endParaRPr kumimoji="1" lang="zh-CN" altLang="en-US"/>
          </a:p>
        </p:txBody>
      </p:sp>
      <p:sp>
        <p:nvSpPr>
          <p:cNvPr id="14" name="标题 1"/>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1F0C2C-55E0-6060-A2CD-495E59C99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4" name="标题 1"/>
          <p:cNvSpPr txBox="1"/>
          <p:nvPr/>
        </p:nvSpPr>
        <p:spPr>
          <a:xfrm>
            <a:off x="6494153" y="3141112"/>
            <a:ext cx="5035631" cy="1514261"/>
          </a:xfrm>
          <a:prstGeom prst="rect">
            <a:avLst/>
          </a:prstGeom>
          <a:noFill/>
          <a:ln>
            <a:noFill/>
          </a:ln>
        </p:spPr>
        <p:txBody>
          <a:bodyPr vert="horz" wrap="square" lIns="91440" tIns="45720" rIns="91440" bIns="45720" rtlCol="0" anchor="ctr"/>
          <a:lstStyle/>
          <a:p>
            <a:pPr algn="ctr"/>
            <a:r>
              <a:rPr kumimoji="1" lang="en-US" altLang="zh-CN" sz="2800">
                <a:ln w="12700">
                  <a:noFill/>
                </a:ln>
                <a:solidFill>
                  <a:srgbClr val="0B144C">
                    <a:alpha val="100000"/>
                  </a:srgbClr>
                </a:solidFill>
                <a:latin typeface="poppins-bold"/>
                <a:ea typeface="poppins-bold"/>
                <a:cs typeface="poppins-bold"/>
              </a:rPr>
              <a:t>Roles Estratégicos en la Empresa</a:t>
            </a:r>
            <a:endParaRPr kumimoji="1" lang="zh-CN" altLang="en-US"/>
          </a:p>
        </p:txBody>
      </p:sp>
      <p:sp>
        <p:nvSpPr>
          <p:cNvPr id="5" name="标题 1"/>
          <p:cNvSpPr txBox="1"/>
          <p:nvPr/>
        </p:nvSpPr>
        <p:spPr>
          <a:xfrm flipH="1">
            <a:off x="8497442" y="1885712"/>
            <a:ext cx="1029054" cy="1029054"/>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7783533" y="1094255"/>
            <a:ext cx="2456872" cy="1667352"/>
          </a:xfrm>
          <a:prstGeom prst="rect">
            <a:avLst/>
          </a:prstGeom>
          <a:noFill/>
          <a:ln>
            <a:noFill/>
          </a:ln>
        </p:spPr>
        <p:txBody>
          <a:bodyPr vert="horz" wrap="square" lIns="0" tIns="0" rIns="0" bIns="0" rtlCol="0" anchor="b"/>
          <a:lstStyle/>
          <a:p>
            <a:pPr algn="ctr"/>
            <a:r>
              <a:rPr kumimoji="1" lang="en-US" altLang="zh-CN" sz="4600">
                <a:ln w="12700">
                  <a:noFill/>
                </a:ln>
                <a:solidFill>
                  <a:srgbClr val="FFFFFF">
                    <a:alpha val="100000"/>
                  </a:srgbClr>
                </a:solidFill>
                <a:latin typeface="poppins-bold"/>
                <a:ea typeface="poppins-bold"/>
                <a:cs typeface="poppins-bold"/>
              </a:rPr>
              <a:t> 02</a:t>
            </a:r>
            <a:endParaRPr kumimoji="1" lang="zh-CN" altLang="en-US"/>
          </a:p>
        </p:txBody>
      </p:sp>
      <p:grpSp>
        <p:nvGrpSpPr>
          <p:cNvPr id="8" name="Grupo 7"/>
          <p:cNvGrpSpPr/>
          <p:nvPr/>
        </p:nvGrpSpPr>
        <p:grpSpPr>
          <a:xfrm>
            <a:off x="9525551" y="6308908"/>
            <a:ext cx="2106697" cy="246048"/>
            <a:chOff x="9525551" y="6308908"/>
            <a:chExt cx="2106697" cy="246048"/>
          </a:xfrm>
        </p:grpSpPr>
        <p:sp>
          <p:nvSpPr>
            <p:cNvPr id="9" name="标题 1"/>
            <p:cNvSpPr txBox="1"/>
            <p:nvPr/>
          </p:nvSpPr>
          <p:spPr>
            <a:xfrm rot="5400000">
              <a:off x="9508583"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rot="5400000">
              <a:off x="9779237" y="6325877"/>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5400000">
              <a:off x="11403172"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5400000">
              <a:off x="10320548"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5400000">
              <a:off x="10049894"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5400000">
              <a:off x="10591205"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rot="5400000">
              <a:off x="10861862"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rot="5400000">
              <a:off x="11132516"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grpSp>
        <p:nvGrpSpPr>
          <p:cNvPr id="17" name="Grupo 16"/>
          <p:cNvGrpSpPr/>
          <p:nvPr/>
        </p:nvGrpSpPr>
        <p:grpSpPr>
          <a:xfrm>
            <a:off x="365877" y="5557873"/>
            <a:ext cx="1412831" cy="591671"/>
            <a:chOff x="365877" y="5557873"/>
            <a:chExt cx="1412831" cy="591671"/>
          </a:xfrm>
        </p:grpSpPr>
        <p:sp>
          <p:nvSpPr>
            <p:cNvPr id="18" name="标题 1"/>
            <p:cNvSpPr txBox="1"/>
            <p:nvPr/>
          </p:nvSpPr>
          <p:spPr>
            <a:xfrm flipH="1">
              <a:off x="1335007" y="5588307"/>
              <a:ext cx="443701" cy="514550"/>
            </a:xfrm>
            <a:custGeom>
              <a:avLst/>
              <a:gdLst>
                <a:gd name="T0" fmla="*/ 330 w 440"/>
                <a:gd name="T1" fmla="*/ 215 h 511"/>
                <a:gd name="T2" fmla="*/ 269 w 440"/>
                <a:gd name="T3" fmla="*/ 209 h 511"/>
                <a:gd name="T4" fmla="*/ 207 w 440"/>
                <a:gd name="T5" fmla="*/ 144 h 511"/>
                <a:gd name="T6" fmla="*/ 160 w 440"/>
                <a:gd name="T7" fmla="*/ 183 h 511"/>
                <a:gd name="T8" fmla="*/ 71 w 440"/>
                <a:gd name="T9" fmla="*/ 181 h 511"/>
                <a:gd name="T10" fmla="*/ 65 w 440"/>
                <a:gd name="T11" fmla="*/ 242 h 511"/>
                <a:gd name="T12" fmla="*/ 0 w 440"/>
                <a:gd name="T13" fmla="*/ 304 h 511"/>
                <a:gd name="T14" fmla="*/ 39 w 440"/>
                <a:gd name="T15" fmla="*/ 351 h 511"/>
                <a:gd name="T16" fmla="*/ 37 w 440"/>
                <a:gd name="T17" fmla="*/ 440 h 511"/>
                <a:gd name="T18" fmla="*/ 98 w 440"/>
                <a:gd name="T19" fmla="*/ 446 h 511"/>
                <a:gd name="T20" fmla="*/ 160 w 440"/>
                <a:gd name="T21" fmla="*/ 511 h 511"/>
                <a:gd name="T22" fmla="*/ 207 w 440"/>
                <a:gd name="T23" fmla="*/ 472 h 511"/>
                <a:gd name="T24" fmla="*/ 296 w 440"/>
                <a:gd name="T25" fmla="*/ 474 h 511"/>
                <a:gd name="T26" fmla="*/ 302 w 440"/>
                <a:gd name="T27" fmla="*/ 413 h 511"/>
                <a:gd name="T28" fmla="*/ 367 w 440"/>
                <a:gd name="T29" fmla="*/ 351 h 511"/>
                <a:gd name="T30" fmla="*/ 328 w 440"/>
                <a:gd name="T31" fmla="*/ 304 h 511"/>
                <a:gd name="T32" fmla="*/ 184 w 440"/>
                <a:gd name="T33" fmla="*/ 412 h 511"/>
                <a:gd name="T34" fmla="*/ 184 w 440"/>
                <a:gd name="T35" fmla="*/ 243 h 511"/>
                <a:gd name="T36" fmla="*/ 184 w 440"/>
                <a:gd name="T37" fmla="*/ 412 h 511"/>
                <a:gd name="T38" fmla="*/ 440 w 440"/>
                <a:gd name="T39" fmla="*/ 77 h 511"/>
                <a:gd name="T40" fmla="*/ 415 w 440"/>
                <a:gd name="T41" fmla="*/ 47 h 511"/>
                <a:gd name="T42" fmla="*/ 402 w 440"/>
                <a:gd name="T43" fmla="*/ 16 h 511"/>
                <a:gd name="T44" fmla="*/ 363 w 440"/>
                <a:gd name="T45" fmla="*/ 13 h 511"/>
                <a:gd name="T46" fmla="*/ 332 w 440"/>
                <a:gd name="T47" fmla="*/ 0 h 511"/>
                <a:gd name="T48" fmla="*/ 302 w 440"/>
                <a:gd name="T49" fmla="*/ 25 h 511"/>
                <a:gd name="T50" fmla="*/ 271 w 440"/>
                <a:gd name="T51" fmla="*/ 38 h 511"/>
                <a:gd name="T52" fmla="*/ 268 w 440"/>
                <a:gd name="T53" fmla="*/ 77 h 511"/>
                <a:gd name="T54" fmla="*/ 255 w 440"/>
                <a:gd name="T55" fmla="*/ 108 h 511"/>
                <a:gd name="T56" fmla="*/ 280 w 440"/>
                <a:gd name="T57" fmla="*/ 138 h 511"/>
                <a:gd name="T58" fmla="*/ 293 w 440"/>
                <a:gd name="T59" fmla="*/ 169 h 511"/>
                <a:gd name="T60" fmla="*/ 332 w 440"/>
                <a:gd name="T61" fmla="*/ 172 h 511"/>
                <a:gd name="T62" fmla="*/ 363 w 440"/>
                <a:gd name="T63" fmla="*/ 185 h 511"/>
                <a:gd name="T64" fmla="*/ 393 w 440"/>
                <a:gd name="T65" fmla="*/ 160 h 511"/>
                <a:gd name="T66" fmla="*/ 424 w 440"/>
                <a:gd name="T67" fmla="*/ 147 h 511"/>
                <a:gd name="T68" fmla="*/ 427 w 440"/>
                <a:gd name="T69" fmla="*/ 108 h 511"/>
                <a:gd name="T70" fmla="*/ 440 w 440"/>
                <a:gd name="T71" fmla="*/ 108 h 511"/>
                <a:gd name="T72" fmla="*/ 298 w 440"/>
                <a:gd name="T73" fmla="*/ 92 h 511"/>
                <a:gd name="T74" fmla="*/ 398 w 440"/>
                <a:gd name="T75" fmla="*/ 92 h 511"/>
              </a:gdLst>
              <a:ahLst/>
              <a:cxnLst/>
              <a:rect l="0" t="0" r="r" b="b"/>
              <a:pathLst>
                <a:path w="440" h="511">
                  <a:moveTo>
                    <a:pt x="302" y="242"/>
                  </a:moveTo>
                  <a:lnTo>
                    <a:pt x="330" y="215"/>
                  </a:lnTo>
                  <a:lnTo>
                    <a:pt x="296" y="181"/>
                  </a:lnTo>
                  <a:lnTo>
                    <a:pt x="269" y="209"/>
                  </a:lnTo>
                  <a:cubicBezTo>
                    <a:pt x="251" y="196"/>
                    <a:pt x="230" y="187"/>
                    <a:pt x="207" y="183"/>
                  </a:cubicBezTo>
                  <a:lnTo>
                    <a:pt x="207" y="144"/>
                  </a:lnTo>
                  <a:lnTo>
                    <a:pt x="160" y="144"/>
                  </a:lnTo>
                  <a:lnTo>
                    <a:pt x="160" y="183"/>
                  </a:lnTo>
                  <a:cubicBezTo>
                    <a:pt x="137" y="187"/>
                    <a:pt x="116" y="196"/>
                    <a:pt x="98" y="209"/>
                  </a:cubicBezTo>
                  <a:lnTo>
                    <a:pt x="71" y="181"/>
                  </a:lnTo>
                  <a:lnTo>
                    <a:pt x="37" y="215"/>
                  </a:lnTo>
                  <a:lnTo>
                    <a:pt x="65" y="242"/>
                  </a:lnTo>
                  <a:cubicBezTo>
                    <a:pt x="52" y="260"/>
                    <a:pt x="43" y="281"/>
                    <a:pt x="39" y="304"/>
                  </a:cubicBezTo>
                  <a:lnTo>
                    <a:pt x="0" y="304"/>
                  </a:lnTo>
                  <a:lnTo>
                    <a:pt x="0" y="351"/>
                  </a:lnTo>
                  <a:lnTo>
                    <a:pt x="39" y="351"/>
                  </a:lnTo>
                  <a:cubicBezTo>
                    <a:pt x="43" y="374"/>
                    <a:pt x="52" y="395"/>
                    <a:pt x="65" y="413"/>
                  </a:cubicBezTo>
                  <a:lnTo>
                    <a:pt x="37" y="440"/>
                  </a:lnTo>
                  <a:lnTo>
                    <a:pt x="71" y="474"/>
                  </a:lnTo>
                  <a:lnTo>
                    <a:pt x="98" y="446"/>
                  </a:lnTo>
                  <a:cubicBezTo>
                    <a:pt x="116" y="459"/>
                    <a:pt x="137" y="468"/>
                    <a:pt x="160" y="472"/>
                  </a:cubicBezTo>
                  <a:lnTo>
                    <a:pt x="160" y="511"/>
                  </a:lnTo>
                  <a:lnTo>
                    <a:pt x="207" y="511"/>
                  </a:lnTo>
                  <a:lnTo>
                    <a:pt x="207" y="472"/>
                  </a:lnTo>
                  <a:cubicBezTo>
                    <a:pt x="230" y="468"/>
                    <a:pt x="251" y="459"/>
                    <a:pt x="269" y="446"/>
                  </a:cubicBezTo>
                  <a:lnTo>
                    <a:pt x="296" y="474"/>
                  </a:lnTo>
                  <a:lnTo>
                    <a:pt x="330" y="440"/>
                  </a:lnTo>
                  <a:lnTo>
                    <a:pt x="302" y="413"/>
                  </a:lnTo>
                  <a:cubicBezTo>
                    <a:pt x="316" y="395"/>
                    <a:pt x="325" y="374"/>
                    <a:pt x="328" y="351"/>
                  </a:cubicBezTo>
                  <a:lnTo>
                    <a:pt x="367" y="351"/>
                  </a:lnTo>
                  <a:lnTo>
                    <a:pt x="367" y="304"/>
                  </a:lnTo>
                  <a:lnTo>
                    <a:pt x="328" y="304"/>
                  </a:lnTo>
                  <a:cubicBezTo>
                    <a:pt x="325" y="281"/>
                    <a:pt x="316" y="260"/>
                    <a:pt x="302" y="242"/>
                  </a:cubicBezTo>
                  <a:close/>
                  <a:moveTo>
                    <a:pt x="184" y="412"/>
                  </a:moveTo>
                  <a:cubicBezTo>
                    <a:pt x="137" y="412"/>
                    <a:pt x="99" y="374"/>
                    <a:pt x="99" y="327"/>
                  </a:cubicBezTo>
                  <a:cubicBezTo>
                    <a:pt x="99" y="281"/>
                    <a:pt x="137" y="243"/>
                    <a:pt x="184" y="243"/>
                  </a:cubicBezTo>
                  <a:cubicBezTo>
                    <a:pt x="230" y="243"/>
                    <a:pt x="268" y="281"/>
                    <a:pt x="268" y="327"/>
                  </a:cubicBezTo>
                  <a:cubicBezTo>
                    <a:pt x="268" y="374"/>
                    <a:pt x="230" y="412"/>
                    <a:pt x="184" y="412"/>
                  </a:cubicBezTo>
                  <a:close/>
                  <a:moveTo>
                    <a:pt x="440" y="108"/>
                  </a:moveTo>
                  <a:lnTo>
                    <a:pt x="440" y="77"/>
                  </a:lnTo>
                  <a:lnTo>
                    <a:pt x="427" y="77"/>
                  </a:lnTo>
                  <a:cubicBezTo>
                    <a:pt x="425" y="66"/>
                    <a:pt x="421" y="56"/>
                    <a:pt x="415" y="47"/>
                  </a:cubicBezTo>
                  <a:lnTo>
                    <a:pt x="424" y="38"/>
                  </a:lnTo>
                  <a:lnTo>
                    <a:pt x="402" y="16"/>
                  </a:lnTo>
                  <a:lnTo>
                    <a:pt x="393" y="25"/>
                  </a:lnTo>
                  <a:cubicBezTo>
                    <a:pt x="384" y="19"/>
                    <a:pt x="374" y="15"/>
                    <a:pt x="363" y="13"/>
                  </a:cubicBezTo>
                  <a:lnTo>
                    <a:pt x="363" y="0"/>
                  </a:lnTo>
                  <a:lnTo>
                    <a:pt x="332" y="0"/>
                  </a:lnTo>
                  <a:lnTo>
                    <a:pt x="332" y="13"/>
                  </a:lnTo>
                  <a:cubicBezTo>
                    <a:pt x="321" y="15"/>
                    <a:pt x="311" y="19"/>
                    <a:pt x="302" y="25"/>
                  </a:cubicBezTo>
                  <a:lnTo>
                    <a:pt x="293" y="16"/>
                  </a:lnTo>
                  <a:lnTo>
                    <a:pt x="271" y="38"/>
                  </a:lnTo>
                  <a:lnTo>
                    <a:pt x="280" y="47"/>
                  </a:lnTo>
                  <a:cubicBezTo>
                    <a:pt x="274" y="56"/>
                    <a:pt x="270" y="66"/>
                    <a:pt x="268" y="77"/>
                  </a:cubicBezTo>
                  <a:lnTo>
                    <a:pt x="255" y="77"/>
                  </a:lnTo>
                  <a:lnTo>
                    <a:pt x="255" y="108"/>
                  </a:lnTo>
                  <a:lnTo>
                    <a:pt x="268" y="108"/>
                  </a:lnTo>
                  <a:cubicBezTo>
                    <a:pt x="270" y="119"/>
                    <a:pt x="274" y="129"/>
                    <a:pt x="280" y="138"/>
                  </a:cubicBezTo>
                  <a:lnTo>
                    <a:pt x="271" y="147"/>
                  </a:lnTo>
                  <a:lnTo>
                    <a:pt x="293" y="169"/>
                  </a:lnTo>
                  <a:lnTo>
                    <a:pt x="302" y="160"/>
                  </a:lnTo>
                  <a:cubicBezTo>
                    <a:pt x="311" y="166"/>
                    <a:pt x="321" y="170"/>
                    <a:pt x="332" y="172"/>
                  </a:cubicBezTo>
                  <a:lnTo>
                    <a:pt x="332" y="185"/>
                  </a:lnTo>
                  <a:lnTo>
                    <a:pt x="363" y="185"/>
                  </a:lnTo>
                  <a:lnTo>
                    <a:pt x="363" y="172"/>
                  </a:lnTo>
                  <a:cubicBezTo>
                    <a:pt x="374" y="170"/>
                    <a:pt x="384" y="166"/>
                    <a:pt x="393" y="160"/>
                  </a:cubicBezTo>
                  <a:lnTo>
                    <a:pt x="402" y="169"/>
                  </a:lnTo>
                  <a:lnTo>
                    <a:pt x="424" y="147"/>
                  </a:lnTo>
                  <a:lnTo>
                    <a:pt x="415" y="138"/>
                  </a:lnTo>
                  <a:cubicBezTo>
                    <a:pt x="421" y="129"/>
                    <a:pt x="425" y="119"/>
                    <a:pt x="427" y="108"/>
                  </a:cubicBezTo>
                  <a:lnTo>
                    <a:pt x="440" y="108"/>
                  </a:lnTo>
                  <a:lnTo>
                    <a:pt x="440" y="108"/>
                  </a:lnTo>
                  <a:close/>
                  <a:moveTo>
                    <a:pt x="348" y="142"/>
                  </a:moveTo>
                  <a:cubicBezTo>
                    <a:pt x="320" y="142"/>
                    <a:pt x="298" y="120"/>
                    <a:pt x="298" y="92"/>
                  </a:cubicBezTo>
                  <a:cubicBezTo>
                    <a:pt x="298" y="65"/>
                    <a:pt x="320" y="43"/>
                    <a:pt x="348" y="43"/>
                  </a:cubicBezTo>
                  <a:cubicBezTo>
                    <a:pt x="375" y="43"/>
                    <a:pt x="398" y="65"/>
                    <a:pt x="398" y="92"/>
                  </a:cubicBezTo>
                  <a:cubicBezTo>
                    <a:pt x="398" y="120"/>
                    <a:pt x="375" y="142"/>
                    <a:pt x="348" y="142"/>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365877" y="5634994"/>
              <a:ext cx="515382" cy="514550"/>
            </a:xfrm>
            <a:custGeom>
              <a:avLst/>
              <a:gdLst>
                <a:gd name="connsiteX0" fmla="*/ 296083 w 593121"/>
                <a:gd name="connsiteY0" fmla="*/ 178541 h 592165"/>
                <a:gd name="connsiteX1" fmla="*/ 413306 w 593121"/>
                <a:gd name="connsiteY1" fmla="*/ 295605 h 592165"/>
                <a:gd name="connsiteX2" fmla="*/ 296083 w 593121"/>
                <a:gd name="connsiteY2" fmla="*/ 412669 h 592165"/>
                <a:gd name="connsiteX3" fmla="*/ 178860 w 593121"/>
                <a:gd name="connsiteY3" fmla="*/ 295605 h 592165"/>
                <a:gd name="connsiteX4" fmla="*/ 296083 w 593121"/>
                <a:gd name="connsiteY4" fmla="*/ 178541 h 592165"/>
                <a:gd name="connsiteX5" fmla="*/ 296064 w 593121"/>
                <a:gd name="connsiteY5" fmla="*/ 146801 h 592165"/>
                <a:gd name="connsiteX6" fmla="*/ 147038 w 593121"/>
                <a:gd name="connsiteY6" fmla="*/ 295587 h 592165"/>
                <a:gd name="connsiteX7" fmla="*/ 296064 w 593121"/>
                <a:gd name="connsiteY7" fmla="*/ 445364 h 592165"/>
                <a:gd name="connsiteX8" fmla="*/ 446083 w 593121"/>
                <a:gd name="connsiteY8" fmla="*/ 295587 h 592165"/>
                <a:gd name="connsiteX9" fmla="*/ 296064 w 593121"/>
                <a:gd name="connsiteY9" fmla="*/ 146801 h 592165"/>
                <a:gd name="connsiteX10" fmla="*/ 266259 w 593121"/>
                <a:gd name="connsiteY10" fmla="*/ 0 h 592165"/>
                <a:gd name="connsiteX11" fmla="*/ 325869 w 593121"/>
                <a:gd name="connsiteY11" fmla="*/ 0 h 592165"/>
                <a:gd name="connsiteX12" fmla="*/ 341765 w 593121"/>
                <a:gd name="connsiteY12" fmla="*/ 27773 h 592165"/>
                <a:gd name="connsiteX13" fmla="*/ 346732 w 593121"/>
                <a:gd name="connsiteY13" fmla="*/ 84312 h 592165"/>
                <a:gd name="connsiteX14" fmla="*/ 411310 w 593121"/>
                <a:gd name="connsiteY14" fmla="*/ 110101 h 592165"/>
                <a:gd name="connsiteX15" fmla="*/ 454031 w 593121"/>
                <a:gd name="connsiteY15" fmla="*/ 74393 h 592165"/>
                <a:gd name="connsiteX16" fmla="*/ 484829 w 593121"/>
                <a:gd name="connsiteY16" fmla="*/ 65466 h 592165"/>
                <a:gd name="connsiteX17" fmla="*/ 526556 w 593121"/>
                <a:gd name="connsiteY17" fmla="*/ 108117 h 592165"/>
                <a:gd name="connsiteX18" fmla="*/ 518608 w 593121"/>
                <a:gd name="connsiteY18" fmla="*/ 138866 h 592165"/>
                <a:gd name="connsiteX19" fmla="*/ 481849 w 593121"/>
                <a:gd name="connsiteY19" fmla="*/ 181518 h 592165"/>
                <a:gd name="connsiteX20" fmla="*/ 508673 w 593121"/>
                <a:gd name="connsiteY20" fmla="*/ 245992 h 592165"/>
                <a:gd name="connsiteX21" fmla="*/ 565303 w 593121"/>
                <a:gd name="connsiteY21" fmla="*/ 249959 h 592165"/>
                <a:gd name="connsiteX22" fmla="*/ 593121 w 593121"/>
                <a:gd name="connsiteY22" fmla="*/ 265830 h 592165"/>
                <a:gd name="connsiteX23" fmla="*/ 593121 w 593121"/>
                <a:gd name="connsiteY23" fmla="*/ 325344 h 592165"/>
                <a:gd name="connsiteX24" fmla="*/ 565303 w 593121"/>
                <a:gd name="connsiteY24" fmla="*/ 341214 h 592165"/>
                <a:gd name="connsiteX25" fmla="*/ 508673 w 593121"/>
                <a:gd name="connsiteY25" fmla="*/ 346174 h 592165"/>
                <a:gd name="connsiteX26" fmla="*/ 481849 w 593121"/>
                <a:gd name="connsiteY26" fmla="*/ 410647 h 592165"/>
                <a:gd name="connsiteX27" fmla="*/ 518608 w 593121"/>
                <a:gd name="connsiteY27" fmla="*/ 453299 h 592165"/>
                <a:gd name="connsiteX28" fmla="*/ 526556 w 593121"/>
                <a:gd name="connsiteY28" fmla="*/ 484048 h 592165"/>
                <a:gd name="connsiteX29" fmla="*/ 484829 w 593121"/>
                <a:gd name="connsiteY29" fmla="*/ 525708 h 592165"/>
                <a:gd name="connsiteX30" fmla="*/ 454031 w 593121"/>
                <a:gd name="connsiteY30" fmla="*/ 517772 h 592165"/>
                <a:gd name="connsiteX31" fmla="*/ 411310 w 593121"/>
                <a:gd name="connsiteY31" fmla="*/ 481072 h 592165"/>
                <a:gd name="connsiteX32" fmla="*/ 346732 w 593121"/>
                <a:gd name="connsiteY32" fmla="*/ 507853 h 592165"/>
                <a:gd name="connsiteX33" fmla="*/ 341765 w 593121"/>
                <a:gd name="connsiteY33" fmla="*/ 564392 h 592165"/>
                <a:gd name="connsiteX34" fmla="*/ 325869 w 593121"/>
                <a:gd name="connsiteY34" fmla="*/ 592165 h 592165"/>
                <a:gd name="connsiteX35" fmla="*/ 266259 w 593121"/>
                <a:gd name="connsiteY35" fmla="*/ 592165 h 592165"/>
                <a:gd name="connsiteX36" fmla="*/ 250363 w 593121"/>
                <a:gd name="connsiteY36" fmla="*/ 564392 h 592165"/>
                <a:gd name="connsiteX37" fmla="*/ 246389 w 593121"/>
                <a:gd name="connsiteY37" fmla="*/ 507853 h 592165"/>
                <a:gd name="connsiteX38" fmla="*/ 181811 w 593121"/>
                <a:gd name="connsiteY38" fmla="*/ 481072 h 592165"/>
                <a:gd name="connsiteX39" fmla="*/ 139090 w 593121"/>
                <a:gd name="connsiteY39" fmla="*/ 517772 h 592165"/>
                <a:gd name="connsiteX40" fmla="*/ 108292 w 593121"/>
                <a:gd name="connsiteY40" fmla="*/ 525708 h 592165"/>
                <a:gd name="connsiteX41" fmla="*/ 65571 w 593121"/>
                <a:gd name="connsiteY41" fmla="*/ 484048 h 592165"/>
                <a:gd name="connsiteX42" fmla="*/ 74513 w 593121"/>
                <a:gd name="connsiteY42" fmla="*/ 453299 h 592165"/>
                <a:gd name="connsiteX43" fmla="*/ 110279 w 593121"/>
                <a:gd name="connsiteY43" fmla="*/ 410647 h 592165"/>
                <a:gd name="connsiteX44" fmla="*/ 84448 w 593121"/>
                <a:gd name="connsiteY44" fmla="*/ 346174 h 592165"/>
                <a:gd name="connsiteX45" fmla="*/ 27818 w 593121"/>
                <a:gd name="connsiteY45" fmla="*/ 341214 h 592165"/>
                <a:gd name="connsiteX46" fmla="*/ 0 w 593121"/>
                <a:gd name="connsiteY46" fmla="*/ 325344 h 592165"/>
                <a:gd name="connsiteX47" fmla="*/ 0 w 593121"/>
                <a:gd name="connsiteY47" fmla="*/ 265830 h 592165"/>
                <a:gd name="connsiteX48" fmla="*/ 27818 w 593121"/>
                <a:gd name="connsiteY48" fmla="*/ 249959 h 592165"/>
                <a:gd name="connsiteX49" fmla="*/ 84448 w 593121"/>
                <a:gd name="connsiteY49" fmla="*/ 245992 h 592165"/>
                <a:gd name="connsiteX50" fmla="*/ 110279 w 593121"/>
                <a:gd name="connsiteY50" fmla="*/ 181518 h 592165"/>
                <a:gd name="connsiteX51" fmla="*/ 74513 w 593121"/>
                <a:gd name="connsiteY51" fmla="*/ 138866 h 592165"/>
                <a:gd name="connsiteX52" fmla="*/ 65571 w 593121"/>
                <a:gd name="connsiteY52" fmla="*/ 108117 h 592165"/>
                <a:gd name="connsiteX53" fmla="*/ 108292 w 593121"/>
                <a:gd name="connsiteY53" fmla="*/ 65466 h 592165"/>
                <a:gd name="connsiteX54" fmla="*/ 139090 w 593121"/>
                <a:gd name="connsiteY54" fmla="*/ 74393 h 592165"/>
                <a:gd name="connsiteX55" fmla="*/ 181811 w 593121"/>
                <a:gd name="connsiteY55" fmla="*/ 110101 h 592165"/>
                <a:gd name="connsiteX56" fmla="*/ 246389 w 593121"/>
                <a:gd name="connsiteY56" fmla="*/ 84312 h 592165"/>
                <a:gd name="connsiteX57" fmla="*/ 250363 w 593121"/>
                <a:gd name="connsiteY57" fmla="*/ 27773 h 592165"/>
                <a:gd name="connsiteX58" fmla="*/ 266259 w 593121"/>
                <a:gd name="connsiteY58" fmla="*/ 0 h 592165"/>
              </a:gdLst>
              <a:ahLst/>
              <a:cxnLst/>
              <a:rect l="l" t="t" r="r" b="b"/>
              <a:pathLst>
                <a:path w="593121" h="592165">
                  <a:moveTo>
                    <a:pt x="296083" y="178541"/>
                  </a:moveTo>
                  <a:cubicBezTo>
                    <a:pt x="360823" y="178541"/>
                    <a:pt x="413306" y="230952"/>
                    <a:pt x="413306" y="295605"/>
                  </a:cubicBezTo>
                  <a:cubicBezTo>
                    <a:pt x="413306" y="360258"/>
                    <a:pt x="360823" y="412669"/>
                    <a:pt x="296083" y="412669"/>
                  </a:cubicBezTo>
                  <a:cubicBezTo>
                    <a:pt x="231343" y="412669"/>
                    <a:pt x="178860" y="360258"/>
                    <a:pt x="178860" y="295605"/>
                  </a:cubicBezTo>
                  <a:cubicBezTo>
                    <a:pt x="178860" y="230952"/>
                    <a:pt x="231343" y="178541"/>
                    <a:pt x="296083" y="178541"/>
                  </a:cubicBezTo>
                  <a:close/>
                  <a:moveTo>
                    <a:pt x="296064" y="146801"/>
                  </a:moveTo>
                  <a:cubicBezTo>
                    <a:pt x="213603" y="146801"/>
                    <a:pt x="147038" y="213259"/>
                    <a:pt x="147038" y="295587"/>
                  </a:cubicBezTo>
                  <a:cubicBezTo>
                    <a:pt x="147038" y="377914"/>
                    <a:pt x="213603" y="445364"/>
                    <a:pt x="296064" y="445364"/>
                  </a:cubicBezTo>
                  <a:cubicBezTo>
                    <a:pt x="378525" y="445364"/>
                    <a:pt x="446083" y="377914"/>
                    <a:pt x="446083" y="295587"/>
                  </a:cubicBezTo>
                  <a:cubicBezTo>
                    <a:pt x="446083" y="213259"/>
                    <a:pt x="378525" y="146801"/>
                    <a:pt x="296064" y="146801"/>
                  </a:cubicBezTo>
                  <a:close/>
                  <a:moveTo>
                    <a:pt x="266259" y="0"/>
                  </a:moveTo>
                  <a:lnTo>
                    <a:pt x="325869" y="0"/>
                  </a:lnTo>
                  <a:cubicBezTo>
                    <a:pt x="334810" y="0"/>
                    <a:pt x="341765" y="12895"/>
                    <a:pt x="341765" y="27773"/>
                  </a:cubicBezTo>
                  <a:lnTo>
                    <a:pt x="346732" y="84312"/>
                  </a:lnTo>
                  <a:cubicBezTo>
                    <a:pt x="369583" y="89271"/>
                    <a:pt x="391440" y="98198"/>
                    <a:pt x="411310" y="110101"/>
                  </a:cubicBezTo>
                  <a:lnTo>
                    <a:pt x="454031" y="74393"/>
                  </a:lnTo>
                  <a:cubicBezTo>
                    <a:pt x="464959" y="63482"/>
                    <a:pt x="478868" y="59514"/>
                    <a:pt x="484829" y="65466"/>
                  </a:cubicBezTo>
                  <a:lnTo>
                    <a:pt x="526556" y="108117"/>
                  </a:lnTo>
                  <a:cubicBezTo>
                    <a:pt x="533511" y="114069"/>
                    <a:pt x="529537" y="127955"/>
                    <a:pt x="518608" y="138866"/>
                  </a:cubicBezTo>
                  <a:lnTo>
                    <a:pt x="481849" y="181518"/>
                  </a:lnTo>
                  <a:cubicBezTo>
                    <a:pt x="493771" y="201356"/>
                    <a:pt x="503706" y="223178"/>
                    <a:pt x="508673" y="245992"/>
                  </a:cubicBezTo>
                  <a:lnTo>
                    <a:pt x="565303" y="249959"/>
                  </a:lnTo>
                  <a:cubicBezTo>
                    <a:pt x="580206" y="249959"/>
                    <a:pt x="593121" y="257894"/>
                    <a:pt x="593121" y="265830"/>
                  </a:cubicBezTo>
                  <a:lnTo>
                    <a:pt x="593121" y="325344"/>
                  </a:lnTo>
                  <a:cubicBezTo>
                    <a:pt x="593121" y="334271"/>
                    <a:pt x="580206" y="341214"/>
                    <a:pt x="565303" y="341214"/>
                  </a:cubicBezTo>
                  <a:lnTo>
                    <a:pt x="508673" y="346174"/>
                  </a:lnTo>
                  <a:cubicBezTo>
                    <a:pt x="503706" y="368987"/>
                    <a:pt x="493771" y="390809"/>
                    <a:pt x="481849" y="410647"/>
                  </a:cubicBezTo>
                  <a:lnTo>
                    <a:pt x="518608" y="453299"/>
                  </a:lnTo>
                  <a:cubicBezTo>
                    <a:pt x="529537" y="464210"/>
                    <a:pt x="533511" y="478096"/>
                    <a:pt x="526556" y="484048"/>
                  </a:cubicBezTo>
                  <a:lnTo>
                    <a:pt x="484829" y="525708"/>
                  </a:lnTo>
                  <a:cubicBezTo>
                    <a:pt x="478868" y="532651"/>
                    <a:pt x="464959" y="528683"/>
                    <a:pt x="454031" y="517772"/>
                  </a:cubicBezTo>
                  <a:lnTo>
                    <a:pt x="411310" y="481072"/>
                  </a:lnTo>
                  <a:cubicBezTo>
                    <a:pt x="391440" y="492975"/>
                    <a:pt x="369583" y="502894"/>
                    <a:pt x="346732" y="507853"/>
                  </a:cubicBezTo>
                  <a:lnTo>
                    <a:pt x="341765" y="564392"/>
                  </a:lnTo>
                  <a:cubicBezTo>
                    <a:pt x="341765" y="579270"/>
                    <a:pt x="334810" y="592165"/>
                    <a:pt x="325869" y="592165"/>
                  </a:cubicBezTo>
                  <a:lnTo>
                    <a:pt x="266259" y="592165"/>
                  </a:lnTo>
                  <a:cubicBezTo>
                    <a:pt x="258311" y="592165"/>
                    <a:pt x="250363" y="579270"/>
                    <a:pt x="250363" y="564392"/>
                  </a:cubicBezTo>
                  <a:lnTo>
                    <a:pt x="246389" y="507853"/>
                  </a:lnTo>
                  <a:cubicBezTo>
                    <a:pt x="223538" y="502894"/>
                    <a:pt x="201681" y="492975"/>
                    <a:pt x="181811" y="481072"/>
                  </a:cubicBezTo>
                  <a:lnTo>
                    <a:pt x="139090" y="517772"/>
                  </a:lnTo>
                  <a:cubicBezTo>
                    <a:pt x="128162" y="528683"/>
                    <a:pt x="114253" y="532651"/>
                    <a:pt x="108292" y="525708"/>
                  </a:cubicBezTo>
                  <a:lnTo>
                    <a:pt x="65571" y="484048"/>
                  </a:lnTo>
                  <a:cubicBezTo>
                    <a:pt x="59610" y="478096"/>
                    <a:pt x="63584" y="464210"/>
                    <a:pt x="74513" y="453299"/>
                  </a:cubicBezTo>
                  <a:lnTo>
                    <a:pt x="110279" y="410647"/>
                  </a:lnTo>
                  <a:cubicBezTo>
                    <a:pt x="98357" y="390809"/>
                    <a:pt x="89415" y="368987"/>
                    <a:pt x="84448" y="346174"/>
                  </a:cubicBezTo>
                  <a:lnTo>
                    <a:pt x="27818" y="341214"/>
                  </a:lnTo>
                  <a:cubicBezTo>
                    <a:pt x="12916" y="341214"/>
                    <a:pt x="0" y="334271"/>
                    <a:pt x="0" y="325344"/>
                  </a:cubicBezTo>
                  <a:lnTo>
                    <a:pt x="0" y="265830"/>
                  </a:lnTo>
                  <a:cubicBezTo>
                    <a:pt x="0" y="257894"/>
                    <a:pt x="12916" y="249959"/>
                    <a:pt x="27818" y="249959"/>
                  </a:cubicBezTo>
                  <a:lnTo>
                    <a:pt x="84448" y="245992"/>
                  </a:lnTo>
                  <a:cubicBezTo>
                    <a:pt x="89415" y="223178"/>
                    <a:pt x="98357" y="201356"/>
                    <a:pt x="110279" y="181518"/>
                  </a:cubicBezTo>
                  <a:lnTo>
                    <a:pt x="74513" y="138866"/>
                  </a:lnTo>
                  <a:cubicBezTo>
                    <a:pt x="63584" y="127955"/>
                    <a:pt x="59610" y="114069"/>
                    <a:pt x="65571" y="108117"/>
                  </a:cubicBezTo>
                  <a:lnTo>
                    <a:pt x="108292" y="65466"/>
                  </a:lnTo>
                  <a:cubicBezTo>
                    <a:pt x="114253" y="59514"/>
                    <a:pt x="128162" y="63482"/>
                    <a:pt x="139090" y="74393"/>
                  </a:cubicBezTo>
                  <a:lnTo>
                    <a:pt x="181811" y="110101"/>
                  </a:lnTo>
                  <a:cubicBezTo>
                    <a:pt x="201681" y="98198"/>
                    <a:pt x="223538" y="89271"/>
                    <a:pt x="246389" y="84312"/>
                  </a:cubicBezTo>
                  <a:lnTo>
                    <a:pt x="250363" y="27773"/>
                  </a:lnTo>
                  <a:cubicBezTo>
                    <a:pt x="250363" y="12895"/>
                    <a:pt x="258311" y="0"/>
                    <a:pt x="266259" y="0"/>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20" name="标题 1"/>
            <p:cNvSpPr txBox="1"/>
            <p:nvPr/>
          </p:nvSpPr>
          <p:spPr>
            <a:xfrm flipH="1">
              <a:off x="917972" y="5557873"/>
              <a:ext cx="350963" cy="351113"/>
            </a:xfrm>
            <a:custGeom>
              <a:avLst/>
              <a:gdLst>
                <a:gd name="connsiteX0" fmla="*/ 508291 w 606885"/>
                <a:gd name="connsiteY0" fmla="*/ 415645 h 607145"/>
                <a:gd name="connsiteX1" fmla="*/ 417168 w 606885"/>
                <a:gd name="connsiteY1" fmla="*/ 415742 h 607145"/>
                <a:gd name="connsiteX2" fmla="*/ 392859 w 606885"/>
                <a:gd name="connsiteY2" fmla="*/ 429210 h 607145"/>
                <a:gd name="connsiteX3" fmla="*/ 334489 w 606885"/>
                <a:gd name="connsiteY3" fmla="*/ 518928 h 607145"/>
                <a:gd name="connsiteX4" fmla="*/ 338710 w 606885"/>
                <a:gd name="connsiteY4" fmla="*/ 520382 h 607145"/>
                <a:gd name="connsiteX5" fmla="*/ 383980 w 606885"/>
                <a:gd name="connsiteY5" fmla="*/ 527697 h 607145"/>
                <a:gd name="connsiteX6" fmla="*/ 384126 w 606885"/>
                <a:gd name="connsiteY6" fmla="*/ 527697 h 607145"/>
                <a:gd name="connsiteX7" fmla="*/ 429541 w 606885"/>
                <a:gd name="connsiteY7" fmla="*/ 520333 h 607145"/>
                <a:gd name="connsiteX8" fmla="*/ 448125 w 606885"/>
                <a:gd name="connsiteY8" fmla="*/ 512631 h 607145"/>
                <a:gd name="connsiteX9" fmla="*/ 512318 w 606885"/>
                <a:gd name="connsiteY9" fmla="*/ 448394 h 607145"/>
                <a:gd name="connsiteX10" fmla="*/ 519984 w 606885"/>
                <a:gd name="connsiteY10" fmla="*/ 429888 h 607145"/>
                <a:gd name="connsiteX11" fmla="*/ 523914 w 606885"/>
                <a:gd name="connsiteY11" fmla="*/ 415645 h 607145"/>
                <a:gd name="connsiteX12" fmla="*/ 383980 w 606885"/>
                <a:gd name="connsiteY12" fmla="*/ 363568 h 607145"/>
                <a:gd name="connsiteX13" fmla="*/ 375101 w 606885"/>
                <a:gd name="connsiteY13" fmla="*/ 365506 h 607145"/>
                <a:gd name="connsiteX14" fmla="*/ 362922 w 606885"/>
                <a:gd name="connsiteY14" fmla="*/ 384641 h 607145"/>
                <a:gd name="connsiteX15" fmla="*/ 376993 w 606885"/>
                <a:gd name="connsiteY15" fmla="*/ 404503 h 607145"/>
                <a:gd name="connsiteX16" fmla="*/ 384029 w 606885"/>
                <a:gd name="connsiteY16" fmla="*/ 405666 h 607145"/>
                <a:gd name="connsiteX17" fmla="*/ 405087 w 606885"/>
                <a:gd name="connsiteY17" fmla="*/ 385755 h 607145"/>
                <a:gd name="connsiteX18" fmla="*/ 405087 w 606885"/>
                <a:gd name="connsiteY18" fmla="*/ 385465 h 607145"/>
                <a:gd name="connsiteX19" fmla="*/ 405087 w 606885"/>
                <a:gd name="connsiteY19" fmla="*/ 384593 h 607145"/>
                <a:gd name="connsiteX20" fmla="*/ 384029 w 606885"/>
                <a:gd name="connsiteY20" fmla="*/ 363568 h 607145"/>
                <a:gd name="connsiteX21" fmla="*/ 383980 w 606885"/>
                <a:gd name="connsiteY21" fmla="*/ 363568 h 607145"/>
                <a:gd name="connsiteX22" fmla="*/ 279951 w 606885"/>
                <a:gd name="connsiteY22" fmla="*/ 286251 h 607145"/>
                <a:gd name="connsiteX23" fmla="*/ 269616 w 606885"/>
                <a:gd name="connsiteY23" fmla="*/ 298459 h 607145"/>
                <a:gd name="connsiteX24" fmla="*/ 255691 w 606885"/>
                <a:gd name="connsiteY24" fmla="*/ 320840 h 607145"/>
                <a:gd name="connsiteX25" fmla="*/ 250596 w 606885"/>
                <a:gd name="connsiteY25" fmla="*/ 332322 h 607145"/>
                <a:gd name="connsiteX26" fmla="*/ 248024 w 606885"/>
                <a:gd name="connsiteY26" fmla="*/ 339394 h 607145"/>
                <a:gd name="connsiteX27" fmla="*/ 247005 w 606885"/>
                <a:gd name="connsiteY27" fmla="*/ 342592 h 607145"/>
                <a:gd name="connsiteX28" fmla="*/ 244434 w 606885"/>
                <a:gd name="connsiteY28" fmla="*/ 352135 h 607145"/>
                <a:gd name="connsiteX29" fmla="*/ 240698 w 606885"/>
                <a:gd name="connsiteY29" fmla="*/ 384738 h 607145"/>
                <a:gd name="connsiteX30" fmla="*/ 248121 w 606885"/>
                <a:gd name="connsiteY30" fmla="*/ 430082 h 607145"/>
                <a:gd name="connsiteX31" fmla="*/ 255836 w 606885"/>
                <a:gd name="connsiteY31" fmla="*/ 448636 h 607145"/>
                <a:gd name="connsiteX32" fmla="*/ 280873 w 606885"/>
                <a:gd name="connsiteY32" fmla="*/ 483952 h 607145"/>
                <a:gd name="connsiteX33" fmla="*/ 291839 w 606885"/>
                <a:gd name="connsiteY33" fmla="*/ 467578 h 607145"/>
                <a:gd name="connsiteX34" fmla="*/ 339874 w 606885"/>
                <a:gd name="connsiteY34" fmla="*/ 395638 h 607145"/>
                <a:gd name="connsiteX35" fmla="*/ 338516 w 606885"/>
                <a:gd name="connsiteY35" fmla="*/ 384641 h 607145"/>
                <a:gd name="connsiteX36" fmla="*/ 339486 w 606885"/>
                <a:gd name="connsiteY36" fmla="*/ 375146 h 607145"/>
                <a:gd name="connsiteX37" fmla="*/ 315129 w 606885"/>
                <a:gd name="connsiteY37" fmla="*/ 338765 h 607145"/>
                <a:gd name="connsiteX38" fmla="*/ 310519 w 606885"/>
                <a:gd name="connsiteY38" fmla="*/ 331886 h 607145"/>
                <a:gd name="connsiteX39" fmla="*/ 305910 w 606885"/>
                <a:gd name="connsiteY39" fmla="*/ 325055 h 607145"/>
                <a:gd name="connsiteX40" fmla="*/ 290868 w 606885"/>
                <a:gd name="connsiteY40" fmla="*/ 302625 h 607145"/>
                <a:gd name="connsiteX41" fmla="*/ 281455 w 606885"/>
                <a:gd name="connsiteY41" fmla="*/ 288528 h 607145"/>
                <a:gd name="connsiteX42" fmla="*/ 383883 w 606885"/>
                <a:gd name="connsiteY42" fmla="*/ 241537 h 607145"/>
                <a:gd name="connsiteX43" fmla="*/ 352296 w 606885"/>
                <a:gd name="connsiteY43" fmla="*/ 245074 h 607145"/>
                <a:gd name="connsiteX44" fmla="*/ 342689 w 606885"/>
                <a:gd name="connsiteY44" fmla="*/ 247593 h 607145"/>
                <a:gd name="connsiteX45" fmla="*/ 338467 w 606885"/>
                <a:gd name="connsiteY45" fmla="*/ 248949 h 607145"/>
                <a:gd name="connsiteX46" fmla="*/ 333227 w 606885"/>
                <a:gd name="connsiteY46" fmla="*/ 250790 h 607145"/>
                <a:gd name="connsiteX47" fmla="*/ 338031 w 606885"/>
                <a:gd name="connsiteY47" fmla="*/ 258202 h 607145"/>
                <a:gd name="connsiteX48" fmla="*/ 343125 w 606885"/>
                <a:gd name="connsiteY48" fmla="*/ 266050 h 607145"/>
                <a:gd name="connsiteX49" fmla="*/ 391355 w 606885"/>
                <a:gd name="connsiteY49" fmla="*/ 339782 h 607145"/>
                <a:gd name="connsiteX50" fmla="*/ 417120 w 606885"/>
                <a:gd name="connsiteY50" fmla="*/ 353492 h 607145"/>
                <a:gd name="connsiteX51" fmla="*/ 508242 w 606885"/>
                <a:gd name="connsiteY51" fmla="*/ 353395 h 607145"/>
                <a:gd name="connsiteX52" fmla="*/ 523866 w 606885"/>
                <a:gd name="connsiteY52" fmla="*/ 353395 h 607145"/>
                <a:gd name="connsiteX53" fmla="*/ 519936 w 606885"/>
                <a:gd name="connsiteY53" fmla="*/ 339152 h 607145"/>
                <a:gd name="connsiteX54" fmla="*/ 512172 w 606885"/>
                <a:gd name="connsiteY54" fmla="*/ 320647 h 607145"/>
                <a:gd name="connsiteX55" fmla="*/ 447882 w 606885"/>
                <a:gd name="connsiteY55" fmla="*/ 256555 h 607145"/>
                <a:gd name="connsiteX56" fmla="*/ 429347 w 606885"/>
                <a:gd name="connsiteY56" fmla="*/ 248852 h 607145"/>
                <a:gd name="connsiteX57" fmla="*/ 384029 w 606885"/>
                <a:gd name="connsiteY57" fmla="*/ 241537 h 607145"/>
                <a:gd name="connsiteX58" fmla="*/ 184993 w 606885"/>
                <a:gd name="connsiteY58" fmla="*/ 167283 h 607145"/>
                <a:gd name="connsiteX59" fmla="*/ 172476 w 606885"/>
                <a:gd name="connsiteY59" fmla="*/ 172515 h 607145"/>
                <a:gd name="connsiteX60" fmla="*/ 169322 w 606885"/>
                <a:gd name="connsiteY60" fmla="*/ 192426 h 607145"/>
                <a:gd name="connsiteX61" fmla="*/ 172767 w 606885"/>
                <a:gd name="connsiteY61" fmla="*/ 197222 h 607145"/>
                <a:gd name="connsiteX62" fmla="*/ 184993 w 606885"/>
                <a:gd name="connsiteY62" fmla="*/ 202164 h 607145"/>
                <a:gd name="connsiteX63" fmla="*/ 196831 w 606885"/>
                <a:gd name="connsiteY63" fmla="*/ 197610 h 607145"/>
                <a:gd name="connsiteX64" fmla="*/ 196976 w 606885"/>
                <a:gd name="connsiteY64" fmla="*/ 197416 h 607145"/>
                <a:gd name="connsiteX65" fmla="*/ 197510 w 606885"/>
                <a:gd name="connsiteY65" fmla="*/ 196932 h 607145"/>
                <a:gd name="connsiteX66" fmla="*/ 197219 w 606885"/>
                <a:gd name="connsiteY66" fmla="*/ 172224 h 607145"/>
                <a:gd name="connsiteX67" fmla="*/ 190815 w 606885"/>
                <a:gd name="connsiteY67" fmla="*/ 168252 h 607145"/>
                <a:gd name="connsiteX68" fmla="*/ 184993 w 606885"/>
                <a:gd name="connsiteY68" fmla="*/ 167283 h 607145"/>
                <a:gd name="connsiteX69" fmla="*/ 411880 w 606885"/>
                <a:gd name="connsiteY69" fmla="*/ 162089 h 607145"/>
                <a:gd name="connsiteX70" fmla="*/ 424932 w 606885"/>
                <a:gd name="connsiteY70" fmla="*/ 175072 h 607145"/>
                <a:gd name="connsiteX71" fmla="*/ 426096 w 606885"/>
                <a:gd name="connsiteY71" fmla="*/ 194401 h 607145"/>
                <a:gd name="connsiteX72" fmla="*/ 488688 w 606885"/>
                <a:gd name="connsiteY72" fmla="*/ 220222 h 607145"/>
                <a:gd name="connsiteX73" fmla="*/ 503196 w 606885"/>
                <a:gd name="connsiteY73" fmla="*/ 207384 h 607145"/>
                <a:gd name="connsiteX74" fmla="*/ 512415 w 606885"/>
                <a:gd name="connsiteY74" fmla="*/ 203557 h 607145"/>
                <a:gd name="connsiteX75" fmla="*/ 521585 w 606885"/>
                <a:gd name="connsiteY75" fmla="*/ 207336 h 607145"/>
                <a:gd name="connsiteX76" fmla="*/ 561324 w 606885"/>
                <a:gd name="connsiteY76" fmla="*/ 246963 h 607145"/>
                <a:gd name="connsiteX77" fmla="*/ 561324 w 606885"/>
                <a:gd name="connsiteY77" fmla="*/ 265323 h 607145"/>
                <a:gd name="connsiteX78" fmla="*/ 548466 w 606885"/>
                <a:gd name="connsiteY78" fmla="*/ 279857 h 607145"/>
                <a:gd name="connsiteX79" fmla="*/ 574473 w 606885"/>
                <a:gd name="connsiteY79" fmla="*/ 342253 h 607145"/>
                <a:gd name="connsiteX80" fmla="*/ 593833 w 606885"/>
                <a:gd name="connsiteY80" fmla="*/ 343415 h 607145"/>
                <a:gd name="connsiteX81" fmla="*/ 606837 w 606885"/>
                <a:gd name="connsiteY81" fmla="*/ 356398 h 607145"/>
                <a:gd name="connsiteX82" fmla="*/ 606885 w 606885"/>
                <a:gd name="connsiteY82" fmla="*/ 412448 h 607145"/>
                <a:gd name="connsiteX83" fmla="*/ 593882 w 606885"/>
                <a:gd name="connsiteY83" fmla="*/ 425480 h 607145"/>
                <a:gd name="connsiteX84" fmla="*/ 574522 w 606885"/>
                <a:gd name="connsiteY84" fmla="*/ 426642 h 607145"/>
                <a:gd name="connsiteX85" fmla="*/ 548660 w 606885"/>
                <a:gd name="connsiteY85" fmla="*/ 489135 h 607145"/>
                <a:gd name="connsiteX86" fmla="*/ 561567 w 606885"/>
                <a:gd name="connsiteY86" fmla="*/ 503620 h 607145"/>
                <a:gd name="connsiteX87" fmla="*/ 561567 w 606885"/>
                <a:gd name="connsiteY87" fmla="*/ 521980 h 607145"/>
                <a:gd name="connsiteX88" fmla="*/ 521877 w 606885"/>
                <a:gd name="connsiteY88" fmla="*/ 561656 h 607145"/>
                <a:gd name="connsiteX89" fmla="*/ 512706 w 606885"/>
                <a:gd name="connsiteY89" fmla="*/ 565483 h 607145"/>
                <a:gd name="connsiteX90" fmla="*/ 503487 w 606885"/>
                <a:gd name="connsiteY90" fmla="*/ 561704 h 607145"/>
                <a:gd name="connsiteX91" fmla="*/ 488931 w 606885"/>
                <a:gd name="connsiteY91" fmla="*/ 548867 h 607145"/>
                <a:gd name="connsiteX92" fmla="*/ 426436 w 606885"/>
                <a:gd name="connsiteY92" fmla="*/ 574784 h 607145"/>
                <a:gd name="connsiteX93" fmla="*/ 425271 w 606885"/>
                <a:gd name="connsiteY93" fmla="*/ 594114 h 607145"/>
                <a:gd name="connsiteX94" fmla="*/ 412268 w 606885"/>
                <a:gd name="connsiteY94" fmla="*/ 607097 h 607145"/>
                <a:gd name="connsiteX95" fmla="*/ 356129 w 606885"/>
                <a:gd name="connsiteY95" fmla="*/ 607145 h 607145"/>
                <a:gd name="connsiteX96" fmla="*/ 343077 w 606885"/>
                <a:gd name="connsiteY96" fmla="*/ 594162 h 607145"/>
                <a:gd name="connsiteX97" fmla="*/ 341912 w 606885"/>
                <a:gd name="connsiteY97" fmla="*/ 574833 h 607145"/>
                <a:gd name="connsiteX98" fmla="*/ 279369 w 606885"/>
                <a:gd name="connsiteY98" fmla="*/ 549012 h 607145"/>
                <a:gd name="connsiteX99" fmla="*/ 264813 w 606885"/>
                <a:gd name="connsiteY99" fmla="*/ 561898 h 607145"/>
                <a:gd name="connsiteX100" fmla="*/ 255642 w 606885"/>
                <a:gd name="connsiteY100" fmla="*/ 565677 h 607145"/>
                <a:gd name="connsiteX101" fmla="*/ 246423 w 606885"/>
                <a:gd name="connsiteY101" fmla="*/ 561898 h 607145"/>
                <a:gd name="connsiteX102" fmla="*/ 206684 w 606885"/>
                <a:gd name="connsiteY102" fmla="*/ 522319 h 607145"/>
                <a:gd name="connsiteX103" fmla="*/ 206684 w 606885"/>
                <a:gd name="connsiteY103" fmla="*/ 503911 h 607145"/>
                <a:gd name="connsiteX104" fmla="*/ 219542 w 606885"/>
                <a:gd name="connsiteY104" fmla="*/ 489377 h 607145"/>
                <a:gd name="connsiteX105" fmla="*/ 193584 w 606885"/>
                <a:gd name="connsiteY105" fmla="*/ 426981 h 607145"/>
                <a:gd name="connsiteX106" fmla="*/ 174224 w 606885"/>
                <a:gd name="connsiteY106" fmla="*/ 425819 h 607145"/>
                <a:gd name="connsiteX107" fmla="*/ 174175 w 606885"/>
                <a:gd name="connsiteY107" fmla="*/ 425819 h 607145"/>
                <a:gd name="connsiteX108" fmla="*/ 161172 w 606885"/>
                <a:gd name="connsiteY108" fmla="*/ 412836 h 607145"/>
                <a:gd name="connsiteX109" fmla="*/ 161123 w 606885"/>
                <a:gd name="connsiteY109" fmla="*/ 385465 h 607145"/>
                <a:gd name="connsiteX110" fmla="*/ 161123 w 606885"/>
                <a:gd name="connsiteY110" fmla="*/ 377326 h 607145"/>
                <a:gd name="connsiteX111" fmla="*/ 161123 w 606885"/>
                <a:gd name="connsiteY111" fmla="*/ 369139 h 607145"/>
                <a:gd name="connsiteX112" fmla="*/ 161123 w 606885"/>
                <a:gd name="connsiteY112" fmla="*/ 356786 h 607145"/>
                <a:gd name="connsiteX113" fmla="*/ 174127 w 606885"/>
                <a:gd name="connsiteY113" fmla="*/ 343754 h 607145"/>
                <a:gd name="connsiteX114" fmla="*/ 193487 w 606885"/>
                <a:gd name="connsiteY114" fmla="*/ 342592 h 607145"/>
                <a:gd name="connsiteX115" fmla="*/ 197902 w 606885"/>
                <a:gd name="connsiteY115" fmla="*/ 326072 h 607145"/>
                <a:gd name="connsiteX116" fmla="*/ 207703 w 606885"/>
                <a:gd name="connsiteY116" fmla="*/ 301124 h 607145"/>
                <a:gd name="connsiteX117" fmla="*/ 212458 w 606885"/>
                <a:gd name="connsiteY117" fmla="*/ 291774 h 607145"/>
                <a:gd name="connsiteX118" fmla="*/ 218426 w 606885"/>
                <a:gd name="connsiteY118" fmla="*/ 281601 h 607145"/>
                <a:gd name="connsiteX119" fmla="*/ 219348 w 606885"/>
                <a:gd name="connsiteY119" fmla="*/ 280147 h 607145"/>
                <a:gd name="connsiteX120" fmla="*/ 206490 w 606885"/>
                <a:gd name="connsiteY120" fmla="*/ 265614 h 607145"/>
                <a:gd name="connsiteX121" fmla="*/ 203822 w 606885"/>
                <a:gd name="connsiteY121" fmla="*/ 261787 h 607145"/>
                <a:gd name="connsiteX122" fmla="*/ 204016 w 606885"/>
                <a:gd name="connsiteY122" fmla="*/ 250693 h 607145"/>
                <a:gd name="connsiteX123" fmla="*/ 206442 w 606885"/>
                <a:gd name="connsiteY123" fmla="*/ 247254 h 607145"/>
                <a:gd name="connsiteX124" fmla="*/ 209208 w 606885"/>
                <a:gd name="connsiteY124" fmla="*/ 244492 h 607145"/>
                <a:gd name="connsiteX125" fmla="*/ 245744 w 606885"/>
                <a:gd name="connsiteY125" fmla="*/ 207966 h 607145"/>
                <a:gd name="connsiteX126" fmla="*/ 246132 w 606885"/>
                <a:gd name="connsiteY126" fmla="*/ 207578 h 607145"/>
                <a:gd name="connsiteX127" fmla="*/ 253216 w 606885"/>
                <a:gd name="connsiteY127" fmla="*/ 203945 h 607145"/>
                <a:gd name="connsiteX128" fmla="*/ 255351 w 606885"/>
                <a:gd name="connsiteY128" fmla="*/ 203751 h 607145"/>
                <a:gd name="connsiteX129" fmla="*/ 264521 w 606885"/>
                <a:gd name="connsiteY129" fmla="*/ 207578 h 607145"/>
                <a:gd name="connsiteX130" fmla="*/ 279078 w 606885"/>
                <a:gd name="connsiteY130" fmla="*/ 220416 h 607145"/>
                <a:gd name="connsiteX131" fmla="*/ 280630 w 606885"/>
                <a:gd name="connsiteY131" fmla="*/ 219447 h 607145"/>
                <a:gd name="connsiteX132" fmla="*/ 281795 w 606885"/>
                <a:gd name="connsiteY132" fmla="*/ 218720 h 607145"/>
                <a:gd name="connsiteX133" fmla="*/ 292033 w 606885"/>
                <a:gd name="connsiteY133" fmla="*/ 212810 h 607145"/>
                <a:gd name="connsiteX134" fmla="*/ 301446 w 606885"/>
                <a:gd name="connsiteY134" fmla="*/ 208111 h 607145"/>
                <a:gd name="connsiteX135" fmla="*/ 325755 w 606885"/>
                <a:gd name="connsiteY135" fmla="*/ 198713 h 607145"/>
                <a:gd name="connsiteX136" fmla="*/ 341573 w 606885"/>
                <a:gd name="connsiteY136" fmla="*/ 194498 h 607145"/>
                <a:gd name="connsiteX137" fmla="*/ 342737 w 606885"/>
                <a:gd name="connsiteY137" fmla="*/ 175169 h 607145"/>
                <a:gd name="connsiteX138" fmla="*/ 355741 w 606885"/>
                <a:gd name="connsiteY138" fmla="*/ 162137 h 607145"/>
                <a:gd name="connsiteX139" fmla="*/ 369472 w 606885"/>
                <a:gd name="connsiteY139" fmla="*/ 162137 h 607145"/>
                <a:gd name="connsiteX140" fmla="*/ 377575 w 606885"/>
                <a:gd name="connsiteY140" fmla="*/ 162137 h 607145"/>
                <a:gd name="connsiteX141" fmla="*/ 385630 w 606885"/>
                <a:gd name="connsiteY141" fmla="*/ 162137 h 607145"/>
                <a:gd name="connsiteX142" fmla="*/ 180481 w 606885"/>
                <a:gd name="connsiteY142" fmla="*/ 66177 h 607145"/>
                <a:gd name="connsiteX143" fmla="*/ 146082 w 606885"/>
                <a:gd name="connsiteY143" fmla="*/ 72620 h 607145"/>
                <a:gd name="connsiteX144" fmla="*/ 130751 w 606885"/>
                <a:gd name="connsiteY144" fmla="*/ 79160 h 607145"/>
                <a:gd name="connsiteX145" fmla="*/ 100041 w 606885"/>
                <a:gd name="connsiteY145" fmla="*/ 101784 h 607145"/>
                <a:gd name="connsiteX146" fmla="*/ 78111 w 606885"/>
                <a:gd name="connsiteY146" fmla="*/ 132935 h 607145"/>
                <a:gd name="connsiteX147" fmla="*/ 71901 w 606885"/>
                <a:gd name="connsiteY147" fmla="*/ 148389 h 607145"/>
                <a:gd name="connsiteX148" fmla="*/ 66225 w 606885"/>
                <a:gd name="connsiteY148" fmla="*/ 183851 h 607145"/>
                <a:gd name="connsiteX149" fmla="*/ 82235 w 606885"/>
                <a:gd name="connsiteY149" fmla="*/ 180460 h 607145"/>
                <a:gd name="connsiteX150" fmla="*/ 152438 w 606885"/>
                <a:gd name="connsiteY150" fmla="*/ 165684 h 607145"/>
                <a:gd name="connsiteX151" fmla="*/ 158017 w 606885"/>
                <a:gd name="connsiteY151" fmla="*/ 158417 h 607145"/>
                <a:gd name="connsiteX152" fmla="*/ 164131 w 606885"/>
                <a:gd name="connsiteY152" fmla="*/ 153331 h 607145"/>
                <a:gd name="connsiteX153" fmla="*/ 177473 w 606885"/>
                <a:gd name="connsiteY153" fmla="*/ 82212 h 607145"/>
                <a:gd name="connsiteX154" fmla="*/ 206194 w 606885"/>
                <a:gd name="connsiteY154" fmla="*/ 0 h 607145"/>
                <a:gd name="connsiteX155" fmla="*/ 206291 w 606885"/>
                <a:gd name="connsiteY155" fmla="*/ 0 h 607145"/>
                <a:gd name="connsiteX156" fmla="*/ 217111 w 606885"/>
                <a:gd name="connsiteY156" fmla="*/ 10658 h 607145"/>
                <a:gd name="connsiteX157" fmla="*/ 218226 w 606885"/>
                <a:gd name="connsiteY157" fmla="*/ 26694 h 607145"/>
                <a:gd name="connsiteX158" fmla="*/ 270333 w 606885"/>
                <a:gd name="connsiteY158" fmla="*/ 47525 h 607145"/>
                <a:gd name="connsiteX159" fmla="*/ 282268 w 606885"/>
                <a:gd name="connsiteY159" fmla="*/ 36722 h 607145"/>
                <a:gd name="connsiteX160" fmla="*/ 289982 w 606885"/>
                <a:gd name="connsiteY160" fmla="*/ 33524 h 607145"/>
                <a:gd name="connsiteX161" fmla="*/ 297502 w 606885"/>
                <a:gd name="connsiteY161" fmla="*/ 36577 h 607145"/>
                <a:gd name="connsiteX162" fmla="*/ 330784 w 606885"/>
                <a:gd name="connsiteY162" fmla="*/ 69084 h 607145"/>
                <a:gd name="connsiteX163" fmla="*/ 330978 w 606885"/>
                <a:gd name="connsiteY163" fmla="*/ 84296 h 607145"/>
                <a:gd name="connsiteX164" fmla="*/ 320450 w 606885"/>
                <a:gd name="connsiteY164" fmla="*/ 96455 h 607145"/>
                <a:gd name="connsiteX165" fmla="*/ 342476 w 606885"/>
                <a:gd name="connsiteY165" fmla="*/ 147953 h 607145"/>
                <a:gd name="connsiteX166" fmla="*/ 335150 w 606885"/>
                <a:gd name="connsiteY166" fmla="*/ 154542 h 607145"/>
                <a:gd name="connsiteX167" fmla="*/ 326611 w 606885"/>
                <a:gd name="connsiteY167" fmla="*/ 174598 h 607145"/>
                <a:gd name="connsiteX168" fmla="*/ 326320 w 606885"/>
                <a:gd name="connsiteY168" fmla="*/ 179394 h 607145"/>
                <a:gd name="connsiteX169" fmla="*/ 326175 w 606885"/>
                <a:gd name="connsiteY169" fmla="*/ 181720 h 607145"/>
                <a:gd name="connsiteX170" fmla="*/ 303663 w 606885"/>
                <a:gd name="connsiteY170" fmla="*/ 189520 h 607145"/>
                <a:gd name="connsiteX171" fmla="*/ 297259 w 606885"/>
                <a:gd name="connsiteY171" fmla="*/ 145870 h 607145"/>
                <a:gd name="connsiteX172" fmla="*/ 290710 w 606885"/>
                <a:gd name="connsiteY172" fmla="*/ 130561 h 607145"/>
                <a:gd name="connsiteX173" fmla="*/ 268052 w 606885"/>
                <a:gd name="connsiteY173" fmla="*/ 99895 h 607145"/>
                <a:gd name="connsiteX174" fmla="*/ 236857 w 606885"/>
                <a:gd name="connsiteY174" fmla="*/ 77998 h 607145"/>
                <a:gd name="connsiteX175" fmla="*/ 232636 w 606885"/>
                <a:gd name="connsiteY175" fmla="*/ 76060 h 607145"/>
                <a:gd name="connsiteX176" fmla="*/ 215412 w 606885"/>
                <a:gd name="connsiteY176" fmla="*/ 162390 h 607145"/>
                <a:gd name="connsiteX177" fmla="*/ 222690 w 606885"/>
                <a:gd name="connsiteY177" fmla="*/ 185450 h 607145"/>
                <a:gd name="connsiteX178" fmla="*/ 234237 w 606885"/>
                <a:gd name="connsiteY178" fmla="*/ 196690 h 607145"/>
                <a:gd name="connsiteX179" fmla="*/ 197704 w 606885"/>
                <a:gd name="connsiteY179" fmla="*/ 233218 h 607145"/>
                <a:gd name="connsiteX180" fmla="*/ 186594 w 606885"/>
                <a:gd name="connsiteY180" fmla="*/ 222366 h 607145"/>
                <a:gd name="connsiteX181" fmla="*/ 184993 w 606885"/>
                <a:gd name="connsiteY181" fmla="*/ 222366 h 607145"/>
                <a:gd name="connsiteX182" fmla="*/ 164373 w 606885"/>
                <a:gd name="connsiteY182" fmla="*/ 216262 h 607145"/>
                <a:gd name="connsiteX183" fmla="*/ 77675 w 606885"/>
                <a:gd name="connsiteY183" fmla="*/ 235591 h 607145"/>
                <a:gd name="connsiteX184" fmla="*/ 79276 w 606885"/>
                <a:gd name="connsiteY184" fmla="*/ 238886 h 607145"/>
                <a:gd name="connsiteX185" fmla="*/ 101981 w 606885"/>
                <a:gd name="connsiteY185" fmla="*/ 269552 h 607145"/>
                <a:gd name="connsiteX186" fmla="*/ 133177 w 606885"/>
                <a:gd name="connsiteY186" fmla="*/ 291498 h 607145"/>
                <a:gd name="connsiteX187" fmla="*/ 148605 w 606885"/>
                <a:gd name="connsiteY187" fmla="*/ 297650 h 607145"/>
                <a:gd name="connsiteX188" fmla="*/ 184993 w 606885"/>
                <a:gd name="connsiteY188" fmla="*/ 303319 h 607145"/>
                <a:gd name="connsiteX189" fmla="*/ 189117 w 606885"/>
                <a:gd name="connsiteY189" fmla="*/ 303270 h 607145"/>
                <a:gd name="connsiteX190" fmla="*/ 180917 w 606885"/>
                <a:gd name="connsiteY190" fmla="*/ 326669 h 607145"/>
                <a:gd name="connsiteX191" fmla="*/ 180723 w 606885"/>
                <a:gd name="connsiteY191" fmla="*/ 327202 h 607145"/>
                <a:gd name="connsiteX192" fmla="*/ 173592 w 606885"/>
                <a:gd name="connsiteY192" fmla="*/ 327638 h 607145"/>
                <a:gd name="connsiteX193" fmla="*/ 153505 w 606885"/>
                <a:gd name="connsiteY193" fmla="*/ 336213 h 607145"/>
                <a:gd name="connsiteX194" fmla="*/ 148945 w 606885"/>
                <a:gd name="connsiteY194" fmla="*/ 342172 h 607145"/>
                <a:gd name="connsiteX195" fmla="*/ 99652 w 606885"/>
                <a:gd name="connsiteY195" fmla="*/ 321922 h 607145"/>
                <a:gd name="connsiteX196" fmla="*/ 87766 w 606885"/>
                <a:gd name="connsiteY196" fmla="*/ 332725 h 607145"/>
                <a:gd name="connsiteX197" fmla="*/ 80052 w 606885"/>
                <a:gd name="connsiteY197" fmla="*/ 335971 h 607145"/>
                <a:gd name="connsiteX198" fmla="*/ 72483 w 606885"/>
                <a:gd name="connsiteY198" fmla="*/ 332870 h 607145"/>
                <a:gd name="connsiteX199" fmla="*/ 39201 w 606885"/>
                <a:gd name="connsiteY199" fmla="*/ 300412 h 607145"/>
                <a:gd name="connsiteX200" fmla="*/ 39056 w 606885"/>
                <a:gd name="connsiteY200" fmla="*/ 285151 h 607145"/>
                <a:gd name="connsiteX201" fmla="*/ 49584 w 606885"/>
                <a:gd name="connsiteY201" fmla="*/ 272992 h 607145"/>
                <a:gd name="connsiteX202" fmla="*/ 27509 w 606885"/>
                <a:gd name="connsiteY202" fmla="*/ 221494 h 607145"/>
                <a:gd name="connsiteX203" fmla="*/ 11450 w 606885"/>
                <a:gd name="connsiteY203" fmla="*/ 220719 h 607145"/>
                <a:gd name="connsiteX204" fmla="*/ 11305 w 606885"/>
                <a:gd name="connsiteY204" fmla="*/ 220719 h 607145"/>
                <a:gd name="connsiteX205" fmla="*/ 534 w 606885"/>
                <a:gd name="connsiteY205" fmla="*/ 210061 h 607145"/>
                <a:gd name="connsiteX206" fmla="*/ 0 w 606885"/>
                <a:gd name="connsiteY206" fmla="*/ 163601 h 607145"/>
                <a:gd name="connsiteX207" fmla="*/ 10674 w 606885"/>
                <a:gd name="connsiteY207" fmla="*/ 152701 h 607145"/>
                <a:gd name="connsiteX208" fmla="*/ 26733 w 606885"/>
                <a:gd name="connsiteY208" fmla="*/ 151538 h 607145"/>
                <a:gd name="connsiteX209" fmla="*/ 47595 w 606885"/>
                <a:gd name="connsiteY209" fmla="*/ 99507 h 607145"/>
                <a:gd name="connsiteX210" fmla="*/ 36824 w 606885"/>
                <a:gd name="connsiteY210" fmla="*/ 87638 h 607145"/>
                <a:gd name="connsiteX211" fmla="*/ 36630 w 606885"/>
                <a:gd name="connsiteY211" fmla="*/ 72378 h 607145"/>
                <a:gd name="connsiteX212" fmla="*/ 69184 w 606885"/>
                <a:gd name="connsiteY212" fmla="*/ 39144 h 607145"/>
                <a:gd name="connsiteX213" fmla="*/ 76898 w 606885"/>
                <a:gd name="connsiteY213" fmla="*/ 35898 h 607145"/>
                <a:gd name="connsiteX214" fmla="*/ 84418 w 606885"/>
                <a:gd name="connsiteY214" fmla="*/ 38999 h 607145"/>
                <a:gd name="connsiteX215" fmla="*/ 96596 w 606885"/>
                <a:gd name="connsiteY215" fmla="*/ 49512 h 607145"/>
                <a:gd name="connsiteX216" fmla="*/ 148169 w 606885"/>
                <a:gd name="connsiteY216" fmla="*/ 27469 h 607145"/>
                <a:gd name="connsiteX217" fmla="*/ 148993 w 606885"/>
                <a:gd name="connsiteY217" fmla="*/ 11433 h 607145"/>
                <a:gd name="connsiteX218" fmla="*/ 159667 w 606885"/>
                <a:gd name="connsiteY218" fmla="*/ 533 h 607145"/>
              </a:gdLst>
              <a:ahLst/>
              <a:cxnLst/>
              <a:rect l="l" t="t" r="r" b="b"/>
              <a:pathLst>
                <a:path w="606885" h="607145">
                  <a:moveTo>
                    <a:pt x="508291" y="415645"/>
                  </a:moveTo>
                  <a:lnTo>
                    <a:pt x="417168" y="415742"/>
                  </a:lnTo>
                  <a:cubicBezTo>
                    <a:pt x="410812" y="422476"/>
                    <a:pt x="402369" y="427320"/>
                    <a:pt x="392859" y="429210"/>
                  </a:cubicBezTo>
                  <a:lnTo>
                    <a:pt x="334489" y="518928"/>
                  </a:lnTo>
                  <a:cubicBezTo>
                    <a:pt x="335847" y="519413"/>
                    <a:pt x="337254" y="519946"/>
                    <a:pt x="338710" y="520382"/>
                  </a:cubicBezTo>
                  <a:cubicBezTo>
                    <a:pt x="352927" y="525129"/>
                    <a:pt x="368162" y="527697"/>
                    <a:pt x="383980" y="527697"/>
                  </a:cubicBezTo>
                  <a:lnTo>
                    <a:pt x="384126" y="527697"/>
                  </a:lnTo>
                  <a:cubicBezTo>
                    <a:pt x="399992" y="527697"/>
                    <a:pt x="415276" y="525081"/>
                    <a:pt x="429541" y="520333"/>
                  </a:cubicBezTo>
                  <a:cubicBezTo>
                    <a:pt x="435946" y="518153"/>
                    <a:pt x="442157" y="515586"/>
                    <a:pt x="448125" y="512631"/>
                  </a:cubicBezTo>
                  <a:cubicBezTo>
                    <a:pt x="475830" y="498727"/>
                    <a:pt x="498441" y="476152"/>
                    <a:pt x="512318" y="448394"/>
                  </a:cubicBezTo>
                  <a:cubicBezTo>
                    <a:pt x="515278" y="442435"/>
                    <a:pt x="517849" y="436283"/>
                    <a:pt x="519984" y="429888"/>
                  </a:cubicBezTo>
                  <a:cubicBezTo>
                    <a:pt x="521537" y="425237"/>
                    <a:pt x="522847" y="420490"/>
                    <a:pt x="523914" y="415645"/>
                  </a:cubicBezTo>
                  <a:close/>
                  <a:moveTo>
                    <a:pt x="383980" y="363568"/>
                  </a:moveTo>
                  <a:cubicBezTo>
                    <a:pt x="380826" y="363568"/>
                    <a:pt x="377818" y="364295"/>
                    <a:pt x="375101" y="365506"/>
                  </a:cubicBezTo>
                  <a:cubicBezTo>
                    <a:pt x="367920" y="368897"/>
                    <a:pt x="362922" y="376163"/>
                    <a:pt x="362922" y="384641"/>
                  </a:cubicBezTo>
                  <a:cubicBezTo>
                    <a:pt x="362922" y="393797"/>
                    <a:pt x="368793" y="401597"/>
                    <a:pt x="376993" y="404503"/>
                  </a:cubicBezTo>
                  <a:cubicBezTo>
                    <a:pt x="379225" y="405278"/>
                    <a:pt x="381554" y="405666"/>
                    <a:pt x="384029" y="405666"/>
                  </a:cubicBezTo>
                  <a:cubicBezTo>
                    <a:pt x="395285" y="405666"/>
                    <a:pt x="404504" y="396849"/>
                    <a:pt x="405087" y="385755"/>
                  </a:cubicBezTo>
                  <a:cubicBezTo>
                    <a:pt x="405087" y="385659"/>
                    <a:pt x="405087" y="385562"/>
                    <a:pt x="405087" y="385465"/>
                  </a:cubicBezTo>
                  <a:cubicBezTo>
                    <a:pt x="405087" y="385174"/>
                    <a:pt x="405087" y="384883"/>
                    <a:pt x="405087" y="384593"/>
                  </a:cubicBezTo>
                  <a:cubicBezTo>
                    <a:pt x="405087" y="372966"/>
                    <a:pt x="395674" y="363568"/>
                    <a:pt x="384029" y="363568"/>
                  </a:cubicBezTo>
                  <a:cubicBezTo>
                    <a:pt x="383980" y="363568"/>
                    <a:pt x="383980" y="363568"/>
                    <a:pt x="383980" y="363568"/>
                  </a:cubicBezTo>
                  <a:close/>
                  <a:moveTo>
                    <a:pt x="279951" y="286251"/>
                  </a:moveTo>
                  <a:cubicBezTo>
                    <a:pt x="276263" y="290127"/>
                    <a:pt x="272818" y="294196"/>
                    <a:pt x="269616" y="298459"/>
                  </a:cubicBezTo>
                  <a:cubicBezTo>
                    <a:pt x="264327" y="305435"/>
                    <a:pt x="259669" y="312944"/>
                    <a:pt x="255691" y="320840"/>
                  </a:cubicBezTo>
                  <a:cubicBezTo>
                    <a:pt x="253847" y="324571"/>
                    <a:pt x="252149" y="328398"/>
                    <a:pt x="250596" y="332322"/>
                  </a:cubicBezTo>
                  <a:cubicBezTo>
                    <a:pt x="249674" y="334647"/>
                    <a:pt x="248801" y="337021"/>
                    <a:pt x="248024" y="339394"/>
                  </a:cubicBezTo>
                  <a:cubicBezTo>
                    <a:pt x="247685" y="340460"/>
                    <a:pt x="247345" y="341526"/>
                    <a:pt x="247005" y="342592"/>
                  </a:cubicBezTo>
                  <a:cubicBezTo>
                    <a:pt x="246035" y="345741"/>
                    <a:pt x="245162" y="348889"/>
                    <a:pt x="244434" y="352135"/>
                  </a:cubicBezTo>
                  <a:cubicBezTo>
                    <a:pt x="242008" y="362599"/>
                    <a:pt x="240698" y="373548"/>
                    <a:pt x="240698" y="384738"/>
                  </a:cubicBezTo>
                  <a:cubicBezTo>
                    <a:pt x="240698" y="400628"/>
                    <a:pt x="243318" y="415839"/>
                    <a:pt x="248121" y="430082"/>
                  </a:cubicBezTo>
                  <a:cubicBezTo>
                    <a:pt x="250256" y="436476"/>
                    <a:pt x="252828" y="442677"/>
                    <a:pt x="255836" y="448636"/>
                  </a:cubicBezTo>
                  <a:cubicBezTo>
                    <a:pt x="262386" y="461667"/>
                    <a:pt x="270829" y="473585"/>
                    <a:pt x="280873" y="483952"/>
                  </a:cubicBezTo>
                  <a:lnTo>
                    <a:pt x="291839" y="467578"/>
                  </a:lnTo>
                  <a:lnTo>
                    <a:pt x="339874" y="395638"/>
                  </a:lnTo>
                  <a:cubicBezTo>
                    <a:pt x="339001" y="392150"/>
                    <a:pt x="338516" y="388468"/>
                    <a:pt x="338516" y="384641"/>
                  </a:cubicBezTo>
                  <a:cubicBezTo>
                    <a:pt x="338516" y="381395"/>
                    <a:pt x="338855" y="378198"/>
                    <a:pt x="339486" y="375146"/>
                  </a:cubicBezTo>
                  <a:lnTo>
                    <a:pt x="315129" y="338765"/>
                  </a:lnTo>
                  <a:lnTo>
                    <a:pt x="310519" y="331886"/>
                  </a:lnTo>
                  <a:lnTo>
                    <a:pt x="305910" y="325055"/>
                  </a:lnTo>
                  <a:lnTo>
                    <a:pt x="290868" y="302625"/>
                  </a:lnTo>
                  <a:lnTo>
                    <a:pt x="281455" y="288528"/>
                  </a:lnTo>
                  <a:close/>
                  <a:moveTo>
                    <a:pt x="383883" y="241537"/>
                  </a:moveTo>
                  <a:cubicBezTo>
                    <a:pt x="373014" y="241537"/>
                    <a:pt x="362485" y="242797"/>
                    <a:pt x="352296" y="245074"/>
                  </a:cubicBezTo>
                  <a:cubicBezTo>
                    <a:pt x="349045" y="245800"/>
                    <a:pt x="345843" y="246672"/>
                    <a:pt x="342689" y="247593"/>
                  </a:cubicBezTo>
                  <a:cubicBezTo>
                    <a:pt x="341282" y="248029"/>
                    <a:pt x="339874" y="248465"/>
                    <a:pt x="338467" y="248949"/>
                  </a:cubicBezTo>
                  <a:cubicBezTo>
                    <a:pt x="336672" y="249531"/>
                    <a:pt x="334925" y="250160"/>
                    <a:pt x="333227" y="250790"/>
                  </a:cubicBezTo>
                  <a:lnTo>
                    <a:pt x="338031" y="258202"/>
                  </a:lnTo>
                  <a:lnTo>
                    <a:pt x="343125" y="266050"/>
                  </a:lnTo>
                  <a:lnTo>
                    <a:pt x="391355" y="339782"/>
                  </a:lnTo>
                  <a:cubicBezTo>
                    <a:pt x="401448" y="341429"/>
                    <a:pt x="410375" y="346370"/>
                    <a:pt x="417120" y="353492"/>
                  </a:cubicBezTo>
                  <a:lnTo>
                    <a:pt x="508242" y="353395"/>
                  </a:lnTo>
                  <a:lnTo>
                    <a:pt x="523866" y="353395"/>
                  </a:lnTo>
                  <a:cubicBezTo>
                    <a:pt x="522798" y="348550"/>
                    <a:pt x="521488" y="343803"/>
                    <a:pt x="519936" y="339152"/>
                  </a:cubicBezTo>
                  <a:cubicBezTo>
                    <a:pt x="517752" y="332758"/>
                    <a:pt x="515181" y="326557"/>
                    <a:pt x="512172" y="320647"/>
                  </a:cubicBezTo>
                  <a:cubicBezTo>
                    <a:pt x="498295" y="292937"/>
                    <a:pt x="475636" y="270362"/>
                    <a:pt x="447882" y="256555"/>
                  </a:cubicBezTo>
                  <a:cubicBezTo>
                    <a:pt x="441914" y="253551"/>
                    <a:pt x="435752" y="250984"/>
                    <a:pt x="429347" y="248852"/>
                  </a:cubicBezTo>
                  <a:cubicBezTo>
                    <a:pt x="415082" y="244105"/>
                    <a:pt x="399846" y="241537"/>
                    <a:pt x="384029" y="241537"/>
                  </a:cubicBezTo>
                  <a:close/>
                  <a:moveTo>
                    <a:pt x="184993" y="167283"/>
                  </a:moveTo>
                  <a:cubicBezTo>
                    <a:pt x="180481" y="167283"/>
                    <a:pt x="175920" y="169027"/>
                    <a:pt x="172476" y="172515"/>
                  </a:cubicBezTo>
                  <a:cubicBezTo>
                    <a:pt x="167187" y="177941"/>
                    <a:pt x="166120" y="185983"/>
                    <a:pt x="169322" y="192426"/>
                  </a:cubicBezTo>
                  <a:cubicBezTo>
                    <a:pt x="170147" y="194170"/>
                    <a:pt x="171311" y="195769"/>
                    <a:pt x="172767" y="197222"/>
                  </a:cubicBezTo>
                  <a:cubicBezTo>
                    <a:pt x="176163" y="200517"/>
                    <a:pt x="180578" y="202164"/>
                    <a:pt x="184993" y="202164"/>
                  </a:cubicBezTo>
                  <a:cubicBezTo>
                    <a:pt x="189262" y="202164"/>
                    <a:pt x="193483" y="200662"/>
                    <a:pt x="196831" y="197610"/>
                  </a:cubicBezTo>
                  <a:cubicBezTo>
                    <a:pt x="196879" y="197562"/>
                    <a:pt x="196928" y="197465"/>
                    <a:pt x="196976" y="197416"/>
                  </a:cubicBezTo>
                  <a:cubicBezTo>
                    <a:pt x="197170" y="197271"/>
                    <a:pt x="197316" y="197126"/>
                    <a:pt x="197510" y="196932"/>
                  </a:cubicBezTo>
                  <a:cubicBezTo>
                    <a:pt x="204254" y="190053"/>
                    <a:pt x="204108" y="178958"/>
                    <a:pt x="197219" y="172224"/>
                  </a:cubicBezTo>
                  <a:cubicBezTo>
                    <a:pt x="195327" y="170384"/>
                    <a:pt x="193144" y="169075"/>
                    <a:pt x="190815" y="168252"/>
                  </a:cubicBezTo>
                  <a:cubicBezTo>
                    <a:pt x="188971" y="167622"/>
                    <a:pt x="186982" y="167283"/>
                    <a:pt x="184993" y="167283"/>
                  </a:cubicBezTo>
                  <a:close/>
                  <a:moveTo>
                    <a:pt x="411880" y="162089"/>
                  </a:moveTo>
                  <a:cubicBezTo>
                    <a:pt x="419109" y="162089"/>
                    <a:pt x="424932" y="167902"/>
                    <a:pt x="424932" y="175072"/>
                  </a:cubicBezTo>
                  <a:lnTo>
                    <a:pt x="426096" y="194401"/>
                  </a:lnTo>
                  <a:cubicBezTo>
                    <a:pt x="448658" y="199391"/>
                    <a:pt x="469765" y="208208"/>
                    <a:pt x="488688" y="220222"/>
                  </a:cubicBezTo>
                  <a:lnTo>
                    <a:pt x="503196" y="207384"/>
                  </a:lnTo>
                  <a:cubicBezTo>
                    <a:pt x="505719" y="204817"/>
                    <a:pt x="509067" y="203557"/>
                    <a:pt x="512415" y="203557"/>
                  </a:cubicBezTo>
                  <a:cubicBezTo>
                    <a:pt x="515714" y="203557"/>
                    <a:pt x="519062" y="204817"/>
                    <a:pt x="521585" y="207336"/>
                  </a:cubicBezTo>
                  <a:lnTo>
                    <a:pt x="561324" y="246963"/>
                  </a:lnTo>
                  <a:cubicBezTo>
                    <a:pt x="566419" y="252050"/>
                    <a:pt x="566419" y="260237"/>
                    <a:pt x="561324" y="265323"/>
                  </a:cubicBezTo>
                  <a:lnTo>
                    <a:pt x="548466" y="279857"/>
                  </a:lnTo>
                  <a:cubicBezTo>
                    <a:pt x="560548" y="298701"/>
                    <a:pt x="569427" y="319726"/>
                    <a:pt x="574473" y="342253"/>
                  </a:cubicBezTo>
                  <a:lnTo>
                    <a:pt x="593833" y="343415"/>
                  </a:lnTo>
                  <a:cubicBezTo>
                    <a:pt x="601014" y="343415"/>
                    <a:pt x="606837" y="349229"/>
                    <a:pt x="606837" y="356398"/>
                  </a:cubicBezTo>
                  <a:lnTo>
                    <a:pt x="606885" y="412448"/>
                  </a:lnTo>
                  <a:cubicBezTo>
                    <a:pt x="606885" y="419666"/>
                    <a:pt x="601063" y="425480"/>
                    <a:pt x="593882" y="425480"/>
                  </a:cubicBezTo>
                  <a:lnTo>
                    <a:pt x="574522" y="426642"/>
                  </a:lnTo>
                  <a:cubicBezTo>
                    <a:pt x="569573" y="449169"/>
                    <a:pt x="560693" y="470242"/>
                    <a:pt x="548660" y="489135"/>
                  </a:cubicBezTo>
                  <a:lnTo>
                    <a:pt x="561567" y="503620"/>
                  </a:lnTo>
                  <a:cubicBezTo>
                    <a:pt x="566661" y="508707"/>
                    <a:pt x="566661" y="516894"/>
                    <a:pt x="561567" y="521980"/>
                  </a:cubicBezTo>
                  <a:lnTo>
                    <a:pt x="521877" y="561656"/>
                  </a:lnTo>
                  <a:cubicBezTo>
                    <a:pt x="519353" y="564224"/>
                    <a:pt x="516005" y="565483"/>
                    <a:pt x="512706" y="565483"/>
                  </a:cubicBezTo>
                  <a:cubicBezTo>
                    <a:pt x="509358" y="565483"/>
                    <a:pt x="506010" y="564224"/>
                    <a:pt x="503487" y="561704"/>
                  </a:cubicBezTo>
                  <a:lnTo>
                    <a:pt x="488931" y="548867"/>
                  </a:lnTo>
                  <a:cubicBezTo>
                    <a:pt x="470056" y="560881"/>
                    <a:pt x="448998" y="569795"/>
                    <a:pt x="426436" y="574784"/>
                  </a:cubicBezTo>
                  <a:lnTo>
                    <a:pt x="425271" y="594114"/>
                  </a:lnTo>
                  <a:cubicBezTo>
                    <a:pt x="425271" y="601283"/>
                    <a:pt x="419449" y="607097"/>
                    <a:pt x="412268" y="607097"/>
                  </a:cubicBezTo>
                  <a:lnTo>
                    <a:pt x="356129" y="607145"/>
                  </a:lnTo>
                  <a:cubicBezTo>
                    <a:pt x="348948" y="607145"/>
                    <a:pt x="343125" y="601332"/>
                    <a:pt x="343077" y="594162"/>
                  </a:cubicBezTo>
                  <a:lnTo>
                    <a:pt x="341912" y="574833"/>
                  </a:lnTo>
                  <a:cubicBezTo>
                    <a:pt x="319350" y="569891"/>
                    <a:pt x="298243" y="561026"/>
                    <a:pt x="279369" y="549012"/>
                  </a:cubicBezTo>
                  <a:lnTo>
                    <a:pt x="264813" y="561898"/>
                  </a:lnTo>
                  <a:cubicBezTo>
                    <a:pt x="262289" y="564417"/>
                    <a:pt x="258941" y="565677"/>
                    <a:pt x="255642" y="565677"/>
                  </a:cubicBezTo>
                  <a:cubicBezTo>
                    <a:pt x="252294" y="565677"/>
                    <a:pt x="248946" y="564417"/>
                    <a:pt x="246423" y="561898"/>
                  </a:cubicBezTo>
                  <a:lnTo>
                    <a:pt x="206684" y="522319"/>
                  </a:lnTo>
                  <a:cubicBezTo>
                    <a:pt x="201590" y="517233"/>
                    <a:pt x="201590" y="508997"/>
                    <a:pt x="206684" y="503911"/>
                  </a:cubicBezTo>
                  <a:lnTo>
                    <a:pt x="219542" y="489377"/>
                  </a:lnTo>
                  <a:cubicBezTo>
                    <a:pt x="207461" y="470581"/>
                    <a:pt x="198581" y="449508"/>
                    <a:pt x="193584" y="426981"/>
                  </a:cubicBezTo>
                  <a:lnTo>
                    <a:pt x="174224" y="425819"/>
                  </a:lnTo>
                  <a:lnTo>
                    <a:pt x="174175" y="425819"/>
                  </a:lnTo>
                  <a:cubicBezTo>
                    <a:pt x="166994" y="425819"/>
                    <a:pt x="161172" y="420005"/>
                    <a:pt x="161172" y="412836"/>
                  </a:cubicBezTo>
                  <a:lnTo>
                    <a:pt x="161123" y="385465"/>
                  </a:lnTo>
                  <a:lnTo>
                    <a:pt x="161123" y="377326"/>
                  </a:lnTo>
                  <a:lnTo>
                    <a:pt x="161123" y="369139"/>
                  </a:lnTo>
                  <a:lnTo>
                    <a:pt x="161123" y="356786"/>
                  </a:lnTo>
                  <a:cubicBezTo>
                    <a:pt x="161123" y="349616"/>
                    <a:pt x="166946" y="343803"/>
                    <a:pt x="174127" y="343754"/>
                  </a:cubicBezTo>
                  <a:lnTo>
                    <a:pt x="193487" y="342592"/>
                  </a:lnTo>
                  <a:cubicBezTo>
                    <a:pt x="194748" y="336972"/>
                    <a:pt x="196204" y="331498"/>
                    <a:pt x="197902" y="326072"/>
                  </a:cubicBezTo>
                  <a:cubicBezTo>
                    <a:pt x="200619" y="317498"/>
                    <a:pt x="203919" y="309165"/>
                    <a:pt x="207703" y="301124"/>
                  </a:cubicBezTo>
                  <a:cubicBezTo>
                    <a:pt x="209208" y="297975"/>
                    <a:pt x="210809" y="294874"/>
                    <a:pt x="212458" y="291774"/>
                  </a:cubicBezTo>
                  <a:cubicBezTo>
                    <a:pt x="214351" y="288334"/>
                    <a:pt x="216340" y="284943"/>
                    <a:pt x="218426" y="281601"/>
                  </a:cubicBezTo>
                  <a:cubicBezTo>
                    <a:pt x="218766" y="281116"/>
                    <a:pt x="219057" y="280632"/>
                    <a:pt x="219348" y="280147"/>
                  </a:cubicBezTo>
                  <a:lnTo>
                    <a:pt x="206490" y="265614"/>
                  </a:lnTo>
                  <a:cubicBezTo>
                    <a:pt x="205326" y="264500"/>
                    <a:pt x="204452" y="263192"/>
                    <a:pt x="203822" y="261787"/>
                  </a:cubicBezTo>
                  <a:cubicBezTo>
                    <a:pt x="202220" y="258251"/>
                    <a:pt x="202269" y="254181"/>
                    <a:pt x="204016" y="250693"/>
                  </a:cubicBezTo>
                  <a:cubicBezTo>
                    <a:pt x="204598" y="249434"/>
                    <a:pt x="205423" y="248271"/>
                    <a:pt x="206442" y="247254"/>
                  </a:cubicBezTo>
                  <a:lnTo>
                    <a:pt x="209208" y="244492"/>
                  </a:lnTo>
                  <a:lnTo>
                    <a:pt x="245744" y="207966"/>
                  </a:lnTo>
                  <a:lnTo>
                    <a:pt x="246132" y="207578"/>
                  </a:lnTo>
                  <a:cubicBezTo>
                    <a:pt x="248121" y="205592"/>
                    <a:pt x="250596" y="204381"/>
                    <a:pt x="253216" y="203945"/>
                  </a:cubicBezTo>
                  <a:cubicBezTo>
                    <a:pt x="253895" y="203848"/>
                    <a:pt x="254623" y="203751"/>
                    <a:pt x="255351" y="203751"/>
                  </a:cubicBezTo>
                  <a:cubicBezTo>
                    <a:pt x="258650" y="203751"/>
                    <a:pt x="261998" y="205059"/>
                    <a:pt x="264521" y="207578"/>
                  </a:cubicBezTo>
                  <a:lnTo>
                    <a:pt x="279078" y="220416"/>
                  </a:lnTo>
                  <a:cubicBezTo>
                    <a:pt x="279563" y="220077"/>
                    <a:pt x="280097" y="219737"/>
                    <a:pt x="280630" y="219447"/>
                  </a:cubicBezTo>
                  <a:cubicBezTo>
                    <a:pt x="281019" y="219205"/>
                    <a:pt x="281407" y="218962"/>
                    <a:pt x="281795" y="218720"/>
                  </a:cubicBezTo>
                  <a:cubicBezTo>
                    <a:pt x="285143" y="216637"/>
                    <a:pt x="288539" y="214699"/>
                    <a:pt x="292033" y="212810"/>
                  </a:cubicBezTo>
                  <a:cubicBezTo>
                    <a:pt x="295138" y="211163"/>
                    <a:pt x="298243" y="209613"/>
                    <a:pt x="301446" y="208111"/>
                  </a:cubicBezTo>
                  <a:cubicBezTo>
                    <a:pt x="309258" y="204478"/>
                    <a:pt x="317361" y="201329"/>
                    <a:pt x="325755" y="198713"/>
                  </a:cubicBezTo>
                  <a:cubicBezTo>
                    <a:pt x="330947" y="197066"/>
                    <a:pt x="336235" y="195661"/>
                    <a:pt x="341573" y="194498"/>
                  </a:cubicBezTo>
                  <a:lnTo>
                    <a:pt x="342737" y="175169"/>
                  </a:lnTo>
                  <a:cubicBezTo>
                    <a:pt x="342737" y="167951"/>
                    <a:pt x="348560" y="162137"/>
                    <a:pt x="355741" y="162137"/>
                  </a:cubicBezTo>
                  <a:lnTo>
                    <a:pt x="369472" y="162137"/>
                  </a:lnTo>
                  <a:lnTo>
                    <a:pt x="377575" y="162137"/>
                  </a:lnTo>
                  <a:lnTo>
                    <a:pt x="385630" y="162137"/>
                  </a:lnTo>
                  <a:close/>
                  <a:moveTo>
                    <a:pt x="180481" y="66177"/>
                  </a:moveTo>
                  <a:cubicBezTo>
                    <a:pt x="168837" y="66661"/>
                    <a:pt x="157241" y="68793"/>
                    <a:pt x="146082" y="72620"/>
                  </a:cubicBezTo>
                  <a:cubicBezTo>
                    <a:pt x="140843" y="74461"/>
                    <a:pt x="135748" y="76641"/>
                    <a:pt x="130751" y="79160"/>
                  </a:cubicBezTo>
                  <a:cubicBezTo>
                    <a:pt x="119641" y="84877"/>
                    <a:pt x="109259" y="92386"/>
                    <a:pt x="100041" y="101784"/>
                  </a:cubicBezTo>
                  <a:cubicBezTo>
                    <a:pt x="90871" y="111183"/>
                    <a:pt x="83545" y="121744"/>
                    <a:pt x="78111" y="132935"/>
                  </a:cubicBezTo>
                  <a:cubicBezTo>
                    <a:pt x="75637" y="137973"/>
                    <a:pt x="73599" y="143157"/>
                    <a:pt x="71901" y="148389"/>
                  </a:cubicBezTo>
                  <a:cubicBezTo>
                    <a:pt x="68214" y="159919"/>
                    <a:pt x="66322" y="171885"/>
                    <a:pt x="66225" y="183851"/>
                  </a:cubicBezTo>
                  <a:lnTo>
                    <a:pt x="82235" y="180460"/>
                  </a:lnTo>
                  <a:lnTo>
                    <a:pt x="152438" y="165684"/>
                  </a:lnTo>
                  <a:cubicBezTo>
                    <a:pt x="153991" y="163117"/>
                    <a:pt x="155834" y="160646"/>
                    <a:pt x="158017" y="158417"/>
                  </a:cubicBezTo>
                  <a:cubicBezTo>
                    <a:pt x="159909" y="156480"/>
                    <a:pt x="161996" y="154784"/>
                    <a:pt x="164131" y="153331"/>
                  </a:cubicBezTo>
                  <a:lnTo>
                    <a:pt x="177473" y="82212"/>
                  </a:lnTo>
                  <a:close/>
                  <a:moveTo>
                    <a:pt x="206194" y="0"/>
                  </a:moveTo>
                  <a:cubicBezTo>
                    <a:pt x="206243" y="0"/>
                    <a:pt x="206243" y="0"/>
                    <a:pt x="206291" y="0"/>
                  </a:cubicBezTo>
                  <a:cubicBezTo>
                    <a:pt x="212210" y="0"/>
                    <a:pt x="217013" y="4748"/>
                    <a:pt x="217111" y="10658"/>
                  </a:cubicBezTo>
                  <a:lnTo>
                    <a:pt x="218226" y="26694"/>
                  </a:lnTo>
                  <a:cubicBezTo>
                    <a:pt x="236420" y="30472"/>
                    <a:pt x="254080" y="37400"/>
                    <a:pt x="270333" y="47525"/>
                  </a:cubicBezTo>
                  <a:lnTo>
                    <a:pt x="282268" y="36722"/>
                  </a:lnTo>
                  <a:cubicBezTo>
                    <a:pt x="284354" y="34590"/>
                    <a:pt x="287168" y="33524"/>
                    <a:pt x="289982" y="33524"/>
                  </a:cubicBezTo>
                  <a:cubicBezTo>
                    <a:pt x="292699" y="33524"/>
                    <a:pt x="295416" y="34542"/>
                    <a:pt x="297502" y="36577"/>
                  </a:cubicBezTo>
                  <a:lnTo>
                    <a:pt x="330784" y="69084"/>
                  </a:lnTo>
                  <a:cubicBezTo>
                    <a:pt x="335053" y="73201"/>
                    <a:pt x="335150" y="80032"/>
                    <a:pt x="330978" y="84296"/>
                  </a:cubicBezTo>
                  <a:lnTo>
                    <a:pt x="320450" y="96455"/>
                  </a:lnTo>
                  <a:cubicBezTo>
                    <a:pt x="330929" y="112442"/>
                    <a:pt x="338255" y="129883"/>
                    <a:pt x="342476" y="147953"/>
                  </a:cubicBezTo>
                  <a:cubicBezTo>
                    <a:pt x="342476" y="147953"/>
                    <a:pt x="337964" y="151732"/>
                    <a:pt x="335150" y="154542"/>
                  </a:cubicBezTo>
                  <a:cubicBezTo>
                    <a:pt x="329765" y="159919"/>
                    <a:pt x="326757" y="167041"/>
                    <a:pt x="326611" y="174598"/>
                  </a:cubicBezTo>
                  <a:lnTo>
                    <a:pt x="326320" y="179394"/>
                  </a:lnTo>
                  <a:lnTo>
                    <a:pt x="326175" y="181720"/>
                  </a:lnTo>
                  <a:cubicBezTo>
                    <a:pt x="318509" y="183900"/>
                    <a:pt x="311038" y="186516"/>
                    <a:pt x="303663" y="189520"/>
                  </a:cubicBezTo>
                  <a:cubicBezTo>
                    <a:pt x="304294" y="174792"/>
                    <a:pt x="302111" y="159919"/>
                    <a:pt x="297259" y="145870"/>
                  </a:cubicBezTo>
                  <a:cubicBezTo>
                    <a:pt x="295464" y="140638"/>
                    <a:pt x="293281" y="135503"/>
                    <a:pt x="290710" y="130561"/>
                  </a:cubicBezTo>
                  <a:cubicBezTo>
                    <a:pt x="285033" y="119467"/>
                    <a:pt x="277465" y="109100"/>
                    <a:pt x="268052" y="99895"/>
                  </a:cubicBezTo>
                  <a:cubicBezTo>
                    <a:pt x="258640" y="90739"/>
                    <a:pt x="248064" y="83423"/>
                    <a:pt x="236857" y="77998"/>
                  </a:cubicBezTo>
                  <a:cubicBezTo>
                    <a:pt x="235450" y="77319"/>
                    <a:pt x="234043" y="76641"/>
                    <a:pt x="232636" y="76060"/>
                  </a:cubicBezTo>
                  <a:lnTo>
                    <a:pt x="215412" y="162390"/>
                  </a:lnTo>
                  <a:cubicBezTo>
                    <a:pt x="220410" y="169221"/>
                    <a:pt x="222884" y="177360"/>
                    <a:pt x="222690" y="185450"/>
                  </a:cubicBezTo>
                  <a:lnTo>
                    <a:pt x="234237" y="196690"/>
                  </a:lnTo>
                  <a:lnTo>
                    <a:pt x="197704" y="233218"/>
                  </a:lnTo>
                  <a:lnTo>
                    <a:pt x="186594" y="222366"/>
                  </a:lnTo>
                  <a:cubicBezTo>
                    <a:pt x="186060" y="222366"/>
                    <a:pt x="185527" y="222366"/>
                    <a:pt x="184993" y="222366"/>
                  </a:cubicBezTo>
                  <a:cubicBezTo>
                    <a:pt x="177812" y="222366"/>
                    <a:pt x="170632" y="220331"/>
                    <a:pt x="164373" y="216262"/>
                  </a:cubicBezTo>
                  <a:lnTo>
                    <a:pt x="77675" y="235591"/>
                  </a:lnTo>
                  <a:cubicBezTo>
                    <a:pt x="78160" y="236706"/>
                    <a:pt x="78742" y="237820"/>
                    <a:pt x="79276" y="238886"/>
                  </a:cubicBezTo>
                  <a:cubicBezTo>
                    <a:pt x="85001" y="249980"/>
                    <a:pt x="92569" y="260347"/>
                    <a:pt x="101981" y="269552"/>
                  </a:cubicBezTo>
                  <a:cubicBezTo>
                    <a:pt x="111393" y="278757"/>
                    <a:pt x="121921" y="286023"/>
                    <a:pt x="133177" y="291498"/>
                  </a:cubicBezTo>
                  <a:cubicBezTo>
                    <a:pt x="138174" y="293920"/>
                    <a:pt x="143365" y="295955"/>
                    <a:pt x="148605" y="297650"/>
                  </a:cubicBezTo>
                  <a:cubicBezTo>
                    <a:pt x="160443" y="301429"/>
                    <a:pt x="172718" y="303319"/>
                    <a:pt x="184993" y="303319"/>
                  </a:cubicBezTo>
                  <a:cubicBezTo>
                    <a:pt x="186351" y="303319"/>
                    <a:pt x="187710" y="303319"/>
                    <a:pt x="189117" y="303270"/>
                  </a:cubicBezTo>
                  <a:cubicBezTo>
                    <a:pt x="185915" y="310876"/>
                    <a:pt x="183149" y="318676"/>
                    <a:pt x="180917" y="326669"/>
                  </a:cubicBezTo>
                  <a:cubicBezTo>
                    <a:pt x="180820" y="326863"/>
                    <a:pt x="180772" y="327009"/>
                    <a:pt x="180723" y="327202"/>
                  </a:cubicBezTo>
                  <a:lnTo>
                    <a:pt x="173592" y="327638"/>
                  </a:lnTo>
                  <a:cubicBezTo>
                    <a:pt x="166023" y="327784"/>
                    <a:pt x="158891" y="330836"/>
                    <a:pt x="153505" y="336213"/>
                  </a:cubicBezTo>
                  <a:cubicBezTo>
                    <a:pt x="151710" y="338006"/>
                    <a:pt x="150206" y="339992"/>
                    <a:pt x="148945" y="342172"/>
                  </a:cubicBezTo>
                  <a:cubicBezTo>
                    <a:pt x="131770" y="338248"/>
                    <a:pt x="115081" y="331514"/>
                    <a:pt x="99652" y="321922"/>
                  </a:cubicBezTo>
                  <a:lnTo>
                    <a:pt x="87766" y="332725"/>
                  </a:lnTo>
                  <a:cubicBezTo>
                    <a:pt x="85631" y="334857"/>
                    <a:pt x="82817" y="335971"/>
                    <a:pt x="80052" y="335971"/>
                  </a:cubicBezTo>
                  <a:cubicBezTo>
                    <a:pt x="77335" y="335971"/>
                    <a:pt x="74570" y="334954"/>
                    <a:pt x="72483" y="332870"/>
                  </a:cubicBezTo>
                  <a:lnTo>
                    <a:pt x="39201" y="300412"/>
                  </a:lnTo>
                  <a:cubicBezTo>
                    <a:pt x="34932" y="296245"/>
                    <a:pt x="34883" y="289415"/>
                    <a:pt x="39056" y="285151"/>
                  </a:cubicBezTo>
                  <a:lnTo>
                    <a:pt x="49584" y="272992"/>
                  </a:lnTo>
                  <a:cubicBezTo>
                    <a:pt x="39104" y="257004"/>
                    <a:pt x="31730" y="239564"/>
                    <a:pt x="27509" y="221494"/>
                  </a:cubicBezTo>
                  <a:lnTo>
                    <a:pt x="11450" y="220719"/>
                  </a:lnTo>
                  <a:cubicBezTo>
                    <a:pt x="11402" y="220719"/>
                    <a:pt x="11353" y="220719"/>
                    <a:pt x="11305" y="220719"/>
                  </a:cubicBezTo>
                  <a:cubicBezTo>
                    <a:pt x="5434" y="220719"/>
                    <a:pt x="582" y="215971"/>
                    <a:pt x="534" y="210061"/>
                  </a:cubicBezTo>
                  <a:lnTo>
                    <a:pt x="0" y="163601"/>
                  </a:lnTo>
                  <a:cubicBezTo>
                    <a:pt x="-48" y="157642"/>
                    <a:pt x="4706" y="152749"/>
                    <a:pt x="10674" y="152701"/>
                  </a:cubicBezTo>
                  <a:lnTo>
                    <a:pt x="26733" y="151538"/>
                  </a:lnTo>
                  <a:cubicBezTo>
                    <a:pt x="30517" y="133371"/>
                    <a:pt x="37503" y="115737"/>
                    <a:pt x="47595" y="99507"/>
                  </a:cubicBezTo>
                  <a:lnTo>
                    <a:pt x="36824" y="87638"/>
                  </a:lnTo>
                  <a:cubicBezTo>
                    <a:pt x="32555" y="83472"/>
                    <a:pt x="32458" y="76641"/>
                    <a:pt x="36630" y="72378"/>
                  </a:cubicBezTo>
                  <a:lnTo>
                    <a:pt x="69184" y="39144"/>
                  </a:lnTo>
                  <a:cubicBezTo>
                    <a:pt x="71270" y="37013"/>
                    <a:pt x="74084" y="35898"/>
                    <a:pt x="76898" y="35898"/>
                  </a:cubicBezTo>
                  <a:cubicBezTo>
                    <a:pt x="79615" y="35898"/>
                    <a:pt x="82332" y="36916"/>
                    <a:pt x="84418" y="38999"/>
                  </a:cubicBezTo>
                  <a:lnTo>
                    <a:pt x="96596" y="49512"/>
                  </a:lnTo>
                  <a:cubicBezTo>
                    <a:pt x="112606" y="38999"/>
                    <a:pt x="130121" y="31683"/>
                    <a:pt x="148169" y="27469"/>
                  </a:cubicBezTo>
                  <a:lnTo>
                    <a:pt x="148993" y="11433"/>
                  </a:lnTo>
                  <a:cubicBezTo>
                    <a:pt x="148896" y="5474"/>
                    <a:pt x="153699" y="581"/>
                    <a:pt x="159667" y="533"/>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pic>
        <p:nvPicPr>
          <p:cNvPr id="23" name="Imagen 22">
            <a:extLst>
              <a:ext uri="{FF2B5EF4-FFF2-40B4-BE49-F238E27FC236}">
                <a16:creationId xmlns:a16="http://schemas.microsoft.com/office/drawing/2014/main" id="{79DBEB99-5C32-6797-7083-136FC6DE7462}"/>
              </a:ext>
            </a:extLst>
          </p:cNvPr>
          <p:cNvPicPr>
            <a:picLocks noChangeAspect="1"/>
          </p:cNvPicPr>
          <p:nvPr/>
        </p:nvPicPr>
        <p:blipFill>
          <a:blip r:embed="rId3"/>
          <a:stretch>
            <a:fillRect/>
          </a:stretch>
        </p:blipFill>
        <p:spPr>
          <a:xfrm>
            <a:off x="537210" y="1142680"/>
            <a:ext cx="5646420" cy="48580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179759-4BD5-BD81-0195-3DD6D53C276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85CE41A-8E60-9F59-B4E7-AC90EDEB1B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5" name="标题 1">
            <a:extLst>
              <a:ext uri="{FF2B5EF4-FFF2-40B4-BE49-F238E27FC236}">
                <a16:creationId xmlns:a16="http://schemas.microsoft.com/office/drawing/2014/main" id="{BB7DF46E-97D8-F73E-2942-2740D9F1C335}"/>
              </a:ext>
            </a:extLst>
          </p:cNvPr>
          <p:cNvSpPr txBox="1"/>
          <p:nvPr/>
        </p:nvSpPr>
        <p:spPr>
          <a:xfrm>
            <a:off x="753142" y="1199901"/>
            <a:ext cx="4804366" cy="369332"/>
          </a:xfrm>
          <a:prstGeom prst="rect">
            <a:avLst/>
          </a:prstGeom>
          <a:noFill/>
          <a:ln>
            <a:noFill/>
          </a:ln>
        </p:spPr>
        <p:txBody>
          <a:bodyPr vert="horz" wrap="square" lIns="0" tIns="0" rIns="0" bIns="0" rtlCol="0" anchor="b"/>
          <a:lstStyle/>
          <a:p>
            <a:pPr lvl="0"/>
            <a:r>
              <a:rPr kumimoji="1" lang="en-US" altLang="zh-CN" sz="1600" dirty="0">
                <a:ln w="12700">
                  <a:noFill/>
                </a:ln>
                <a:solidFill>
                  <a:srgbClr val="000000">
                    <a:alpha val="100000"/>
                  </a:srgbClr>
                </a:solidFill>
                <a:latin typeface="poppins-bold"/>
                <a:ea typeface="poppins-bold"/>
                <a:cs typeface="poppins-bold"/>
              </a:rPr>
              <a:t>Administrador de Sistemas: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6" name="标题 1">
            <a:extLst>
              <a:ext uri="{FF2B5EF4-FFF2-40B4-BE49-F238E27FC236}">
                <a16:creationId xmlns:a16="http://schemas.microsoft.com/office/drawing/2014/main" id="{541EA3D9-2187-4328-1B20-398B5CF268C5}"/>
              </a:ext>
            </a:extLst>
          </p:cNvPr>
          <p:cNvSpPr txBox="1"/>
          <p:nvPr/>
        </p:nvSpPr>
        <p:spPr>
          <a:xfrm>
            <a:off x="777505" y="1492195"/>
            <a:ext cx="4800011" cy="530755"/>
          </a:xfrm>
          <a:prstGeom prst="rect">
            <a:avLst/>
          </a:prstGeom>
          <a:noFill/>
          <a:ln>
            <a:noFill/>
          </a:ln>
        </p:spPr>
        <p:txBody>
          <a:bodyPr vert="horz" wrap="square" lIns="0" tIns="0" rIns="0" bIns="0" rtlCol="0" anchor="t"/>
          <a:lstStyle/>
          <a:p>
            <a:pPr lvl="0"/>
            <a:r>
              <a:rPr kumimoji="1" lang="es-MX" altLang="zh-CN" sz="1400" dirty="0">
                <a:ln w="12700">
                  <a:noFill/>
                </a:ln>
                <a:solidFill>
                  <a:srgbClr val="000000">
                    <a:alpha val="100000"/>
                  </a:srgbClr>
                </a:solidFill>
                <a:latin typeface="Arial" panose="020B0604020202020204" pitchFamily="34" charset="0"/>
                <a:cs typeface="Arial" panose="020B0604020202020204" pitchFamily="34" charset="0"/>
              </a:rPr>
              <a:t>Responsable de la instalación, configuración y mantenimiento de servidores y sistemas operativos</a:t>
            </a:r>
            <a:r>
              <a:rPr kumimoji="1" lang="es-MX" altLang="zh-CN" sz="1289" dirty="0">
                <a:ln w="12700">
                  <a:noFill/>
                </a:ln>
                <a:solidFill>
                  <a:srgbClr val="000000">
                    <a:alpha val="100000"/>
                  </a:srgbClr>
                </a:solidFill>
                <a:latin typeface="Poppins"/>
                <a:cs typeface="Poppins"/>
              </a:rPr>
              <a:t>.</a:t>
            </a:r>
          </a:p>
        </p:txBody>
      </p:sp>
      <p:sp>
        <p:nvSpPr>
          <p:cNvPr id="8" name="标题 1">
            <a:extLst>
              <a:ext uri="{FF2B5EF4-FFF2-40B4-BE49-F238E27FC236}">
                <a16:creationId xmlns:a16="http://schemas.microsoft.com/office/drawing/2014/main" id="{529D2525-2359-3E2E-C99D-046254D6AD85}"/>
              </a:ext>
            </a:extLst>
          </p:cNvPr>
          <p:cNvSpPr txBox="1"/>
          <p:nvPr/>
        </p:nvSpPr>
        <p:spPr>
          <a:xfrm>
            <a:off x="1265011" y="4493218"/>
            <a:ext cx="409032" cy="338327"/>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bg1"/>
          </a:solidFill>
          <a:ln w="1860" cap="flat">
            <a:noFill/>
            <a:miter/>
          </a:ln>
        </p:spPr>
        <p:txBody>
          <a:bodyPr vert="horz"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9" name="标题 1">
            <a:extLst>
              <a:ext uri="{FF2B5EF4-FFF2-40B4-BE49-F238E27FC236}">
                <a16:creationId xmlns:a16="http://schemas.microsoft.com/office/drawing/2014/main" id="{1DCF16DB-D39D-5998-9966-12DE80B31183}"/>
              </a:ext>
            </a:extLst>
          </p:cNvPr>
          <p:cNvSpPr txBox="1"/>
          <p:nvPr/>
        </p:nvSpPr>
        <p:spPr>
          <a:xfrm>
            <a:off x="775327" y="2426384"/>
            <a:ext cx="4804366" cy="256212"/>
          </a:xfrm>
          <a:prstGeom prst="rect">
            <a:avLst/>
          </a:prstGeom>
          <a:noFill/>
          <a:ln>
            <a:noFill/>
          </a:ln>
        </p:spPr>
        <p:txBody>
          <a:bodyPr vert="horz" wrap="square" lIns="0" tIns="0" rIns="0" bIns="0" rtlCol="0" anchor="b"/>
          <a:lstStyle/>
          <a:p>
            <a:pPr lvl="0"/>
            <a:r>
              <a:rPr kumimoji="1" lang="es-MX" altLang="zh-CN" sz="1600" dirty="0">
                <a:ln w="12700">
                  <a:noFill/>
                </a:ln>
                <a:solidFill>
                  <a:srgbClr val="000000">
                    <a:alpha val="100000"/>
                  </a:srgbClr>
                </a:solidFill>
                <a:latin typeface="poppins-bold"/>
                <a:ea typeface="poppins-bold"/>
                <a:cs typeface="poppins-bold"/>
              </a:rPr>
              <a:t>Encargado de Redes: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10" name="标题 1">
            <a:extLst>
              <a:ext uri="{FF2B5EF4-FFF2-40B4-BE49-F238E27FC236}">
                <a16:creationId xmlns:a16="http://schemas.microsoft.com/office/drawing/2014/main" id="{1C707DC3-528B-FE47-D338-4240A70F9679}"/>
              </a:ext>
            </a:extLst>
          </p:cNvPr>
          <p:cNvSpPr txBox="1"/>
          <p:nvPr/>
        </p:nvSpPr>
        <p:spPr>
          <a:xfrm>
            <a:off x="773150" y="2549695"/>
            <a:ext cx="4599444" cy="1021080"/>
          </a:xfrm>
          <a:prstGeom prst="rect">
            <a:avLst/>
          </a:prstGeom>
          <a:noFill/>
          <a:ln>
            <a:noFill/>
          </a:ln>
        </p:spPr>
        <p:txBody>
          <a:bodyPr vert="horz" wrap="square" lIns="0" tIns="0" rIns="0" bIns="0" rtlCol="0" anchor="t"/>
          <a:lstStyle/>
          <a:p>
            <a:pPr lvl="0"/>
            <a:r>
              <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rPr>
              <a:t>Administra la conectividad, configuraciones de switches, </a:t>
            </a:r>
            <a:r>
              <a:rPr kumimoji="1" lang="es-MX" altLang="zh-CN" sz="1400" dirty="0" err="1">
                <a:ln w="12700">
                  <a:noFill/>
                </a:ln>
                <a:solidFill>
                  <a:srgbClr val="000000">
                    <a:alpha val="100000"/>
                  </a:srgbClr>
                </a:solidFill>
                <a:latin typeface="Arial" panose="020B0604020202020204" pitchFamily="34" charset="0"/>
                <a:ea typeface="Poppins"/>
                <a:cs typeface="Arial" panose="020B0604020202020204" pitchFamily="34" charset="0"/>
              </a:rPr>
              <a:t>routers</a:t>
            </a:r>
            <a:r>
              <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rPr>
              <a:t> y firewalls, asegurando la comunicación interna y externa.</a:t>
            </a:r>
            <a:endParaRPr kumimoji="1"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2" name="标题 1">
            <a:extLst>
              <a:ext uri="{FF2B5EF4-FFF2-40B4-BE49-F238E27FC236}">
                <a16:creationId xmlns:a16="http://schemas.microsoft.com/office/drawing/2014/main" id="{E213CAB8-DCBD-C53F-5990-18D7D84C33F3}"/>
              </a:ext>
            </a:extLst>
          </p:cNvPr>
          <p:cNvSpPr txBox="1"/>
          <p:nvPr/>
        </p:nvSpPr>
        <p:spPr>
          <a:xfrm>
            <a:off x="2419070" y="166708"/>
            <a:ext cx="6622060" cy="798742"/>
          </a:xfrm>
          <a:prstGeom prst="rect">
            <a:avLst/>
          </a:prstGeom>
          <a:noFill/>
          <a:ln>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s-MX" altLang="zh-CN" b="0" i="0" u="none" strike="noStrike" kern="1200" cap="none" spc="0" normalizeH="0" baseline="0" noProof="0" dirty="0">
                <a:ln w="12700">
                  <a:noFill/>
                </a:ln>
                <a:solidFill>
                  <a:srgbClr val="0499FE">
                    <a:alpha val="100000"/>
                  </a:srgbClr>
                </a:solidFill>
                <a:effectLst/>
                <a:uLnTx/>
                <a:uFillTx/>
                <a:latin typeface="poppins-bold"/>
                <a:ea typeface="poppins-bold"/>
                <a:cs typeface="poppins-bold"/>
              </a:rPr>
              <a:t>El centro de cómputo ha dejado de ser un simple "departamento de soporte técnico</a:t>
            </a:r>
            <a:r>
              <a:rPr kumimoji="1" lang="es-MX" altLang="zh-CN" sz="2800" b="0" i="0" u="none" strike="noStrike" kern="1200" cap="none" spc="0" normalizeH="0" baseline="0" noProof="0" dirty="0">
                <a:ln w="12700">
                  <a:noFill/>
                </a:ln>
                <a:solidFill>
                  <a:srgbClr val="0499FE">
                    <a:alpha val="100000"/>
                  </a:srgbClr>
                </a:solidFill>
                <a:effectLst/>
                <a:uLnTx/>
                <a:uFillTx/>
                <a:latin typeface="poppins-bold"/>
                <a:ea typeface="poppins-bold"/>
                <a:cs typeface="poppins-bold"/>
              </a:rPr>
              <a:t>"</a:t>
            </a:r>
            <a:endParaRPr kumimoji="1" lang="zh-CN" altLang="en-US" sz="2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13" name="标题 1">
            <a:extLst>
              <a:ext uri="{FF2B5EF4-FFF2-40B4-BE49-F238E27FC236}">
                <a16:creationId xmlns:a16="http://schemas.microsoft.com/office/drawing/2014/main" id="{BDC5699F-6807-9E75-F3EF-96D161CA368C}"/>
              </a:ext>
            </a:extLst>
          </p:cNvPr>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4" name="标题 1">
            <a:extLst>
              <a:ext uri="{FF2B5EF4-FFF2-40B4-BE49-F238E27FC236}">
                <a16:creationId xmlns:a16="http://schemas.microsoft.com/office/drawing/2014/main" id="{7216D735-53FC-EC9E-9CEF-C56CB91364DA}"/>
              </a:ext>
            </a:extLst>
          </p:cNvPr>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pic>
        <p:nvPicPr>
          <p:cNvPr id="18" name="Imagen 17">
            <a:extLst>
              <a:ext uri="{FF2B5EF4-FFF2-40B4-BE49-F238E27FC236}">
                <a16:creationId xmlns:a16="http://schemas.microsoft.com/office/drawing/2014/main" id="{D02AECAA-2BC9-7963-1919-9B3C827E7B0D}"/>
              </a:ext>
            </a:extLst>
          </p:cNvPr>
          <p:cNvPicPr>
            <a:picLocks noChangeAspect="1"/>
          </p:cNvPicPr>
          <p:nvPr/>
        </p:nvPicPr>
        <p:blipFill>
          <a:blip r:embed="rId3"/>
          <a:stretch>
            <a:fillRect/>
          </a:stretch>
        </p:blipFill>
        <p:spPr>
          <a:xfrm>
            <a:off x="6982822" y="3107240"/>
            <a:ext cx="4800011" cy="3379367"/>
          </a:xfrm>
          <a:prstGeom prst="rect">
            <a:avLst/>
          </a:prstGeom>
        </p:spPr>
      </p:pic>
      <p:sp>
        <p:nvSpPr>
          <p:cNvPr id="11" name="标题 1">
            <a:extLst>
              <a:ext uri="{FF2B5EF4-FFF2-40B4-BE49-F238E27FC236}">
                <a16:creationId xmlns:a16="http://schemas.microsoft.com/office/drawing/2014/main" id="{A1A1D4CB-FA6C-D936-F653-85A90BFC597B}"/>
              </a:ext>
            </a:extLst>
          </p:cNvPr>
          <p:cNvSpPr txBox="1"/>
          <p:nvPr/>
        </p:nvSpPr>
        <p:spPr>
          <a:xfrm>
            <a:off x="753142" y="3605572"/>
            <a:ext cx="4804366" cy="256212"/>
          </a:xfrm>
          <a:prstGeom prst="rect">
            <a:avLst/>
          </a:prstGeom>
          <a:noFill/>
          <a:ln>
            <a:noFill/>
          </a:ln>
        </p:spPr>
        <p:txBody>
          <a:bodyPr vert="horz" wrap="square" lIns="0" tIns="0" rIns="0" bIns="0" rtlCol="0" anchor="b"/>
          <a:lstStyle/>
          <a:p>
            <a:pPr lvl="0"/>
            <a:r>
              <a:rPr kumimoji="1" lang="es-MX" altLang="zh-CN" sz="1600" dirty="0">
                <a:ln w="12700">
                  <a:noFill/>
                </a:ln>
                <a:solidFill>
                  <a:srgbClr val="000000">
                    <a:alpha val="100000"/>
                  </a:srgbClr>
                </a:solidFill>
                <a:latin typeface="poppins-bold"/>
                <a:ea typeface="poppins-bold"/>
                <a:cs typeface="poppins-bold"/>
              </a:rPr>
              <a:t>Especialista en Seguridad Informática: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15" name="标题 1">
            <a:extLst>
              <a:ext uri="{FF2B5EF4-FFF2-40B4-BE49-F238E27FC236}">
                <a16:creationId xmlns:a16="http://schemas.microsoft.com/office/drawing/2014/main" id="{5EA6EE2B-277C-C5F7-51CA-A826DD431280}"/>
              </a:ext>
            </a:extLst>
          </p:cNvPr>
          <p:cNvSpPr txBox="1"/>
          <p:nvPr/>
        </p:nvSpPr>
        <p:spPr>
          <a:xfrm>
            <a:off x="753142" y="3733678"/>
            <a:ext cx="4599444" cy="743108"/>
          </a:xfrm>
          <a:prstGeom prst="rect">
            <a:avLst/>
          </a:prstGeom>
          <a:noFill/>
          <a:ln>
            <a:noFill/>
          </a:ln>
        </p:spPr>
        <p:txBody>
          <a:bodyPr vert="horz" wrap="square" lIns="0" tIns="0" rIns="0" bIns="0" rtlCol="0" anchor="t"/>
          <a:lstStyle/>
          <a:p>
            <a:pPr lvl="0"/>
            <a:r>
              <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rPr>
              <a:t>Protege la infraestructura contra amenazas, realiza auditorías, configura políticas de seguridad y asegura el cumplimiento normativo (ISO/IEC 27001, etc.).</a:t>
            </a:r>
            <a:endParaRPr kumimoji="1"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6" name="标题 1">
            <a:extLst>
              <a:ext uri="{FF2B5EF4-FFF2-40B4-BE49-F238E27FC236}">
                <a16:creationId xmlns:a16="http://schemas.microsoft.com/office/drawing/2014/main" id="{CD7E9154-4903-661A-B391-0DF387CB0B97}"/>
              </a:ext>
            </a:extLst>
          </p:cNvPr>
          <p:cNvSpPr txBox="1"/>
          <p:nvPr/>
        </p:nvSpPr>
        <p:spPr>
          <a:xfrm>
            <a:off x="670689" y="4804757"/>
            <a:ext cx="4804366" cy="256212"/>
          </a:xfrm>
          <a:prstGeom prst="rect">
            <a:avLst/>
          </a:prstGeom>
          <a:noFill/>
          <a:ln>
            <a:noFill/>
          </a:ln>
        </p:spPr>
        <p:txBody>
          <a:bodyPr vert="horz" wrap="square" lIns="0" tIns="0" rIns="0" bIns="0" rtlCol="0" anchor="b"/>
          <a:lstStyle/>
          <a:p>
            <a:pPr lvl="0"/>
            <a:r>
              <a:rPr kumimoji="1" lang="es-MX" altLang="zh-CN" sz="1600" dirty="0">
                <a:ln w="12700">
                  <a:noFill/>
                </a:ln>
                <a:solidFill>
                  <a:srgbClr val="000000">
                    <a:alpha val="100000"/>
                  </a:srgbClr>
                </a:solidFill>
                <a:latin typeface="poppins-bold"/>
                <a:ea typeface="poppins-bold"/>
                <a:cs typeface="poppins-bold"/>
              </a:rPr>
              <a:t>Soporte Técnico: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17" name="标题 1">
            <a:extLst>
              <a:ext uri="{FF2B5EF4-FFF2-40B4-BE49-F238E27FC236}">
                <a16:creationId xmlns:a16="http://schemas.microsoft.com/office/drawing/2014/main" id="{DF045EF3-C2C8-7816-EEEC-053D79121C48}"/>
              </a:ext>
            </a:extLst>
          </p:cNvPr>
          <p:cNvSpPr txBox="1"/>
          <p:nvPr/>
        </p:nvSpPr>
        <p:spPr>
          <a:xfrm>
            <a:off x="670689" y="4847977"/>
            <a:ext cx="4599444" cy="743108"/>
          </a:xfrm>
          <a:prstGeom prst="rect">
            <a:avLst/>
          </a:prstGeom>
          <a:noFill/>
          <a:ln>
            <a:noFill/>
          </a:ln>
        </p:spPr>
        <p:txBody>
          <a:bodyPr vert="horz" wrap="square" lIns="0" tIns="0" rIns="0" bIns="0" rtlCol="0" anchor="t"/>
          <a:lstStyle/>
          <a:p>
            <a:pPr lvl="0"/>
            <a:r>
              <a:rPr kumimoji="1" lang="es-MX" altLang="zh-CN" sz="1400" dirty="0">
                <a:ln w="12700">
                  <a:noFill/>
                </a:ln>
                <a:solidFill>
                  <a:srgbClr val="000000">
                    <a:alpha val="100000"/>
                  </a:srgbClr>
                </a:solidFill>
                <a:latin typeface="Arial" panose="020B0604020202020204" pitchFamily="34" charset="0"/>
                <a:ea typeface="Poppins"/>
                <a:cs typeface="Arial" panose="020B0604020202020204" pitchFamily="34" charset="0"/>
              </a:rPr>
              <a:t>Atiende a los usuarios finales, resuelve problemas de hardware y software, y garantiza la continuidad de las operaciones diarias.</a:t>
            </a:r>
          </a:p>
          <a:p>
            <a:pPr lvl="0"/>
            <a:endParaRPr kumimoji="1" lang="es-MX"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等线" panose="02010600030101010101" pitchFamily="2" charset="-122"/>
              <a:cs typeface="Arial" panose="020B0604020202020204" pitchFamily="34" charset="0"/>
            </a:endParaRPr>
          </a:p>
          <a:p>
            <a:r>
              <a:rPr lang="es-MX" sz="1400" b="1" dirty="0">
                <a:latin typeface="Arial" panose="020B0604020202020204" pitchFamily="34" charset="0"/>
                <a:cs typeface="Arial" panose="020B0604020202020204" pitchFamily="34" charset="0"/>
              </a:rPr>
              <a:t>Estos roles son estratégicos porque permiten que la empresa sea competitiva y mantenga operaciones seguras, rápidas y confiables</a:t>
            </a:r>
            <a:r>
              <a:rPr lang="es-MX" sz="1400" dirty="0">
                <a:latin typeface="Arial" panose="020B0604020202020204" pitchFamily="34" charset="0"/>
                <a:cs typeface="Arial" panose="020B0604020202020204" pitchFamily="34" charset="0"/>
              </a:rPr>
              <a:t>.</a:t>
            </a:r>
          </a:p>
          <a:p>
            <a:pPr lvl="0"/>
            <a:endParaRPr kumimoji="1"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9" name="标题 1">
            <a:extLst>
              <a:ext uri="{FF2B5EF4-FFF2-40B4-BE49-F238E27FC236}">
                <a16:creationId xmlns:a16="http://schemas.microsoft.com/office/drawing/2014/main" id="{CBD0DEB7-BEC4-51A0-34F7-F2A2945C8DDB}"/>
              </a:ext>
            </a:extLst>
          </p:cNvPr>
          <p:cNvSpPr txBox="1"/>
          <p:nvPr/>
        </p:nvSpPr>
        <p:spPr>
          <a:xfrm>
            <a:off x="6982821" y="1899751"/>
            <a:ext cx="4804366" cy="369332"/>
          </a:xfrm>
          <a:prstGeom prst="rect">
            <a:avLst/>
          </a:prstGeom>
          <a:noFill/>
          <a:ln>
            <a:noFill/>
          </a:ln>
        </p:spPr>
        <p:txBody>
          <a:bodyPr vert="horz" wrap="square" lIns="0" tIns="0" rIns="0" bIns="0" rtlCol="0" anchor="b"/>
          <a:lstStyle/>
          <a:p>
            <a:pPr lvl="0"/>
            <a:r>
              <a:rPr kumimoji="1" lang="es-MX" altLang="zh-CN" sz="1600" dirty="0">
                <a:ln w="12700">
                  <a:noFill/>
                </a:ln>
                <a:solidFill>
                  <a:srgbClr val="000000">
                    <a:alpha val="100000"/>
                  </a:srgbClr>
                </a:solidFill>
                <a:latin typeface="poppins-bold"/>
                <a:ea typeface="poppins-bold"/>
                <a:cs typeface="poppins-bold"/>
              </a:rPr>
              <a:t>Rol Gerencial / Jefe de Centro de Cómputo:</a:t>
            </a:r>
          </a:p>
          <a:p>
            <a:pPr lvl="0"/>
            <a:endParaRPr kumimoji="1" lang="en-US" altLang="zh-CN" sz="1600" dirty="0">
              <a:ln w="12700">
                <a:noFill/>
              </a:ln>
              <a:solidFill>
                <a:srgbClr val="000000">
                  <a:alpha val="100000"/>
                </a:srgbClr>
              </a:solidFill>
              <a:latin typeface="poppins-bold"/>
              <a:ea typeface="poppins-bold"/>
              <a:cs typeface="poppins-bol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20" name="标题 1">
            <a:extLst>
              <a:ext uri="{FF2B5EF4-FFF2-40B4-BE49-F238E27FC236}">
                <a16:creationId xmlns:a16="http://schemas.microsoft.com/office/drawing/2014/main" id="{0364D382-82BD-5C2A-FB41-0700B90291A0}"/>
              </a:ext>
            </a:extLst>
          </p:cNvPr>
          <p:cNvSpPr txBox="1"/>
          <p:nvPr/>
        </p:nvSpPr>
        <p:spPr>
          <a:xfrm>
            <a:off x="6982821" y="1800257"/>
            <a:ext cx="4800011" cy="1498876"/>
          </a:xfrm>
          <a:prstGeom prst="rect">
            <a:avLst/>
          </a:prstGeom>
          <a:noFill/>
          <a:ln>
            <a:noFill/>
          </a:ln>
        </p:spPr>
        <p:txBody>
          <a:bodyPr vert="horz" wrap="square" lIns="0" tIns="0" rIns="0" bIns="0" rtlCol="0" anchor="t"/>
          <a:lstStyle/>
          <a:p>
            <a:pPr marL="628650" lvl="1" indent="-171450">
              <a:buFont typeface="Arial" panose="020B0604020202020204" pitchFamily="34" charset="0"/>
              <a:buChar char="•"/>
            </a:pPr>
            <a:r>
              <a:rPr lang="es-MX" sz="1200" dirty="0">
                <a:latin typeface="Arial" panose="020B0604020202020204" pitchFamily="34" charset="0"/>
                <a:cs typeface="Arial" panose="020B0604020202020204" pitchFamily="34" charset="0"/>
              </a:rPr>
              <a:t>Define políticas de uso de la tecnología.</a:t>
            </a:r>
          </a:p>
          <a:p>
            <a:pPr marL="628650" lvl="1" indent="-171450">
              <a:buFont typeface="Arial" panose="020B0604020202020204" pitchFamily="34" charset="0"/>
              <a:buChar char="•"/>
            </a:pPr>
            <a:r>
              <a:rPr lang="es-MX" sz="1200" dirty="0">
                <a:latin typeface="Arial" panose="020B0604020202020204" pitchFamily="34" charset="0"/>
                <a:cs typeface="Arial" panose="020B0604020202020204" pitchFamily="34" charset="0"/>
              </a:rPr>
              <a:t>Alinea la estrategia tecnológica con los objetivos de la empresa.</a:t>
            </a:r>
          </a:p>
          <a:p>
            <a:pPr marL="628650" lvl="1" indent="-171450">
              <a:buFont typeface="Arial" panose="020B0604020202020204" pitchFamily="34" charset="0"/>
              <a:buChar char="•"/>
            </a:pPr>
            <a:r>
              <a:rPr lang="es-MX" sz="1200" dirty="0">
                <a:latin typeface="Arial" panose="020B0604020202020204" pitchFamily="34" charset="0"/>
                <a:cs typeface="Arial" panose="020B0604020202020204" pitchFamily="34" charset="0"/>
              </a:rPr>
              <a:t>Supervisa proyectos de innovación y modernización.</a:t>
            </a:r>
          </a:p>
          <a:p>
            <a:endParaRPr lang="es-MX" sz="1200" dirty="0">
              <a:latin typeface="Arial" panose="020B0604020202020204" pitchFamily="34" charset="0"/>
              <a:cs typeface="Arial" panose="020B0604020202020204" pitchFamily="34" charset="0"/>
            </a:endParaRPr>
          </a:p>
          <a:p>
            <a:pPr lvl="0"/>
            <a:endParaRPr kumimoji="1" lang="es-MX" altLang="zh-CN" sz="1200" dirty="0">
              <a:ln w="12700">
                <a:noFill/>
              </a:ln>
              <a:solidFill>
                <a:srgbClr val="000000">
                  <a:alpha val="100000"/>
                </a:srgb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4905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443F1FD5-64F7-3FA3-E305-BCBDBE9A2E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标题 1"/>
          <p:cNvSpPr txBox="1"/>
          <p:nvPr/>
        </p:nvSpPr>
        <p:spPr>
          <a:xfrm>
            <a:off x="958987" y="2250077"/>
            <a:ext cx="1021080" cy="1021080"/>
          </a:xfrm>
          <a:prstGeom prst="ellipse">
            <a:avLst/>
          </a:prstGeom>
          <a:solidFill>
            <a:schemeClr val="bg1"/>
          </a:solidFill>
          <a:ln w="44450" cap="sq">
            <a:solidFill>
              <a:schemeClr val="accent1"/>
            </a:solidFill>
            <a:miter/>
          </a:ln>
          <a:effectLst>
            <a:outerShdw blurRad="190500" dist="63500" dir="2700000" sx="102000" sy="102000" algn="tl" rotWithShape="0">
              <a:srgbClr val="000000">
                <a:alpha val="10000"/>
              </a:srgbClr>
            </a:outerShdw>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1265011" y="2556101"/>
            <a:ext cx="409032" cy="409032"/>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tx1"/>
          </a:solidFill>
          <a:ln w="1860" cap="flat">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2180634" y="2250077"/>
            <a:ext cx="4804366" cy="369332"/>
          </a:xfrm>
          <a:prstGeom prst="rect">
            <a:avLst/>
          </a:prstGeom>
          <a:noFill/>
          <a:ln>
            <a:noFill/>
          </a:ln>
        </p:spPr>
        <p:txBody>
          <a:bodyPr vert="horz" wrap="square" lIns="0" tIns="0" rIns="0" bIns="0" rtlCol="0" anchor="b"/>
          <a:lstStyle/>
          <a:p>
            <a:r>
              <a:rPr kumimoji="1" lang="en-US" altLang="zh-CN" sz="1600" dirty="0">
                <a:ln w="12700">
                  <a:noFill/>
                </a:ln>
                <a:solidFill>
                  <a:srgbClr val="000000">
                    <a:alpha val="100000"/>
                  </a:srgbClr>
                </a:solidFill>
                <a:latin typeface="poppins-bold"/>
                <a:ea typeface="poppins-bold"/>
                <a:cs typeface="poppins-bold"/>
              </a:rPr>
              <a:t>Habilitador de la Innovación:</a:t>
            </a:r>
            <a:endParaRPr kumimoji="1" lang="zh-CN" altLang="en-US" dirty="0"/>
          </a:p>
        </p:txBody>
      </p:sp>
      <p:sp>
        <p:nvSpPr>
          <p:cNvPr id="6" name="标题 1"/>
          <p:cNvSpPr txBox="1"/>
          <p:nvPr/>
        </p:nvSpPr>
        <p:spPr>
          <a:xfrm>
            <a:off x="2180634" y="2645726"/>
            <a:ext cx="4388667" cy="1335150"/>
          </a:xfrm>
          <a:prstGeom prst="rect">
            <a:avLst/>
          </a:prstGeom>
          <a:noFill/>
          <a:ln>
            <a:noFill/>
          </a:ln>
        </p:spPr>
        <p:txBody>
          <a:bodyPr vert="horz" wrap="square" lIns="0" tIns="0" rIns="0" bIns="0" rtlCol="0" anchor="t"/>
          <a:lstStyle/>
          <a:p>
            <a:r>
              <a:rPr kumimoji="1" lang="es-MX" altLang="zh-CN" sz="1289" dirty="0">
                <a:ln w="12700">
                  <a:noFill/>
                </a:ln>
                <a:solidFill>
                  <a:srgbClr val="000000">
                    <a:alpha val="100000"/>
                  </a:srgbClr>
                </a:solidFill>
                <a:latin typeface="Poppins"/>
                <a:cs typeface="Poppins"/>
              </a:rPr>
              <a:t>Proporciona la infraestructura necesaria para desarrollar y probar nuevas tecnologías, como inteligencia artificial, análisis de </a:t>
            </a:r>
            <a:r>
              <a:rPr kumimoji="1" lang="es-MX" altLang="zh-CN" sz="1289" dirty="0" err="1">
                <a:ln w="12700">
                  <a:noFill/>
                </a:ln>
                <a:solidFill>
                  <a:srgbClr val="000000">
                    <a:alpha val="100000"/>
                  </a:srgbClr>
                </a:solidFill>
                <a:latin typeface="Poppins"/>
                <a:cs typeface="Poppins"/>
              </a:rPr>
              <a:t>big</a:t>
            </a:r>
            <a:r>
              <a:rPr kumimoji="1" lang="es-MX" altLang="zh-CN" sz="1289" dirty="0">
                <a:ln w="12700">
                  <a:noFill/>
                </a:ln>
                <a:solidFill>
                  <a:srgbClr val="000000">
                    <a:alpha val="100000"/>
                  </a:srgbClr>
                </a:solidFill>
                <a:latin typeface="Poppins"/>
                <a:cs typeface="Poppins"/>
              </a:rPr>
              <a:t> data o nuevas aplicaciones para clientes. Sin un centro de cómputo sólido, la innovación se frena</a:t>
            </a:r>
            <a:endParaRPr kumimoji="1" lang="zh-CN" altLang="en-US" sz="1289" dirty="0">
              <a:ln w="12700">
                <a:noFill/>
              </a:ln>
              <a:solidFill>
                <a:srgbClr val="000000">
                  <a:alpha val="100000"/>
                </a:srgbClr>
              </a:solidFill>
              <a:latin typeface="Poppins"/>
              <a:cs typeface="Poppins"/>
            </a:endParaRPr>
          </a:p>
        </p:txBody>
      </p:sp>
      <p:sp>
        <p:nvSpPr>
          <p:cNvPr id="7" name="标题 1"/>
          <p:cNvSpPr txBox="1"/>
          <p:nvPr/>
        </p:nvSpPr>
        <p:spPr>
          <a:xfrm>
            <a:off x="958987" y="4151841"/>
            <a:ext cx="1021080" cy="1021080"/>
          </a:xfrm>
          <a:prstGeom prst="ellipse">
            <a:avLst/>
          </a:prstGeom>
          <a:gradFill>
            <a:gsLst>
              <a:gs pos="0">
                <a:schemeClr val="accent1">
                  <a:lumMod val="60000"/>
                  <a:lumOff val="40000"/>
                </a:schemeClr>
              </a:gs>
              <a:gs pos="87000">
                <a:schemeClr val="accent1"/>
              </a:gs>
            </a:gsLst>
            <a:path path="circle">
              <a:fillToRect r="100000" b="100000"/>
            </a:path>
            <a:tileRect l="-100000" t="-100000"/>
          </a:gradFill>
          <a:ln w="52255" cap="flat">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1265011" y="4493218"/>
            <a:ext cx="409032" cy="338327"/>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2180634" y="4151841"/>
            <a:ext cx="4804366" cy="369332"/>
          </a:xfrm>
          <a:prstGeom prst="rect">
            <a:avLst/>
          </a:prstGeom>
          <a:noFill/>
          <a:ln>
            <a:noFill/>
          </a:ln>
        </p:spPr>
        <p:txBody>
          <a:bodyPr vert="horz" wrap="square" lIns="0" tIns="0" rIns="0" bIns="0" rtlCol="0" anchor="b"/>
          <a:lstStyle/>
          <a:p>
            <a:r>
              <a:rPr kumimoji="1" lang="es-MX" altLang="zh-CN" sz="1600" dirty="0">
                <a:ln w="12700">
                  <a:noFill/>
                </a:ln>
                <a:solidFill>
                  <a:srgbClr val="000000">
                    <a:alpha val="100000"/>
                  </a:srgbClr>
                </a:solidFill>
                <a:latin typeface="poppins-bold"/>
                <a:ea typeface="poppins-bold"/>
                <a:cs typeface="poppins-bold"/>
              </a:rPr>
              <a:t>Soporte para la Toma de Decisiones:</a:t>
            </a:r>
            <a:endParaRPr kumimoji="1" lang="zh-CN" altLang="en-US" dirty="0"/>
          </a:p>
        </p:txBody>
      </p:sp>
      <p:sp>
        <p:nvSpPr>
          <p:cNvPr id="10" name="标题 1"/>
          <p:cNvSpPr txBox="1"/>
          <p:nvPr/>
        </p:nvSpPr>
        <p:spPr>
          <a:xfrm>
            <a:off x="2180634" y="4547490"/>
            <a:ext cx="4388667" cy="1335150"/>
          </a:xfrm>
          <a:prstGeom prst="rect">
            <a:avLst/>
          </a:prstGeom>
          <a:noFill/>
          <a:ln>
            <a:noFill/>
          </a:ln>
        </p:spPr>
        <p:txBody>
          <a:bodyPr vert="horz" wrap="square" lIns="0" tIns="0" rIns="0" bIns="0" rtlCol="0" anchor="t"/>
          <a:lstStyle/>
          <a:p>
            <a:r>
              <a:rPr kumimoji="1" lang="es-MX" altLang="zh-CN" sz="1289" dirty="0">
                <a:ln w="12700">
                  <a:noFill/>
                </a:ln>
                <a:solidFill>
                  <a:srgbClr val="000000">
                    <a:alpha val="100000"/>
                  </a:srgbClr>
                </a:solidFill>
                <a:latin typeface="Poppins"/>
                <a:ea typeface="Poppins"/>
                <a:cs typeface="Poppins"/>
              </a:rPr>
              <a:t>Almacena y procesa los datos que se convierten en información valiosa. Los directivos dependen de los reportes y análisis generados aquí para tomar decisiones estratégicas sobre finanzas, marketing, operaciones, etc.</a:t>
            </a:r>
            <a:endParaRPr kumimoji="1" lang="zh-CN" altLang="en-US" dirty="0"/>
          </a:p>
        </p:txBody>
      </p:sp>
      <p:sp>
        <p:nvSpPr>
          <p:cNvPr id="12" name="标题 1"/>
          <p:cNvSpPr txBox="1"/>
          <p:nvPr/>
        </p:nvSpPr>
        <p:spPr>
          <a:xfrm>
            <a:off x="773150" y="846071"/>
            <a:ext cx="8238770" cy="798742"/>
          </a:xfrm>
          <a:prstGeom prst="rect">
            <a:avLst/>
          </a:prstGeom>
          <a:noFill/>
          <a:ln>
            <a:noFill/>
          </a:ln>
        </p:spPr>
        <p:txBody>
          <a:bodyPr vert="horz" wrap="square" lIns="0" tIns="0" rIns="0" bIns="0" rtlCol="0" anchor="ctr"/>
          <a:lstStyle/>
          <a:p>
            <a:r>
              <a:rPr kumimoji="1" lang="es-MX" altLang="zh-CN" sz="2800" dirty="0">
                <a:ln w="12700">
                  <a:noFill/>
                </a:ln>
                <a:solidFill>
                  <a:srgbClr val="0499FE">
                    <a:alpha val="100000"/>
                  </a:srgbClr>
                </a:solidFill>
                <a:latin typeface="poppins-bold"/>
                <a:ea typeface="poppins-bold"/>
                <a:cs typeface="poppins-bold"/>
              </a:rPr>
              <a:t>El centro de cómputo ha dejado de ser un simple "departamento de soporte técnico"</a:t>
            </a:r>
            <a:endParaRPr kumimoji="1" lang="zh-CN" altLang="en-US" sz="2800" dirty="0"/>
          </a:p>
        </p:txBody>
      </p:sp>
      <p:sp>
        <p:nvSpPr>
          <p:cNvPr id="13" name="标题 1"/>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algn="ctr"/>
            <a:endParaRPr kumimoji="1" lang="zh-CN" altLang="en-US"/>
          </a:p>
        </p:txBody>
      </p:sp>
      <p:pic>
        <p:nvPicPr>
          <p:cNvPr id="18" name="Imagen 17">
            <a:extLst>
              <a:ext uri="{FF2B5EF4-FFF2-40B4-BE49-F238E27FC236}">
                <a16:creationId xmlns:a16="http://schemas.microsoft.com/office/drawing/2014/main" id="{3ECE818A-9672-0786-3D91-7B218F312743}"/>
              </a:ext>
            </a:extLst>
          </p:cNvPr>
          <p:cNvPicPr>
            <a:picLocks noChangeAspect="1"/>
          </p:cNvPicPr>
          <p:nvPr/>
        </p:nvPicPr>
        <p:blipFill>
          <a:blip r:embed="rId3"/>
          <a:stretch>
            <a:fillRect/>
          </a:stretch>
        </p:blipFill>
        <p:spPr>
          <a:xfrm>
            <a:off x="6769869" y="1783080"/>
            <a:ext cx="5010788" cy="35890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7B0317-BBD5-ABC9-B7C3-2932CD944422}"/>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16FEA78D-5FA7-0ABC-A04A-FC0E7DC606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13968" cy="6858000"/>
          </a:xfrm>
          <a:prstGeom prst="rect">
            <a:avLst/>
          </a:prstGeom>
        </p:spPr>
      </p:pic>
      <p:sp>
        <p:nvSpPr>
          <p:cNvPr id="3" name="标题 1">
            <a:extLst>
              <a:ext uri="{FF2B5EF4-FFF2-40B4-BE49-F238E27FC236}">
                <a16:creationId xmlns:a16="http://schemas.microsoft.com/office/drawing/2014/main" id="{4A07C2E7-7D98-CFDD-7641-D57C354245B1}"/>
              </a:ext>
            </a:extLst>
          </p:cNvPr>
          <p:cNvSpPr txBox="1"/>
          <p:nvPr/>
        </p:nvSpPr>
        <p:spPr>
          <a:xfrm>
            <a:off x="958987" y="2250077"/>
            <a:ext cx="1021080" cy="1021080"/>
          </a:xfrm>
          <a:prstGeom prst="ellipse">
            <a:avLst/>
          </a:prstGeom>
          <a:solidFill>
            <a:schemeClr val="bg1"/>
          </a:solidFill>
          <a:ln w="44450" cap="sq">
            <a:solidFill>
              <a:schemeClr val="accent1"/>
            </a:solidFill>
            <a:miter/>
          </a:ln>
          <a:effectLst>
            <a:outerShdw blurRad="190500" dist="63500" dir="2700000" sx="102000" sy="102000" algn="tl" rotWithShape="0">
              <a:srgbClr val="000000">
                <a:alpha val="10000"/>
              </a:srgbClr>
            </a:outerShdw>
          </a:effectLst>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4" name="标题 1">
            <a:extLst>
              <a:ext uri="{FF2B5EF4-FFF2-40B4-BE49-F238E27FC236}">
                <a16:creationId xmlns:a16="http://schemas.microsoft.com/office/drawing/2014/main" id="{413C9290-9B94-633C-3D56-D3C347ED8F51}"/>
              </a:ext>
            </a:extLst>
          </p:cNvPr>
          <p:cNvSpPr txBox="1"/>
          <p:nvPr/>
        </p:nvSpPr>
        <p:spPr>
          <a:xfrm>
            <a:off x="1265011" y="2556101"/>
            <a:ext cx="409032" cy="409032"/>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tx1"/>
          </a:solidFill>
          <a:ln w="1860" cap="flat">
            <a:noFill/>
            <a:miter/>
          </a:ln>
        </p:spPr>
        <p:txBody>
          <a:bodyPr vert="horz"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 name="标题 1">
            <a:extLst>
              <a:ext uri="{FF2B5EF4-FFF2-40B4-BE49-F238E27FC236}">
                <a16:creationId xmlns:a16="http://schemas.microsoft.com/office/drawing/2014/main" id="{76FFE9F3-23ED-513A-64C6-339B66FEFBB6}"/>
              </a:ext>
            </a:extLst>
          </p:cNvPr>
          <p:cNvSpPr txBox="1"/>
          <p:nvPr/>
        </p:nvSpPr>
        <p:spPr>
          <a:xfrm>
            <a:off x="2180634" y="2250077"/>
            <a:ext cx="4804366" cy="369332"/>
          </a:xfrm>
          <a:prstGeom prst="rect">
            <a:avLst/>
          </a:prstGeom>
          <a:noFill/>
          <a:ln>
            <a:noFill/>
          </a:ln>
        </p:spPr>
        <p:txBody>
          <a:bodyPr vert="horz" wrap="square" lIns="0" tIns="0" rIns="0" bIns="0" rtlCol="0" anchor="b"/>
          <a:lstStyle/>
          <a:p>
            <a:pPr lvl="0"/>
            <a:r>
              <a:rPr kumimoji="1" lang="es-MX" altLang="zh-CN" sz="1600" dirty="0">
                <a:ln w="12700">
                  <a:noFill/>
                </a:ln>
                <a:solidFill>
                  <a:srgbClr val="000000">
                    <a:alpha val="100000"/>
                  </a:srgbClr>
                </a:solidFill>
                <a:latin typeface="poppins-bold"/>
                <a:ea typeface="poppins-bold"/>
                <a:cs typeface="poppins-bold"/>
              </a:rPr>
              <a:t>Garante de la Continuidad del Negocio:</a:t>
            </a: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6" name="标题 1">
            <a:extLst>
              <a:ext uri="{FF2B5EF4-FFF2-40B4-BE49-F238E27FC236}">
                <a16:creationId xmlns:a16="http://schemas.microsoft.com/office/drawing/2014/main" id="{72DB3321-AB35-FCE2-CD1F-BCF89AA51D77}"/>
              </a:ext>
            </a:extLst>
          </p:cNvPr>
          <p:cNvSpPr txBox="1"/>
          <p:nvPr/>
        </p:nvSpPr>
        <p:spPr>
          <a:xfrm>
            <a:off x="2180635" y="2645726"/>
            <a:ext cx="4538256" cy="1335150"/>
          </a:xfrm>
          <a:prstGeom prst="rect">
            <a:avLst/>
          </a:prstGeom>
          <a:noFill/>
          <a:ln>
            <a:noFill/>
          </a:ln>
        </p:spPr>
        <p:txBody>
          <a:bodyPr vert="horz" wrap="square" lIns="0" tIns="0" rIns="0" bIns="0" rtlCol="0" anchor="t"/>
          <a:lstStyle/>
          <a:p>
            <a:pPr lvl="0"/>
            <a:r>
              <a:rPr kumimoji="1" lang="es-MX" altLang="zh-CN" sz="1289" dirty="0">
                <a:ln w="12700">
                  <a:noFill/>
                </a:ln>
                <a:solidFill>
                  <a:srgbClr val="000000">
                    <a:alpha val="100000"/>
                  </a:srgbClr>
                </a:solidFill>
                <a:latin typeface="Poppins"/>
                <a:cs typeface="Poppins"/>
              </a:rPr>
              <a:t>¿Qué pasaría si los sistemas de ventas o producción se cayeran por un día? Sería un desastre. El centro de cómputo diseña e implementa planes de recuperación ante desastres para asegurar que la empresa pueda seguir operando incluso si ocurre una falla</a:t>
            </a:r>
            <a:endParaRPr kumimoji="1" lang="zh-CN" altLang="en-US" sz="1289" b="0" i="0" u="none" strike="noStrike" kern="1200" cap="none" spc="0" normalizeH="0" baseline="0" noProof="0" dirty="0">
              <a:ln w="12700">
                <a:noFill/>
              </a:ln>
              <a:solidFill>
                <a:srgbClr val="000000">
                  <a:alpha val="100000"/>
                </a:srgbClr>
              </a:solidFill>
              <a:effectLst/>
              <a:uLnTx/>
              <a:uFillTx/>
              <a:latin typeface="Poppins"/>
              <a:ea typeface="等线" panose="02010600030101010101" pitchFamily="2" charset="-122"/>
              <a:cs typeface="Poppins"/>
            </a:endParaRPr>
          </a:p>
        </p:txBody>
      </p:sp>
      <p:sp>
        <p:nvSpPr>
          <p:cNvPr id="7" name="标题 1">
            <a:extLst>
              <a:ext uri="{FF2B5EF4-FFF2-40B4-BE49-F238E27FC236}">
                <a16:creationId xmlns:a16="http://schemas.microsoft.com/office/drawing/2014/main" id="{6D017D43-0B2A-1B21-EB19-EE5CE050053D}"/>
              </a:ext>
            </a:extLst>
          </p:cNvPr>
          <p:cNvSpPr txBox="1"/>
          <p:nvPr/>
        </p:nvSpPr>
        <p:spPr>
          <a:xfrm>
            <a:off x="958987" y="4151841"/>
            <a:ext cx="1021080" cy="1021080"/>
          </a:xfrm>
          <a:prstGeom prst="ellipse">
            <a:avLst/>
          </a:prstGeom>
          <a:gradFill>
            <a:gsLst>
              <a:gs pos="0">
                <a:schemeClr val="accent1">
                  <a:lumMod val="60000"/>
                  <a:lumOff val="40000"/>
                </a:schemeClr>
              </a:gs>
              <a:gs pos="87000">
                <a:schemeClr val="accent1"/>
              </a:gs>
            </a:gsLst>
            <a:path path="circle">
              <a:fillToRect r="100000" b="100000"/>
            </a:path>
            <a:tileRect l="-100000" t="-100000"/>
          </a:gradFill>
          <a:ln w="52255" cap="flat">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8" name="标题 1">
            <a:extLst>
              <a:ext uri="{FF2B5EF4-FFF2-40B4-BE49-F238E27FC236}">
                <a16:creationId xmlns:a16="http://schemas.microsoft.com/office/drawing/2014/main" id="{232263C0-D00E-7992-FB99-F04A65716190}"/>
              </a:ext>
            </a:extLst>
          </p:cNvPr>
          <p:cNvSpPr txBox="1"/>
          <p:nvPr/>
        </p:nvSpPr>
        <p:spPr>
          <a:xfrm>
            <a:off x="1265011" y="4493218"/>
            <a:ext cx="409032" cy="338327"/>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bg1"/>
          </a:solidFill>
          <a:ln w="1860" cap="flat">
            <a:noFill/>
            <a:miter/>
          </a:ln>
        </p:spPr>
        <p:txBody>
          <a:bodyPr vert="horz"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9" name="标题 1">
            <a:extLst>
              <a:ext uri="{FF2B5EF4-FFF2-40B4-BE49-F238E27FC236}">
                <a16:creationId xmlns:a16="http://schemas.microsoft.com/office/drawing/2014/main" id="{BE419D53-5128-5B27-960F-A70BC46CEBE2}"/>
              </a:ext>
            </a:extLst>
          </p:cNvPr>
          <p:cNvSpPr txBox="1"/>
          <p:nvPr/>
        </p:nvSpPr>
        <p:spPr>
          <a:xfrm>
            <a:off x="2180634" y="4151841"/>
            <a:ext cx="4804366" cy="369332"/>
          </a:xfrm>
          <a:prstGeom prst="rect">
            <a:avLst/>
          </a:prstGeom>
          <a:noFill/>
          <a:ln>
            <a:noFill/>
          </a:ln>
        </p:spPr>
        <p:txBody>
          <a:bodyPr vert="horz" wrap="square" lIns="0" tIns="0" rIns="0" bIns="0" rtlCol="0" anchor="b"/>
          <a:lstStyle/>
          <a:p>
            <a:pPr lvl="0"/>
            <a:r>
              <a:rPr kumimoji="1" lang="es-MX" altLang="zh-CN" sz="1600" dirty="0">
                <a:ln w="12700">
                  <a:noFill/>
                </a:ln>
                <a:solidFill>
                  <a:srgbClr val="000000">
                    <a:alpha val="100000"/>
                  </a:srgbClr>
                </a:solidFill>
                <a:latin typeface="poppins-bold"/>
                <a:ea typeface="poppins-bold"/>
                <a:cs typeface="poppins-bold"/>
              </a:rPr>
              <a:t>Centro de Eficiencia y Reducción de Costos:</a:t>
            </a: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10" name="标题 1">
            <a:extLst>
              <a:ext uri="{FF2B5EF4-FFF2-40B4-BE49-F238E27FC236}">
                <a16:creationId xmlns:a16="http://schemas.microsoft.com/office/drawing/2014/main" id="{0E4E6488-EB1E-8A91-97C4-D96B98607D18}"/>
              </a:ext>
            </a:extLst>
          </p:cNvPr>
          <p:cNvSpPr txBox="1"/>
          <p:nvPr/>
        </p:nvSpPr>
        <p:spPr>
          <a:xfrm>
            <a:off x="2180635" y="4547490"/>
            <a:ext cx="4538256" cy="1933320"/>
          </a:xfrm>
          <a:prstGeom prst="rect">
            <a:avLst/>
          </a:prstGeom>
          <a:noFill/>
          <a:ln>
            <a:noFill/>
          </a:ln>
        </p:spPr>
        <p:txBody>
          <a:bodyPr vert="horz" wrap="square" lIns="0" tIns="0" rIns="0" bIns="0" rtlCol="0" anchor="t"/>
          <a:lstStyle/>
          <a:p>
            <a:pPr lvl="0"/>
            <a:r>
              <a:rPr kumimoji="1" lang="es-MX" altLang="zh-CN" sz="1289" dirty="0">
                <a:ln w="12700">
                  <a:noFill/>
                </a:ln>
                <a:solidFill>
                  <a:srgbClr val="000000">
                    <a:alpha val="100000"/>
                  </a:srgbClr>
                </a:solidFill>
                <a:latin typeface="Poppins"/>
                <a:ea typeface="Poppins"/>
                <a:cs typeface="Poppins"/>
              </a:rPr>
              <a:t>Al automatizar procesos y optimizar el uso de recursos tecnológicos, ayuda a la empresa a ser más productiva y a reducir costos operativos. Por ejemplo, la virtualización de servidores permite usar menos hardware, ahorrando energía y espacio..</a:t>
            </a:r>
          </a:p>
          <a:p>
            <a:pPr lvl="0"/>
            <a:endParaRPr kumimoji="1" lang="es-MX" altLang="zh-CN" sz="1289" dirty="0">
              <a:ln w="12700">
                <a:noFill/>
              </a:ln>
              <a:solidFill>
                <a:srgbClr val="000000">
                  <a:alpha val="100000"/>
                </a:srgbClr>
              </a:solidFill>
              <a:latin typeface="Poppins"/>
              <a:ea typeface="Poppins"/>
              <a:cs typeface="Poppins"/>
            </a:endParaRPr>
          </a:p>
          <a:p>
            <a:pPr lvl="0"/>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12" name="标题 1">
            <a:extLst>
              <a:ext uri="{FF2B5EF4-FFF2-40B4-BE49-F238E27FC236}">
                <a16:creationId xmlns:a16="http://schemas.microsoft.com/office/drawing/2014/main" id="{CD866237-3061-203A-3385-37B365B5F68B}"/>
              </a:ext>
            </a:extLst>
          </p:cNvPr>
          <p:cNvSpPr txBox="1"/>
          <p:nvPr/>
        </p:nvSpPr>
        <p:spPr>
          <a:xfrm>
            <a:off x="1980067" y="681397"/>
            <a:ext cx="7712990" cy="798742"/>
          </a:xfrm>
          <a:prstGeom prst="rect">
            <a:avLst/>
          </a:prstGeom>
          <a:noFill/>
          <a:ln>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s-MX" altLang="zh-CN" sz="2800" b="0" i="0" u="none" strike="noStrike" kern="1200" cap="none" spc="0" normalizeH="0" baseline="0" noProof="0" dirty="0">
                <a:ln w="12700">
                  <a:noFill/>
                </a:ln>
                <a:solidFill>
                  <a:srgbClr val="0499FE">
                    <a:alpha val="100000"/>
                  </a:srgbClr>
                </a:solidFill>
                <a:effectLst/>
                <a:uLnTx/>
                <a:uFillTx/>
                <a:latin typeface="poppins-bold"/>
                <a:ea typeface="poppins-bold"/>
                <a:cs typeface="poppins-bold"/>
              </a:rPr>
              <a:t>El centro de cómputo ha dejado de ser un simple "departamento de soporte técnico"</a:t>
            </a:r>
            <a:endParaRPr kumimoji="1" lang="zh-CN" altLang="en-US" sz="2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13" name="标题 1">
            <a:extLst>
              <a:ext uri="{FF2B5EF4-FFF2-40B4-BE49-F238E27FC236}">
                <a16:creationId xmlns:a16="http://schemas.microsoft.com/office/drawing/2014/main" id="{60D9EA25-E8DC-0744-FC2E-915C7AC526F4}"/>
              </a:ext>
            </a:extLst>
          </p:cNvPr>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4" name="标题 1">
            <a:extLst>
              <a:ext uri="{FF2B5EF4-FFF2-40B4-BE49-F238E27FC236}">
                <a16:creationId xmlns:a16="http://schemas.microsoft.com/office/drawing/2014/main" id="{FCB0AB21-C7D1-581A-2022-534AEFE1D798}"/>
              </a:ext>
            </a:extLst>
          </p:cNvPr>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pic>
        <p:nvPicPr>
          <p:cNvPr id="16" name="Imagen 15">
            <a:extLst>
              <a:ext uri="{FF2B5EF4-FFF2-40B4-BE49-F238E27FC236}">
                <a16:creationId xmlns:a16="http://schemas.microsoft.com/office/drawing/2014/main" id="{56A13815-5D38-C05E-9DF1-16495D315CE2}"/>
              </a:ext>
            </a:extLst>
          </p:cNvPr>
          <p:cNvPicPr>
            <a:picLocks noChangeAspect="1"/>
          </p:cNvPicPr>
          <p:nvPr/>
        </p:nvPicPr>
        <p:blipFill>
          <a:blip r:embed="rId3"/>
          <a:stretch>
            <a:fillRect/>
          </a:stretch>
        </p:blipFill>
        <p:spPr>
          <a:xfrm>
            <a:off x="7064246" y="1794145"/>
            <a:ext cx="4804366" cy="4086385"/>
          </a:xfrm>
          <a:prstGeom prst="rect">
            <a:avLst/>
          </a:prstGeom>
        </p:spPr>
      </p:pic>
    </p:spTree>
    <p:extLst>
      <p:ext uri="{BB962C8B-B14F-4D97-AF65-F5344CB8AC3E}">
        <p14:creationId xmlns:p14="http://schemas.microsoft.com/office/powerpoint/2010/main" val="3585270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Imagen 22">
            <a:extLst>
              <a:ext uri="{FF2B5EF4-FFF2-40B4-BE49-F238E27FC236}">
                <a16:creationId xmlns:a16="http://schemas.microsoft.com/office/drawing/2014/main" id="{146712E3-C414-5974-C061-29908FA23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
            <a:ext cx="12213970" cy="6858001"/>
          </a:xfrm>
          <a:prstGeom prst="rect">
            <a:avLst/>
          </a:prstGeom>
        </p:spPr>
      </p:pic>
      <p:sp>
        <p:nvSpPr>
          <p:cNvPr id="3" name="标题 1"/>
          <p:cNvSpPr txBox="1"/>
          <p:nvPr/>
        </p:nvSpPr>
        <p:spPr>
          <a:xfrm>
            <a:off x="1590569" y="1507958"/>
            <a:ext cx="1780674" cy="1788695"/>
          </a:xfrm>
          <a:prstGeom prst="round2Diag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4" name="标题 1"/>
          <p:cNvSpPr txBox="1"/>
          <p:nvPr/>
        </p:nvSpPr>
        <p:spPr>
          <a:xfrm flipH="1">
            <a:off x="3443434" y="1507958"/>
            <a:ext cx="7098630" cy="1788695"/>
          </a:xfrm>
          <a:prstGeom prst="round2Diag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3654615" y="2229438"/>
            <a:ext cx="6676268" cy="901445"/>
          </a:xfrm>
          <a:prstGeom prst="rect">
            <a:avLst/>
          </a:prstGeom>
          <a:noFill/>
          <a:ln cap="sq">
            <a:noFill/>
          </a:ln>
        </p:spPr>
        <p:txBody>
          <a:bodyPr vert="horz" wrap="square" lIns="0" tIns="0" rIns="0" bIns="0" rtlCol="0" anchor="t"/>
          <a:lstStyle/>
          <a:p>
            <a:pPr algn="l"/>
            <a:r>
              <a:rPr kumimoji="1" lang="en-US" altLang="zh-CN" sz="1400">
                <a:ln w="12700">
                  <a:noFill/>
                </a:ln>
                <a:solidFill>
                  <a:srgbClr val="FFFFFF">
                    <a:alpha val="100000"/>
                  </a:srgbClr>
                </a:solidFill>
                <a:latin typeface="Poppins"/>
                <a:ea typeface="Poppins"/>
                <a:cs typeface="Poppins"/>
              </a:rPr>
              <a:t>La provisión de servicios implica asegurar que todas las herramientas tecnológicas necesarias estén disponibles para el personal, facilitando así la eficiencia en sus tareas diarias.</a:t>
            </a:r>
            <a:endParaRPr kumimoji="1" lang="zh-CN" altLang="en-US"/>
          </a:p>
        </p:txBody>
      </p:sp>
      <p:sp>
        <p:nvSpPr>
          <p:cNvPr id="8" name="标题 1"/>
          <p:cNvSpPr txBox="1"/>
          <p:nvPr/>
        </p:nvSpPr>
        <p:spPr>
          <a:xfrm>
            <a:off x="1776338" y="1812758"/>
            <a:ext cx="1409136" cy="1096599"/>
          </a:xfrm>
          <a:prstGeom prst="rect">
            <a:avLst/>
          </a:prstGeom>
          <a:noFill/>
          <a:ln cap="sq">
            <a:noFill/>
          </a:ln>
        </p:spPr>
        <p:txBody>
          <a:bodyPr vert="horz" wrap="square" lIns="0" tIns="0" rIns="0" bIns="0" rtlCol="0" anchor="t"/>
          <a:lstStyle/>
          <a:p>
            <a:pPr algn="ctr"/>
            <a:r>
              <a:rPr kumimoji="1" lang="en-US" altLang="zh-CN" sz="6000">
                <a:ln w="15875">
                  <a:solidFill>
                    <a:srgbClr val="3860F4">
                      <a:alpha val="100000"/>
                    </a:srgbClr>
                  </a:solidFill>
                </a:ln>
                <a:solidFill>
                  <a:srgbClr val="0499FE">
                    <a:alpha val="100000"/>
                  </a:srgbClr>
                </a:solidFill>
                <a:latin typeface="poppins-bold"/>
                <a:ea typeface="poppins-bold"/>
                <a:cs typeface="poppins-bold"/>
              </a:rPr>
              <a:t>01</a:t>
            </a:r>
            <a:endParaRPr kumimoji="1" lang="zh-CN" altLang="en-US"/>
          </a:p>
        </p:txBody>
      </p:sp>
      <p:sp>
        <p:nvSpPr>
          <p:cNvPr id="9" name="标题 1"/>
          <p:cNvSpPr txBox="1"/>
          <p:nvPr/>
        </p:nvSpPr>
        <p:spPr>
          <a:xfrm>
            <a:off x="1452496" y="1350341"/>
            <a:ext cx="203957" cy="204876"/>
          </a:xfrm>
          <a:prstGeom prst="round2Diag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3654615" y="1824783"/>
            <a:ext cx="6676268" cy="362176"/>
          </a:xfrm>
          <a:prstGeom prst="rect">
            <a:avLst/>
          </a:prstGeom>
          <a:noFill/>
          <a:ln cap="sq">
            <a:noFill/>
          </a:ln>
        </p:spPr>
        <p:txBody>
          <a:bodyPr vert="horz" wrap="square" lIns="0" tIns="0" rIns="0" bIns="0" rtlCol="0" anchor="b"/>
          <a:lstStyle/>
          <a:p>
            <a:pPr algn="l"/>
            <a:r>
              <a:rPr kumimoji="1" lang="en-US" altLang="zh-CN" sz="1600">
                <a:ln w="12700">
                  <a:noFill/>
                </a:ln>
                <a:solidFill>
                  <a:srgbClr val="FFFFFF">
                    <a:alpha val="100000"/>
                  </a:srgbClr>
                </a:solidFill>
                <a:latin typeface="poppins-bold"/>
                <a:ea typeface="poppins-bold"/>
                <a:cs typeface="poppins-bold"/>
              </a:rPr>
              <a:t>Provisión de servicios</a:t>
            </a:r>
            <a:endParaRPr kumimoji="1" lang="zh-CN" altLang="en-US"/>
          </a:p>
        </p:txBody>
      </p:sp>
      <p:sp>
        <p:nvSpPr>
          <p:cNvPr id="11" name="标题 1"/>
          <p:cNvSpPr txBox="1"/>
          <p:nvPr/>
        </p:nvSpPr>
        <p:spPr>
          <a:xfrm>
            <a:off x="1590569" y="4073096"/>
            <a:ext cx="1780674" cy="1788695"/>
          </a:xfrm>
          <a:prstGeom prst="round2Diag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2" name="标题 1"/>
          <p:cNvSpPr txBox="1"/>
          <p:nvPr/>
        </p:nvSpPr>
        <p:spPr>
          <a:xfrm flipH="1">
            <a:off x="3443434" y="4073096"/>
            <a:ext cx="7098630" cy="1788695"/>
          </a:xfrm>
          <a:prstGeom prst="round2Diag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3654615" y="4794576"/>
            <a:ext cx="6676268" cy="901445"/>
          </a:xfrm>
          <a:prstGeom prst="rect">
            <a:avLst/>
          </a:prstGeom>
          <a:noFill/>
          <a:ln cap="sq">
            <a:noFill/>
          </a:ln>
        </p:spPr>
        <p:txBody>
          <a:bodyPr vert="horz" wrap="square" lIns="0" tIns="0" rIns="0" bIns="0" rtlCol="0" anchor="t"/>
          <a:lstStyle/>
          <a:p>
            <a:pPr algn="l"/>
            <a:r>
              <a:rPr kumimoji="1" lang="en-US" altLang="zh-CN" sz="1400">
                <a:ln w="12700">
                  <a:noFill/>
                </a:ln>
                <a:solidFill>
                  <a:srgbClr val="FFFFFF">
                    <a:alpha val="100000"/>
                  </a:srgbClr>
                </a:solidFill>
                <a:latin typeface="Poppins"/>
                <a:ea typeface="Poppins"/>
                <a:cs typeface="Poppins"/>
              </a:rPr>
              <a:t>El mantenimiento de infraestructura se centra en asegurar que los sistemas y equipos informáticos estén operativos, actualizados y funcionando de manera óptima para evitar interrupciones en el trabajo.</a:t>
            </a:r>
            <a:endParaRPr kumimoji="1" lang="zh-CN" altLang="en-US"/>
          </a:p>
        </p:txBody>
      </p:sp>
      <p:sp>
        <p:nvSpPr>
          <p:cNvPr id="16" name="标题 1"/>
          <p:cNvSpPr txBox="1"/>
          <p:nvPr/>
        </p:nvSpPr>
        <p:spPr>
          <a:xfrm>
            <a:off x="1776338" y="4377896"/>
            <a:ext cx="1409136" cy="1096599"/>
          </a:xfrm>
          <a:prstGeom prst="rect">
            <a:avLst/>
          </a:prstGeom>
          <a:noFill/>
          <a:ln cap="sq">
            <a:noFill/>
          </a:ln>
        </p:spPr>
        <p:txBody>
          <a:bodyPr vert="horz" wrap="square" lIns="0" tIns="0" rIns="0" bIns="0" rtlCol="0" anchor="t"/>
          <a:lstStyle/>
          <a:p>
            <a:pPr algn="ctr"/>
            <a:r>
              <a:rPr kumimoji="1" lang="en-US" altLang="zh-CN" sz="6000">
                <a:ln w="15875">
                  <a:solidFill>
                    <a:srgbClr val="3860F4">
                      <a:alpha val="100000"/>
                    </a:srgbClr>
                  </a:solidFill>
                </a:ln>
                <a:solidFill>
                  <a:srgbClr val="0499FE">
                    <a:alpha val="100000"/>
                  </a:srgbClr>
                </a:solidFill>
                <a:latin typeface="poppins-bold"/>
                <a:ea typeface="poppins-bold"/>
                <a:cs typeface="poppins-bold"/>
              </a:rPr>
              <a:t>02</a:t>
            </a:r>
            <a:endParaRPr kumimoji="1" lang="zh-CN" altLang="en-US"/>
          </a:p>
        </p:txBody>
      </p:sp>
      <p:sp>
        <p:nvSpPr>
          <p:cNvPr id="17" name="标题 1"/>
          <p:cNvSpPr txBox="1"/>
          <p:nvPr/>
        </p:nvSpPr>
        <p:spPr>
          <a:xfrm>
            <a:off x="1452496" y="3915479"/>
            <a:ext cx="203957" cy="204876"/>
          </a:xfrm>
          <a:prstGeom prst="round2Diag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a:off x="3654615" y="4389921"/>
            <a:ext cx="6676268" cy="362176"/>
          </a:xfrm>
          <a:prstGeom prst="rect">
            <a:avLst/>
          </a:prstGeom>
          <a:noFill/>
          <a:ln cap="sq">
            <a:noFill/>
          </a:ln>
        </p:spPr>
        <p:txBody>
          <a:bodyPr vert="horz" wrap="square" lIns="0" tIns="0" rIns="0" bIns="0" rtlCol="0" anchor="b"/>
          <a:lstStyle/>
          <a:p>
            <a:pPr algn="l"/>
            <a:r>
              <a:rPr kumimoji="1" lang="en-US" altLang="zh-CN" sz="1600">
                <a:ln w="12700">
                  <a:noFill/>
                </a:ln>
                <a:solidFill>
                  <a:srgbClr val="FFFFFF">
                    <a:alpha val="100000"/>
                  </a:srgbClr>
                </a:solidFill>
                <a:latin typeface="poppins-bold"/>
                <a:ea typeface="poppins-bold"/>
                <a:cs typeface="poppins-bold"/>
              </a:rPr>
              <a:t>Mantenimiento de infraestructura</a:t>
            </a:r>
            <a:endParaRPr kumimoji="1" lang="zh-CN" altLang="en-US"/>
          </a:p>
        </p:txBody>
      </p:sp>
      <p:sp>
        <p:nvSpPr>
          <p:cNvPr id="19" name="标题 1"/>
          <p:cNvSpPr txBox="1"/>
          <p:nvPr/>
        </p:nvSpPr>
        <p:spPr>
          <a:xfrm>
            <a:off x="836650" y="475975"/>
            <a:ext cx="8810270" cy="468000"/>
          </a:xfrm>
          <a:prstGeom prst="rect">
            <a:avLst/>
          </a:prstGeom>
          <a:noFill/>
          <a:ln>
            <a:noFill/>
          </a:ln>
        </p:spPr>
        <p:txBody>
          <a:bodyPr vert="horz" wrap="square" lIns="0" tIns="0" rIns="0" bIns="0" rtlCol="0" anchor="ctr"/>
          <a:lstStyle/>
          <a:p>
            <a:pPr algn="l"/>
            <a:r>
              <a:rPr kumimoji="1" lang="en-US" altLang="zh-CN" sz="3200" dirty="0" err="1">
                <a:ln w="12700">
                  <a:noFill/>
                </a:ln>
                <a:solidFill>
                  <a:srgbClr val="0499FE">
                    <a:alpha val="100000"/>
                  </a:srgbClr>
                </a:solidFill>
                <a:latin typeface="poppins-bold"/>
                <a:ea typeface="poppins-bold"/>
                <a:cs typeface="poppins-bold"/>
              </a:rPr>
              <a:t>Gestión</a:t>
            </a:r>
            <a:r>
              <a:rPr kumimoji="1" lang="en-US" altLang="zh-CN" sz="3200" dirty="0">
                <a:ln w="12700">
                  <a:noFill/>
                </a:ln>
                <a:solidFill>
                  <a:srgbClr val="0499FE">
                    <a:alpha val="100000"/>
                  </a:srgbClr>
                </a:solidFill>
                <a:latin typeface="poppins-bold"/>
                <a:ea typeface="poppins-bold"/>
                <a:cs typeface="poppins-bold"/>
              </a:rPr>
              <a:t> de Tecnología de la Información</a:t>
            </a:r>
            <a:endParaRPr kumimoji="1" lang="zh-CN" altLang="en-US" dirty="0"/>
          </a:p>
        </p:txBody>
      </p:sp>
      <p:sp>
        <p:nvSpPr>
          <p:cNvPr id="20" name="标题 1"/>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1" name="标题 1"/>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B3C8E5F1-F943-CF77-6930-2C64F79784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标题 1"/>
          <p:cNvSpPr txBox="1"/>
          <p:nvPr/>
        </p:nvSpPr>
        <p:spPr>
          <a:xfrm>
            <a:off x="7177042" y="2130565"/>
            <a:ext cx="4113258" cy="307777"/>
          </a:xfrm>
          <a:prstGeom prst="rect">
            <a:avLst/>
          </a:prstGeom>
          <a:noFill/>
          <a:ln>
            <a:noFill/>
          </a:ln>
        </p:spPr>
        <p:txBody>
          <a:bodyPr vert="horz" wrap="square" lIns="0" tIns="0" rIns="0" bIns="0" rtlCol="0" anchor="b"/>
          <a:lstStyle/>
          <a:p>
            <a:pPr algn="l"/>
            <a:r>
              <a:rPr kumimoji="1" lang="en-US" altLang="zh-CN" sz="1600">
                <a:ln w="12700">
                  <a:noFill/>
                </a:ln>
                <a:solidFill>
                  <a:srgbClr val="000000">
                    <a:alpha val="100000"/>
                  </a:srgbClr>
                </a:solidFill>
                <a:latin typeface="poppins-bold"/>
                <a:ea typeface="poppins-bold"/>
                <a:cs typeface="poppins-bold"/>
              </a:rPr>
              <a:t>Capacitación del personal</a:t>
            </a:r>
            <a:endParaRPr kumimoji="1" lang="zh-CN" altLang="en-US"/>
          </a:p>
        </p:txBody>
      </p:sp>
      <p:sp>
        <p:nvSpPr>
          <p:cNvPr id="4" name="标题 1"/>
          <p:cNvSpPr txBox="1"/>
          <p:nvPr/>
        </p:nvSpPr>
        <p:spPr>
          <a:xfrm>
            <a:off x="7167517" y="2498384"/>
            <a:ext cx="4125290" cy="1381404"/>
          </a:xfrm>
          <a:prstGeom prst="rect">
            <a:avLst/>
          </a:prstGeom>
          <a:noFill/>
          <a:ln>
            <a:noFill/>
          </a:ln>
        </p:spPr>
        <p:txBody>
          <a:bodyPr vert="horz" wrap="square" lIns="0" tIns="0" rIns="0" bIns="0" rtlCol="0" anchor="t"/>
          <a:lstStyle/>
          <a:p>
            <a:pPr algn="l"/>
            <a:r>
              <a:rPr kumimoji="1" lang="en-US" altLang="zh-CN" sz="1298">
                <a:ln w="12700">
                  <a:noFill/>
                </a:ln>
                <a:solidFill>
                  <a:srgbClr val="000000">
                    <a:alpha val="100000"/>
                  </a:srgbClr>
                </a:solidFill>
                <a:latin typeface="Poppins"/>
                <a:ea typeface="Poppins"/>
                <a:cs typeface="Poppins"/>
              </a:rPr>
              <a:t>La capacitación del personal es esencial para que los empleados puedan utilizar eficazmente las herramientas tecnológicas, mejorando su productividad y el aprovechamiento de recursos.</a:t>
            </a:r>
            <a:endParaRPr kumimoji="1" lang="zh-CN" altLang="en-US"/>
          </a:p>
        </p:txBody>
      </p:sp>
      <p:sp>
        <p:nvSpPr>
          <p:cNvPr id="5" name="标题 1"/>
          <p:cNvSpPr txBox="1"/>
          <p:nvPr/>
        </p:nvSpPr>
        <p:spPr>
          <a:xfrm>
            <a:off x="6958176" y="2258232"/>
            <a:ext cx="109075" cy="109075"/>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7177042" y="4034357"/>
            <a:ext cx="4113258" cy="307777"/>
          </a:xfrm>
          <a:prstGeom prst="rect">
            <a:avLst/>
          </a:prstGeom>
          <a:noFill/>
          <a:ln>
            <a:noFill/>
          </a:ln>
        </p:spPr>
        <p:txBody>
          <a:bodyPr vert="horz" wrap="square" lIns="0" tIns="0" rIns="0" bIns="0" rtlCol="0" anchor="b"/>
          <a:lstStyle/>
          <a:p>
            <a:pPr algn="l"/>
            <a:r>
              <a:rPr kumimoji="1" lang="en-US" altLang="zh-CN" sz="1600">
                <a:ln w="12700">
                  <a:noFill/>
                </a:ln>
                <a:solidFill>
                  <a:srgbClr val="000000">
                    <a:alpha val="100000"/>
                  </a:srgbClr>
                </a:solidFill>
                <a:latin typeface="poppins-bold"/>
                <a:ea typeface="poppins-bold"/>
                <a:cs typeface="poppins-bold"/>
              </a:rPr>
              <a:t>Resolución de problemas</a:t>
            </a:r>
            <a:endParaRPr kumimoji="1" lang="zh-CN" altLang="en-US"/>
          </a:p>
        </p:txBody>
      </p:sp>
      <p:sp>
        <p:nvSpPr>
          <p:cNvPr id="7" name="标题 1"/>
          <p:cNvSpPr txBox="1"/>
          <p:nvPr/>
        </p:nvSpPr>
        <p:spPr>
          <a:xfrm>
            <a:off x="7167517" y="4402176"/>
            <a:ext cx="4125290" cy="1381404"/>
          </a:xfrm>
          <a:prstGeom prst="rect">
            <a:avLst/>
          </a:prstGeom>
          <a:noFill/>
          <a:ln>
            <a:noFill/>
          </a:ln>
        </p:spPr>
        <p:txBody>
          <a:bodyPr vert="horz" wrap="square" lIns="0" tIns="0" rIns="0" bIns="0" rtlCol="0" anchor="t"/>
          <a:lstStyle/>
          <a:p>
            <a:pPr algn="l"/>
            <a:r>
              <a:rPr kumimoji="1" lang="en-US" altLang="zh-CN" sz="1298">
                <a:ln w="12700">
                  <a:noFill/>
                </a:ln>
                <a:solidFill>
                  <a:srgbClr val="000000">
                    <a:alpha val="100000"/>
                  </a:srgbClr>
                </a:solidFill>
                <a:latin typeface="Poppins"/>
                <a:ea typeface="Poppins"/>
                <a:cs typeface="Poppins"/>
              </a:rPr>
              <a:t>La resolución de problemas se refiere a la habilidad de identificar y solucionar rápidamente inconvenientes técnicos, minimizando el tiempo de inactividad y manteniendo la continuidad del trabajo.</a:t>
            </a:r>
            <a:endParaRPr kumimoji="1" lang="zh-CN" altLang="en-US"/>
          </a:p>
        </p:txBody>
      </p:sp>
      <p:sp>
        <p:nvSpPr>
          <p:cNvPr id="8" name="标题 1"/>
          <p:cNvSpPr txBox="1"/>
          <p:nvPr/>
        </p:nvSpPr>
        <p:spPr>
          <a:xfrm>
            <a:off x="6958176" y="4145690"/>
            <a:ext cx="109075" cy="109075"/>
          </a:xfrm>
          <a:prstGeom prst="rect">
            <a:avLst/>
          </a:prstGeom>
          <a:solidFill>
            <a:schemeClr val="tx1">
              <a:lumMod val="65000"/>
              <a:lumOff val="35000"/>
            </a:schemeClr>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1425575" y="2159000"/>
            <a:ext cx="4191000" cy="2590800"/>
          </a:xfrm>
          <a:prstGeom prst="rect">
            <a:avLst/>
          </a:prstGeom>
          <a:blipFill>
            <a:blip r:embed="rId3"/>
            <a:srcRect/>
            <a:stretch>
              <a:fillRect/>
            </a:stretch>
          </a:blipFill>
          <a:ln w="9525"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836650" y="475975"/>
            <a:ext cx="10682250" cy="468000"/>
          </a:xfrm>
          <a:prstGeom prst="rect">
            <a:avLst/>
          </a:prstGeom>
          <a:noFill/>
          <a:ln>
            <a:noFill/>
          </a:ln>
        </p:spPr>
        <p:txBody>
          <a:bodyPr vert="horz" wrap="square" lIns="0" tIns="0" rIns="0" bIns="0" rtlCol="0" anchor="ctr"/>
          <a:lstStyle/>
          <a:p>
            <a:pPr algn="l"/>
            <a:r>
              <a:rPr kumimoji="1" lang="en-US" altLang="zh-CN" sz="3200">
                <a:ln w="12700">
                  <a:noFill/>
                </a:ln>
                <a:solidFill>
                  <a:srgbClr val="0499FE">
                    <a:alpha val="100000"/>
                  </a:srgbClr>
                </a:solidFill>
                <a:latin typeface="poppins-bold"/>
                <a:ea typeface="poppins-bold"/>
                <a:cs typeface="poppins-bold"/>
              </a:rPr>
              <a:t>Soporte Técnico y Asesoría</a:t>
            </a:r>
            <a:endParaRPr kumimoji="1" lang="zh-CN" altLang="en-US"/>
          </a:p>
        </p:txBody>
      </p:sp>
      <p:sp>
        <p:nvSpPr>
          <p:cNvPr id="11" name="标题 1"/>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FCC693-BDB9-EB2C-EFFF-19681511520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16B71584-DF3E-6E17-E067-34E58E684F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标题 1">
            <a:extLst>
              <a:ext uri="{FF2B5EF4-FFF2-40B4-BE49-F238E27FC236}">
                <a16:creationId xmlns:a16="http://schemas.microsoft.com/office/drawing/2014/main" id="{AC205D00-D113-CDED-0EAF-1C2F57CE1DE8}"/>
              </a:ext>
            </a:extLst>
          </p:cNvPr>
          <p:cNvSpPr txBox="1"/>
          <p:nvPr/>
        </p:nvSpPr>
        <p:spPr>
          <a:xfrm>
            <a:off x="1129424" y="1251211"/>
            <a:ext cx="4804366" cy="369332"/>
          </a:xfrm>
          <a:prstGeom prst="rect">
            <a:avLst/>
          </a:prstGeom>
          <a:noFill/>
          <a:ln>
            <a:noFill/>
          </a:ln>
        </p:spPr>
        <p:txBody>
          <a:bodyPr vert="horz"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600" b="0" i="0" u="none" strike="noStrike" kern="1200" cap="none" spc="0" normalizeH="0" baseline="0" noProof="0" dirty="0" err="1">
                <a:ln w="12700">
                  <a:noFill/>
                </a:ln>
                <a:solidFill>
                  <a:srgbClr val="000000">
                    <a:alpha val="100000"/>
                  </a:srgbClr>
                </a:solidFill>
                <a:effectLst/>
                <a:uLnTx/>
                <a:uFillTx/>
                <a:latin typeface="poppins-bold"/>
                <a:ea typeface="poppins-bold"/>
                <a:cs typeface="poppins-bold"/>
              </a:rPr>
              <a:t>Implementación</a:t>
            </a:r>
            <a:r>
              <a:rPr kumimoji="1" lang="en-US" altLang="zh-CN" sz="1600" b="0" i="0" u="none" strike="noStrike" kern="1200" cap="none" spc="0" normalizeH="0" baseline="0" noProof="0" dirty="0">
                <a:ln w="12700">
                  <a:noFill/>
                </a:ln>
                <a:solidFill>
                  <a:srgbClr val="000000">
                    <a:alpha val="100000"/>
                  </a:srgbClr>
                </a:solidFill>
                <a:effectLst/>
                <a:uLnTx/>
                <a:uFillTx/>
                <a:latin typeface="poppins-bold"/>
                <a:ea typeface="poppins-bold"/>
                <a:cs typeface="poppins-bold"/>
              </a:rPr>
              <a:t> de </a:t>
            </a:r>
            <a:r>
              <a:rPr kumimoji="1" lang="en-US" altLang="zh-CN" sz="1600" b="0" i="0" u="none" strike="noStrike" kern="1200" cap="none" spc="0" normalizeH="0" baseline="0" noProof="0" dirty="0" err="1">
                <a:ln w="12700">
                  <a:noFill/>
                </a:ln>
                <a:solidFill>
                  <a:srgbClr val="000000">
                    <a:alpha val="100000"/>
                  </a:srgbClr>
                </a:solidFill>
                <a:effectLst/>
                <a:uLnTx/>
                <a:uFillTx/>
                <a:latin typeface="poppins-bold"/>
                <a:ea typeface="poppins-bold"/>
                <a:cs typeface="poppins-bold"/>
              </a:rPr>
              <a:t>nuevas</a:t>
            </a:r>
            <a:r>
              <a:rPr kumimoji="1" lang="en-US" altLang="zh-CN" sz="1600" b="0" i="0" u="none" strike="noStrike" kern="1200" cap="none" spc="0" normalizeH="0" baseline="0" noProof="0" dirty="0">
                <a:ln w="12700">
                  <a:noFill/>
                </a:ln>
                <a:solidFill>
                  <a:srgbClr val="000000">
                    <a:alpha val="100000"/>
                  </a:srgbClr>
                </a:solidFill>
                <a:effectLst/>
                <a:uLnTx/>
                <a:uFillTx/>
                <a:latin typeface="poppins-bold"/>
                <a:ea typeface="poppins-bold"/>
                <a:cs typeface="poppins-bold"/>
              </a:rPr>
              <a:t> </a:t>
            </a:r>
            <a:r>
              <a:rPr kumimoji="1" lang="en-US" altLang="zh-CN" sz="1600" b="0" i="0" u="none" strike="noStrike" kern="1200" cap="none" spc="0" normalizeH="0" baseline="0" noProof="0" dirty="0" err="1">
                <a:ln w="12700">
                  <a:noFill/>
                </a:ln>
                <a:solidFill>
                  <a:srgbClr val="000000">
                    <a:alpha val="100000"/>
                  </a:srgbClr>
                </a:solidFill>
                <a:effectLst/>
                <a:uLnTx/>
                <a:uFillTx/>
                <a:latin typeface="poppins-bold"/>
                <a:ea typeface="poppins-bold"/>
                <a:cs typeface="poppins-bold"/>
              </a:rPr>
              <a:t>tecnologías</a:t>
            </a: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6" name="标题 1">
            <a:extLst>
              <a:ext uri="{FF2B5EF4-FFF2-40B4-BE49-F238E27FC236}">
                <a16:creationId xmlns:a16="http://schemas.microsoft.com/office/drawing/2014/main" id="{1327C72F-E4A9-DD1A-3668-20BF842BA402}"/>
              </a:ext>
            </a:extLst>
          </p:cNvPr>
          <p:cNvSpPr txBox="1"/>
          <p:nvPr/>
        </p:nvSpPr>
        <p:spPr>
          <a:xfrm>
            <a:off x="1129424" y="1898262"/>
            <a:ext cx="4800011" cy="1335150"/>
          </a:xfrm>
          <a:prstGeom prst="rect">
            <a:avLst/>
          </a:prstGeom>
          <a:noFill/>
          <a:ln>
            <a:noFill/>
          </a:ln>
        </p:spPr>
        <p:txBody>
          <a:bodyPr vert="horz"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La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implementación</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de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nuevas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tecnologías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involucra</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la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adopción</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de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herramientas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avanzadas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que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optimizan</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procesos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y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ofrecen</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soluciones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innovadoras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mejorando</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la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competitividad</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de la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empresa</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a:t>
            </a:r>
            <a:endParaRPr kumimoji="1"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8" name="标题 1">
            <a:extLst>
              <a:ext uri="{FF2B5EF4-FFF2-40B4-BE49-F238E27FC236}">
                <a16:creationId xmlns:a16="http://schemas.microsoft.com/office/drawing/2014/main" id="{F26FC804-11FF-B263-4ED9-DA250491EB56}"/>
              </a:ext>
            </a:extLst>
          </p:cNvPr>
          <p:cNvSpPr txBox="1"/>
          <p:nvPr/>
        </p:nvSpPr>
        <p:spPr>
          <a:xfrm>
            <a:off x="1265011" y="4493218"/>
            <a:ext cx="409032" cy="338327"/>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bg1"/>
          </a:solidFill>
          <a:ln w="1860" cap="flat">
            <a:noFill/>
            <a:miter/>
          </a:ln>
        </p:spPr>
        <p:txBody>
          <a:bodyPr vert="horz"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9" name="标题 1">
            <a:extLst>
              <a:ext uri="{FF2B5EF4-FFF2-40B4-BE49-F238E27FC236}">
                <a16:creationId xmlns:a16="http://schemas.microsoft.com/office/drawing/2014/main" id="{30FDD53B-FE9C-BD65-3FC0-897D36BFEDF7}"/>
              </a:ext>
            </a:extLst>
          </p:cNvPr>
          <p:cNvSpPr txBox="1"/>
          <p:nvPr/>
        </p:nvSpPr>
        <p:spPr>
          <a:xfrm>
            <a:off x="1129424" y="3138400"/>
            <a:ext cx="4804366" cy="369332"/>
          </a:xfrm>
          <a:prstGeom prst="rect">
            <a:avLst/>
          </a:prstGeom>
          <a:noFill/>
          <a:ln>
            <a:noFill/>
          </a:ln>
        </p:spPr>
        <p:txBody>
          <a:bodyPr vert="horz"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600" b="0" i="0" u="none" strike="noStrike" kern="1200" cap="none" spc="0" normalizeH="0" baseline="0" noProof="0" dirty="0">
                <a:ln w="12700">
                  <a:noFill/>
                </a:ln>
                <a:solidFill>
                  <a:srgbClr val="000000">
                    <a:alpha val="100000"/>
                  </a:srgbClr>
                </a:solidFill>
                <a:effectLst/>
                <a:uLnTx/>
                <a:uFillTx/>
                <a:latin typeface="poppins-bold"/>
                <a:ea typeface="poppins-bold"/>
                <a:cs typeface="poppins-bold"/>
              </a:rPr>
              <a:t>Fomento de la </a:t>
            </a:r>
            <a:r>
              <a:rPr kumimoji="1" lang="en-US" altLang="zh-CN" sz="1600" b="0" i="0" u="none" strike="noStrike" kern="1200" cap="none" spc="0" normalizeH="0" baseline="0" noProof="0" dirty="0" err="1">
                <a:ln w="12700">
                  <a:noFill/>
                </a:ln>
                <a:solidFill>
                  <a:srgbClr val="000000">
                    <a:alpha val="100000"/>
                  </a:srgbClr>
                </a:solidFill>
                <a:effectLst/>
                <a:uLnTx/>
                <a:uFillTx/>
                <a:latin typeface="poppins-bold"/>
                <a:ea typeface="poppins-bold"/>
                <a:cs typeface="poppins-bold"/>
              </a:rPr>
              <a:t>cultura</a:t>
            </a:r>
            <a:r>
              <a:rPr kumimoji="1" lang="en-US" altLang="zh-CN" sz="1600" b="0" i="0" u="none" strike="noStrike" kern="1200" cap="none" spc="0" normalizeH="0" baseline="0" noProof="0" dirty="0">
                <a:ln w="12700">
                  <a:noFill/>
                </a:ln>
                <a:solidFill>
                  <a:srgbClr val="000000">
                    <a:alpha val="100000"/>
                  </a:srgbClr>
                </a:solidFill>
                <a:effectLst/>
                <a:uLnTx/>
                <a:uFillTx/>
                <a:latin typeface="poppins-bold"/>
                <a:ea typeface="poppins-bold"/>
                <a:cs typeface="poppins-bold"/>
              </a:rPr>
              <a:t> digital</a:t>
            </a: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10" name="标题 1">
            <a:extLst>
              <a:ext uri="{FF2B5EF4-FFF2-40B4-BE49-F238E27FC236}">
                <a16:creationId xmlns:a16="http://schemas.microsoft.com/office/drawing/2014/main" id="{DA182C24-9109-BE17-5F29-0A48C393AACF}"/>
              </a:ext>
            </a:extLst>
          </p:cNvPr>
          <p:cNvSpPr txBox="1"/>
          <p:nvPr/>
        </p:nvSpPr>
        <p:spPr>
          <a:xfrm>
            <a:off x="1129423" y="3924741"/>
            <a:ext cx="4800011" cy="1967610"/>
          </a:xfrm>
          <a:prstGeom prst="rect">
            <a:avLst/>
          </a:prstGeom>
          <a:noFill/>
          <a:ln>
            <a:noFill/>
          </a:ln>
        </p:spPr>
        <p:txBody>
          <a:bodyPr vert="horz"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El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fomento</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de la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cultura</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digital se centra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en</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promover</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una</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mentalidad</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abierta</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hacia</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la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tecnología</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entre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los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empleados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incentivando</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la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creatividad</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y la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adopción</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de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nuevas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herramientas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 </a:t>
            </a:r>
            <a:r>
              <a:rPr kumimoji="1" lang="en-US" altLang="zh-CN" sz="1400" b="0" i="0" u="none" strike="noStrike" kern="1200" cap="none" spc="0" normalizeH="0" baseline="0" noProof="0" dirty="0" err="1">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digitales</a:t>
            </a:r>
            <a:r>
              <a:rPr kumimoji="1" lang="en-US" altLang="zh-CN" sz="1400" b="0" i="0" u="none" strike="noStrike" kern="1200" cap="none" spc="0" normalizeH="0" baseline="0" noProof="0" dirty="0">
                <a:ln w="12700">
                  <a:noFill/>
                </a:ln>
                <a:solidFill>
                  <a:srgbClr val="000000">
                    <a:alpha val="100000"/>
                  </a:srgbClr>
                </a:solidFill>
                <a:effectLst/>
                <a:uLnTx/>
                <a:uFillTx/>
                <a:latin typeface="Arial" panose="020B0604020202020204" pitchFamily="34" charset="0"/>
                <a:ea typeface="Poppins"/>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89" dirty="0">
              <a:ln w="12700">
                <a:noFill/>
              </a:ln>
              <a:solidFill>
                <a:srgbClr val="000000">
                  <a:alpha val="100000"/>
                </a:srgbClr>
              </a:solidFill>
              <a:latin typeface="Poppins"/>
              <a:ea typeface="等线" panose="02010600030101010101" pitchFamily="2" charset="-122"/>
              <a:cs typeface="Poppi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89" b="0" i="0" u="none" strike="noStrike" kern="1200" cap="none" spc="0" normalizeH="0" baseline="0" noProof="0" dirty="0">
              <a:ln w="12700">
                <a:noFill/>
              </a:ln>
              <a:solidFill>
                <a:srgbClr val="000000">
                  <a:alpha val="100000"/>
                </a:srgbClr>
              </a:solidFill>
              <a:effectLst/>
              <a:uLnTx/>
              <a:uFillTx/>
              <a:latin typeface="Poppins"/>
              <a:ea typeface="等线" panose="02010600030101010101" pitchFamily="2" charset="-122"/>
              <a:cs typeface="Poppins"/>
            </a:endParaRPr>
          </a:p>
          <a:p>
            <a:r>
              <a:rPr kumimoji="1" lang="es-MX" altLang="zh-CN" sz="1400" b="1" dirty="0">
                <a:ln w="12700">
                  <a:noFill/>
                </a:ln>
                <a:solidFill>
                  <a:srgbClr val="000000">
                    <a:alpha val="100000"/>
                  </a:srgbClr>
                </a:solidFill>
                <a:latin typeface="Poppins"/>
                <a:cs typeface="Poppins"/>
              </a:rPr>
              <a:t>En resumen, un centro de cómputo moderno no solo repara problemas, sino que impulsa el crecimiento y la competitividad de la empresa.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12" name="标题 1">
            <a:extLst>
              <a:ext uri="{FF2B5EF4-FFF2-40B4-BE49-F238E27FC236}">
                <a16:creationId xmlns:a16="http://schemas.microsoft.com/office/drawing/2014/main" id="{5152B326-928E-05D9-4442-2DF15385C039}"/>
              </a:ext>
            </a:extLst>
          </p:cNvPr>
          <p:cNvSpPr txBox="1"/>
          <p:nvPr/>
        </p:nvSpPr>
        <p:spPr>
          <a:xfrm>
            <a:off x="2631160" y="354616"/>
            <a:ext cx="6764300" cy="468000"/>
          </a:xfrm>
          <a:prstGeom prst="rect">
            <a:avLst/>
          </a:prstGeom>
          <a:noFill/>
          <a:ln>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w="12700">
                  <a:noFill/>
                </a:ln>
                <a:solidFill>
                  <a:srgbClr val="0499FE">
                    <a:alpha val="100000"/>
                  </a:srgbClr>
                </a:solidFill>
                <a:effectLst/>
                <a:uLnTx/>
                <a:uFillTx/>
                <a:latin typeface="poppins-bold"/>
                <a:ea typeface="poppins-bold"/>
                <a:cs typeface="poppins-bold"/>
              </a:rPr>
              <a:t>Innovación y Desarrollo</a:t>
            </a:r>
            <a:endParaRPr kumimoji="1" lang="zh-CN" altLang="en-US" sz="1800" b="0" i="0" u="none" strike="noStrike" kern="1200" cap="none" spc="0" normalizeH="0" baseline="0" noProof="0" dirty="0">
              <a:ln>
                <a:noFill/>
              </a:ln>
              <a:solidFill>
                <a:srgbClr val="000000"/>
              </a:solidFill>
              <a:effectLst/>
              <a:uLnTx/>
              <a:uFillTx/>
              <a:latin typeface="等线" panose="020F0502020204030204"/>
              <a:ea typeface="等线" panose="02010600030101010101" pitchFamily="2" charset="-122"/>
              <a:cs typeface="+mn-cs"/>
            </a:endParaRPr>
          </a:p>
        </p:txBody>
      </p:sp>
      <p:sp>
        <p:nvSpPr>
          <p:cNvPr id="13" name="标题 1">
            <a:extLst>
              <a:ext uri="{FF2B5EF4-FFF2-40B4-BE49-F238E27FC236}">
                <a16:creationId xmlns:a16="http://schemas.microsoft.com/office/drawing/2014/main" id="{6E4B1358-EC2F-88A7-0462-524264C22494}"/>
              </a:ext>
            </a:extLst>
          </p:cNvPr>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4" name="标题 1">
            <a:extLst>
              <a:ext uri="{FF2B5EF4-FFF2-40B4-BE49-F238E27FC236}">
                <a16:creationId xmlns:a16="http://schemas.microsoft.com/office/drawing/2014/main" id="{B0CCE817-0C0C-4336-F838-EEF78786EF33}"/>
              </a:ext>
            </a:extLst>
          </p:cNvPr>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pic>
        <p:nvPicPr>
          <p:cNvPr id="16" name="Imagen 15">
            <a:extLst>
              <a:ext uri="{FF2B5EF4-FFF2-40B4-BE49-F238E27FC236}">
                <a16:creationId xmlns:a16="http://schemas.microsoft.com/office/drawing/2014/main" id="{393AB3AF-9F5D-169B-3D24-1CFA3FE3570E}"/>
              </a:ext>
            </a:extLst>
          </p:cNvPr>
          <p:cNvPicPr>
            <a:picLocks noChangeAspect="1"/>
          </p:cNvPicPr>
          <p:nvPr/>
        </p:nvPicPr>
        <p:blipFill>
          <a:blip r:embed="rId3"/>
          <a:stretch>
            <a:fillRect/>
          </a:stretch>
        </p:blipFill>
        <p:spPr>
          <a:xfrm>
            <a:off x="6857474" y="1419951"/>
            <a:ext cx="4887007" cy="4329340"/>
          </a:xfrm>
          <a:prstGeom prst="rect">
            <a:avLst/>
          </a:prstGeom>
        </p:spPr>
      </p:pic>
    </p:spTree>
    <p:extLst>
      <p:ext uri="{BB962C8B-B14F-4D97-AF65-F5344CB8AC3E}">
        <p14:creationId xmlns:p14="http://schemas.microsoft.com/office/powerpoint/2010/main" val="1908861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840B9C3C-27E3-E554-2BA8-13BF443653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4" name="标题 1"/>
          <p:cNvSpPr txBox="1"/>
          <p:nvPr/>
        </p:nvSpPr>
        <p:spPr>
          <a:xfrm>
            <a:off x="6494153" y="3141112"/>
            <a:ext cx="5035631" cy="1514261"/>
          </a:xfrm>
          <a:prstGeom prst="rect">
            <a:avLst/>
          </a:prstGeom>
          <a:noFill/>
          <a:ln>
            <a:noFill/>
          </a:ln>
        </p:spPr>
        <p:txBody>
          <a:bodyPr vert="horz" wrap="square" lIns="91440" tIns="45720" rIns="91440" bIns="45720" rtlCol="0" anchor="ctr"/>
          <a:lstStyle/>
          <a:p>
            <a:pPr algn="ctr"/>
            <a:r>
              <a:rPr kumimoji="1" lang="en-US" altLang="zh-CN" sz="2800">
                <a:ln w="12700">
                  <a:noFill/>
                </a:ln>
                <a:solidFill>
                  <a:srgbClr val="0B144C">
                    <a:alpha val="100000"/>
                  </a:srgbClr>
                </a:solidFill>
                <a:latin typeface="poppins-bold"/>
                <a:ea typeface="poppins-bold"/>
                <a:cs typeface="poppins-bold"/>
              </a:rPr>
              <a:t>Ejemplos de Estructuras Organizacionales</a:t>
            </a:r>
            <a:endParaRPr kumimoji="1" lang="zh-CN" altLang="en-US"/>
          </a:p>
        </p:txBody>
      </p:sp>
      <p:sp>
        <p:nvSpPr>
          <p:cNvPr id="5" name="标题 1"/>
          <p:cNvSpPr txBox="1"/>
          <p:nvPr/>
        </p:nvSpPr>
        <p:spPr>
          <a:xfrm flipH="1">
            <a:off x="8497442" y="1885712"/>
            <a:ext cx="1029054" cy="1029054"/>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7783533" y="1094255"/>
            <a:ext cx="2456872" cy="1667352"/>
          </a:xfrm>
          <a:prstGeom prst="rect">
            <a:avLst/>
          </a:prstGeom>
          <a:noFill/>
          <a:ln>
            <a:noFill/>
          </a:ln>
        </p:spPr>
        <p:txBody>
          <a:bodyPr vert="horz" wrap="square" lIns="0" tIns="0" rIns="0" bIns="0" rtlCol="0" anchor="b"/>
          <a:lstStyle/>
          <a:p>
            <a:pPr algn="ctr"/>
            <a:r>
              <a:rPr kumimoji="1" lang="en-US" altLang="zh-CN" sz="4600">
                <a:ln w="12700">
                  <a:noFill/>
                </a:ln>
                <a:solidFill>
                  <a:srgbClr val="FFFFFF">
                    <a:alpha val="100000"/>
                  </a:srgbClr>
                </a:solidFill>
                <a:latin typeface="poppins-bold"/>
                <a:ea typeface="poppins-bold"/>
                <a:cs typeface="poppins-bold"/>
              </a:rPr>
              <a:t> 03</a:t>
            </a:r>
            <a:endParaRPr kumimoji="1" lang="zh-CN" altLang="en-US"/>
          </a:p>
        </p:txBody>
      </p:sp>
      <p:grpSp>
        <p:nvGrpSpPr>
          <p:cNvPr id="8" name="Grupo 7"/>
          <p:cNvGrpSpPr/>
          <p:nvPr/>
        </p:nvGrpSpPr>
        <p:grpSpPr>
          <a:xfrm>
            <a:off x="9525551" y="6308908"/>
            <a:ext cx="2106697" cy="246048"/>
            <a:chOff x="9525551" y="6308908"/>
            <a:chExt cx="2106697" cy="246048"/>
          </a:xfrm>
        </p:grpSpPr>
        <p:sp>
          <p:nvSpPr>
            <p:cNvPr id="9" name="标题 1"/>
            <p:cNvSpPr txBox="1"/>
            <p:nvPr/>
          </p:nvSpPr>
          <p:spPr>
            <a:xfrm rot="5400000">
              <a:off x="9508583"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rot="5400000">
              <a:off x="9779237" y="6325877"/>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5400000">
              <a:off x="11403172"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5400000">
              <a:off x="10320548"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5400000">
              <a:off x="10049894"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5400000">
              <a:off x="10591205"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rot="5400000">
              <a:off x="10861862"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rot="5400000">
              <a:off x="11132516"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grpSp>
        <p:nvGrpSpPr>
          <p:cNvPr id="17" name="Grupo 16"/>
          <p:cNvGrpSpPr/>
          <p:nvPr/>
        </p:nvGrpSpPr>
        <p:grpSpPr>
          <a:xfrm>
            <a:off x="365877" y="5557873"/>
            <a:ext cx="1412831" cy="591671"/>
            <a:chOff x="365877" y="5557873"/>
            <a:chExt cx="1412831" cy="591671"/>
          </a:xfrm>
        </p:grpSpPr>
        <p:sp>
          <p:nvSpPr>
            <p:cNvPr id="18" name="标题 1"/>
            <p:cNvSpPr txBox="1"/>
            <p:nvPr/>
          </p:nvSpPr>
          <p:spPr>
            <a:xfrm flipH="1">
              <a:off x="1335007" y="5588307"/>
              <a:ext cx="443701" cy="514550"/>
            </a:xfrm>
            <a:custGeom>
              <a:avLst/>
              <a:gdLst>
                <a:gd name="T0" fmla="*/ 330 w 440"/>
                <a:gd name="T1" fmla="*/ 215 h 511"/>
                <a:gd name="T2" fmla="*/ 269 w 440"/>
                <a:gd name="T3" fmla="*/ 209 h 511"/>
                <a:gd name="T4" fmla="*/ 207 w 440"/>
                <a:gd name="T5" fmla="*/ 144 h 511"/>
                <a:gd name="T6" fmla="*/ 160 w 440"/>
                <a:gd name="T7" fmla="*/ 183 h 511"/>
                <a:gd name="T8" fmla="*/ 71 w 440"/>
                <a:gd name="T9" fmla="*/ 181 h 511"/>
                <a:gd name="T10" fmla="*/ 65 w 440"/>
                <a:gd name="T11" fmla="*/ 242 h 511"/>
                <a:gd name="T12" fmla="*/ 0 w 440"/>
                <a:gd name="T13" fmla="*/ 304 h 511"/>
                <a:gd name="T14" fmla="*/ 39 w 440"/>
                <a:gd name="T15" fmla="*/ 351 h 511"/>
                <a:gd name="T16" fmla="*/ 37 w 440"/>
                <a:gd name="T17" fmla="*/ 440 h 511"/>
                <a:gd name="T18" fmla="*/ 98 w 440"/>
                <a:gd name="T19" fmla="*/ 446 h 511"/>
                <a:gd name="T20" fmla="*/ 160 w 440"/>
                <a:gd name="T21" fmla="*/ 511 h 511"/>
                <a:gd name="T22" fmla="*/ 207 w 440"/>
                <a:gd name="T23" fmla="*/ 472 h 511"/>
                <a:gd name="T24" fmla="*/ 296 w 440"/>
                <a:gd name="T25" fmla="*/ 474 h 511"/>
                <a:gd name="T26" fmla="*/ 302 w 440"/>
                <a:gd name="T27" fmla="*/ 413 h 511"/>
                <a:gd name="T28" fmla="*/ 367 w 440"/>
                <a:gd name="T29" fmla="*/ 351 h 511"/>
                <a:gd name="T30" fmla="*/ 328 w 440"/>
                <a:gd name="T31" fmla="*/ 304 h 511"/>
                <a:gd name="T32" fmla="*/ 184 w 440"/>
                <a:gd name="T33" fmla="*/ 412 h 511"/>
                <a:gd name="T34" fmla="*/ 184 w 440"/>
                <a:gd name="T35" fmla="*/ 243 h 511"/>
                <a:gd name="T36" fmla="*/ 184 w 440"/>
                <a:gd name="T37" fmla="*/ 412 h 511"/>
                <a:gd name="T38" fmla="*/ 440 w 440"/>
                <a:gd name="T39" fmla="*/ 77 h 511"/>
                <a:gd name="T40" fmla="*/ 415 w 440"/>
                <a:gd name="T41" fmla="*/ 47 h 511"/>
                <a:gd name="T42" fmla="*/ 402 w 440"/>
                <a:gd name="T43" fmla="*/ 16 h 511"/>
                <a:gd name="T44" fmla="*/ 363 w 440"/>
                <a:gd name="T45" fmla="*/ 13 h 511"/>
                <a:gd name="T46" fmla="*/ 332 w 440"/>
                <a:gd name="T47" fmla="*/ 0 h 511"/>
                <a:gd name="T48" fmla="*/ 302 w 440"/>
                <a:gd name="T49" fmla="*/ 25 h 511"/>
                <a:gd name="T50" fmla="*/ 271 w 440"/>
                <a:gd name="T51" fmla="*/ 38 h 511"/>
                <a:gd name="T52" fmla="*/ 268 w 440"/>
                <a:gd name="T53" fmla="*/ 77 h 511"/>
                <a:gd name="T54" fmla="*/ 255 w 440"/>
                <a:gd name="T55" fmla="*/ 108 h 511"/>
                <a:gd name="T56" fmla="*/ 280 w 440"/>
                <a:gd name="T57" fmla="*/ 138 h 511"/>
                <a:gd name="T58" fmla="*/ 293 w 440"/>
                <a:gd name="T59" fmla="*/ 169 h 511"/>
                <a:gd name="T60" fmla="*/ 332 w 440"/>
                <a:gd name="T61" fmla="*/ 172 h 511"/>
                <a:gd name="T62" fmla="*/ 363 w 440"/>
                <a:gd name="T63" fmla="*/ 185 h 511"/>
                <a:gd name="T64" fmla="*/ 393 w 440"/>
                <a:gd name="T65" fmla="*/ 160 h 511"/>
                <a:gd name="T66" fmla="*/ 424 w 440"/>
                <a:gd name="T67" fmla="*/ 147 h 511"/>
                <a:gd name="T68" fmla="*/ 427 w 440"/>
                <a:gd name="T69" fmla="*/ 108 h 511"/>
                <a:gd name="T70" fmla="*/ 440 w 440"/>
                <a:gd name="T71" fmla="*/ 108 h 511"/>
                <a:gd name="T72" fmla="*/ 298 w 440"/>
                <a:gd name="T73" fmla="*/ 92 h 511"/>
                <a:gd name="T74" fmla="*/ 398 w 440"/>
                <a:gd name="T75" fmla="*/ 92 h 511"/>
              </a:gdLst>
              <a:ahLst/>
              <a:cxnLst/>
              <a:rect l="0" t="0" r="r" b="b"/>
              <a:pathLst>
                <a:path w="440" h="511">
                  <a:moveTo>
                    <a:pt x="302" y="242"/>
                  </a:moveTo>
                  <a:lnTo>
                    <a:pt x="330" y="215"/>
                  </a:lnTo>
                  <a:lnTo>
                    <a:pt x="296" y="181"/>
                  </a:lnTo>
                  <a:lnTo>
                    <a:pt x="269" y="209"/>
                  </a:lnTo>
                  <a:cubicBezTo>
                    <a:pt x="251" y="196"/>
                    <a:pt x="230" y="187"/>
                    <a:pt x="207" y="183"/>
                  </a:cubicBezTo>
                  <a:lnTo>
                    <a:pt x="207" y="144"/>
                  </a:lnTo>
                  <a:lnTo>
                    <a:pt x="160" y="144"/>
                  </a:lnTo>
                  <a:lnTo>
                    <a:pt x="160" y="183"/>
                  </a:lnTo>
                  <a:cubicBezTo>
                    <a:pt x="137" y="187"/>
                    <a:pt x="116" y="196"/>
                    <a:pt x="98" y="209"/>
                  </a:cubicBezTo>
                  <a:lnTo>
                    <a:pt x="71" y="181"/>
                  </a:lnTo>
                  <a:lnTo>
                    <a:pt x="37" y="215"/>
                  </a:lnTo>
                  <a:lnTo>
                    <a:pt x="65" y="242"/>
                  </a:lnTo>
                  <a:cubicBezTo>
                    <a:pt x="52" y="260"/>
                    <a:pt x="43" y="281"/>
                    <a:pt x="39" y="304"/>
                  </a:cubicBezTo>
                  <a:lnTo>
                    <a:pt x="0" y="304"/>
                  </a:lnTo>
                  <a:lnTo>
                    <a:pt x="0" y="351"/>
                  </a:lnTo>
                  <a:lnTo>
                    <a:pt x="39" y="351"/>
                  </a:lnTo>
                  <a:cubicBezTo>
                    <a:pt x="43" y="374"/>
                    <a:pt x="52" y="395"/>
                    <a:pt x="65" y="413"/>
                  </a:cubicBezTo>
                  <a:lnTo>
                    <a:pt x="37" y="440"/>
                  </a:lnTo>
                  <a:lnTo>
                    <a:pt x="71" y="474"/>
                  </a:lnTo>
                  <a:lnTo>
                    <a:pt x="98" y="446"/>
                  </a:lnTo>
                  <a:cubicBezTo>
                    <a:pt x="116" y="459"/>
                    <a:pt x="137" y="468"/>
                    <a:pt x="160" y="472"/>
                  </a:cubicBezTo>
                  <a:lnTo>
                    <a:pt x="160" y="511"/>
                  </a:lnTo>
                  <a:lnTo>
                    <a:pt x="207" y="511"/>
                  </a:lnTo>
                  <a:lnTo>
                    <a:pt x="207" y="472"/>
                  </a:lnTo>
                  <a:cubicBezTo>
                    <a:pt x="230" y="468"/>
                    <a:pt x="251" y="459"/>
                    <a:pt x="269" y="446"/>
                  </a:cubicBezTo>
                  <a:lnTo>
                    <a:pt x="296" y="474"/>
                  </a:lnTo>
                  <a:lnTo>
                    <a:pt x="330" y="440"/>
                  </a:lnTo>
                  <a:lnTo>
                    <a:pt x="302" y="413"/>
                  </a:lnTo>
                  <a:cubicBezTo>
                    <a:pt x="316" y="395"/>
                    <a:pt x="325" y="374"/>
                    <a:pt x="328" y="351"/>
                  </a:cubicBezTo>
                  <a:lnTo>
                    <a:pt x="367" y="351"/>
                  </a:lnTo>
                  <a:lnTo>
                    <a:pt x="367" y="304"/>
                  </a:lnTo>
                  <a:lnTo>
                    <a:pt x="328" y="304"/>
                  </a:lnTo>
                  <a:cubicBezTo>
                    <a:pt x="325" y="281"/>
                    <a:pt x="316" y="260"/>
                    <a:pt x="302" y="242"/>
                  </a:cubicBezTo>
                  <a:close/>
                  <a:moveTo>
                    <a:pt x="184" y="412"/>
                  </a:moveTo>
                  <a:cubicBezTo>
                    <a:pt x="137" y="412"/>
                    <a:pt x="99" y="374"/>
                    <a:pt x="99" y="327"/>
                  </a:cubicBezTo>
                  <a:cubicBezTo>
                    <a:pt x="99" y="281"/>
                    <a:pt x="137" y="243"/>
                    <a:pt x="184" y="243"/>
                  </a:cubicBezTo>
                  <a:cubicBezTo>
                    <a:pt x="230" y="243"/>
                    <a:pt x="268" y="281"/>
                    <a:pt x="268" y="327"/>
                  </a:cubicBezTo>
                  <a:cubicBezTo>
                    <a:pt x="268" y="374"/>
                    <a:pt x="230" y="412"/>
                    <a:pt x="184" y="412"/>
                  </a:cubicBezTo>
                  <a:close/>
                  <a:moveTo>
                    <a:pt x="440" y="108"/>
                  </a:moveTo>
                  <a:lnTo>
                    <a:pt x="440" y="77"/>
                  </a:lnTo>
                  <a:lnTo>
                    <a:pt x="427" y="77"/>
                  </a:lnTo>
                  <a:cubicBezTo>
                    <a:pt x="425" y="66"/>
                    <a:pt x="421" y="56"/>
                    <a:pt x="415" y="47"/>
                  </a:cubicBezTo>
                  <a:lnTo>
                    <a:pt x="424" y="38"/>
                  </a:lnTo>
                  <a:lnTo>
                    <a:pt x="402" y="16"/>
                  </a:lnTo>
                  <a:lnTo>
                    <a:pt x="393" y="25"/>
                  </a:lnTo>
                  <a:cubicBezTo>
                    <a:pt x="384" y="19"/>
                    <a:pt x="374" y="15"/>
                    <a:pt x="363" y="13"/>
                  </a:cubicBezTo>
                  <a:lnTo>
                    <a:pt x="363" y="0"/>
                  </a:lnTo>
                  <a:lnTo>
                    <a:pt x="332" y="0"/>
                  </a:lnTo>
                  <a:lnTo>
                    <a:pt x="332" y="13"/>
                  </a:lnTo>
                  <a:cubicBezTo>
                    <a:pt x="321" y="15"/>
                    <a:pt x="311" y="19"/>
                    <a:pt x="302" y="25"/>
                  </a:cubicBezTo>
                  <a:lnTo>
                    <a:pt x="293" y="16"/>
                  </a:lnTo>
                  <a:lnTo>
                    <a:pt x="271" y="38"/>
                  </a:lnTo>
                  <a:lnTo>
                    <a:pt x="280" y="47"/>
                  </a:lnTo>
                  <a:cubicBezTo>
                    <a:pt x="274" y="56"/>
                    <a:pt x="270" y="66"/>
                    <a:pt x="268" y="77"/>
                  </a:cubicBezTo>
                  <a:lnTo>
                    <a:pt x="255" y="77"/>
                  </a:lnTo>
                  <a:lnTo>
                    <a:pt x="255" y="108"/>
                  </a:lnTo>
                  <a:lnTo>
                    <a:pt x="268" y="108"/>
                  </a:lnTo>
                  <a:cubicBezTo>
                    <a:pt x="270" y="119"/>
                    <a:pt x="274" y="129"/>
                    <a:pt x="280" y="138"/>
                  </a:cubicBezTo>
                  <a:lnTo>
                    <a:pt x="271" y="147"/>
                  </a:lnTo>
                  <a:lnTo>
                    <a:pt x="293" y="169"/>
                  </a:lnTo>
                  <a:lnTo>
                    <a:pt x="302" y="160"/>
                  </a:lnTo>
                  <a:cubicBezTo>
                    <a:pt x="311" y="166"/>
                    <a:pt x="321" y="170"/>
                    <a:pt x="332" y="172"/>
                  </a:cubicBezTo>
                  <a:lnTo>
                    <a:pt x="332" y="185"/>
                  </a:lnTo>
                  <a:lnTo>
                    <a:pt x="363" y="185"/>
                  </a:lnTo>
                  <a:lnTo>
                    <a:pt x="363" y="172"/>
                  </a:lnTo>
                  <a:cubicBezTo>
                    <a:pt x="374" y="170"/>
                    <a:pt x="384" y="166"/>
                    <a:pt x="393" y="160"/>
                  </a:cubicBezTo>
                  <a:lnTo>
                    <a:pt x="402" y="169"/>
                  </a:lnTo>
                  <a:lnTo>
                    <a:pt x="424" y="147"/>
                  </a:lnTo>
                  <a:lnTo>
                    <a:pt x="415" y="138"/>
                  </a:lnTo>
                  <a:cubicBezTo>
                    <a:pt x="421" y="129"/>
                    <a:pt x="425" y="119"/>
                    <a:pt x="427" y="108"/>
                  </a:cubicBezTo>
                  <a:lnTo>
                    <a:pt x="440" y="108"/>
                  </a:lnTo>
                  <a:lnTo>
                    <a:pt x="440" y="108"/>
                  </a:lnTo>
                  <a:close/>
                  <a:moveTo>
                    <a:pt x="348" y="142"/>
                  </a:moveTo>
                  <a:cubicBezTo>
                    <a:pt x="320" y="142"/>
                    <a:pt x="298" y="120"/>
                    <a:pt x="298" y="92"/>
                  </a:cubicBezTo>
                  <a:cubicBezTo>
                    <a:pt x="298" y="65"/>
                    <a:pt x="320" y="43"/>
                    <a:pt x="348" y="43"/>
                  </a:cubicBezTo>
                  <a:cubicBezTo>
                    <a:pt x="375" y="43"/>
                    <a:pt x="398" y="65"/>
                    <a:pt x="398" y="92"/>
                  </a:cubicBezTo>
                  <a:cubicBezTo>
                    <a:pt x="398" y="120"/>
                    <a:pt x="375" y="142"/>
                    <a:pt x="348" y="142"/>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365877" y="5634994"/>
              <a:ext cx="515382" cy="514550"/>
            </a:xfrm>
            <a:custGeom>
              <a:avLst/>
              <a:gdLst>
                <a:gd name="connsiteX0" fmla="*/ 296083 w 593121"/>
                <a:gd name="connsiteY0" fmla="*/ 178541 h 592165"/>
                <a:gd name="connsiteX1" fmla="*/ 413306 w 593121"/>
                <a:gd name="connsiteY1" fmla="*/ 295605 h 592165"/>
                <a:gd name="connsiteX2" fmla="*/ 296083 w 593121"/>
                <a:gd name="connsiteY2" fmla="*/ 412669 h 592165"/>
                <a:gd name="connsiteX3" fmla="*/ 178860 w 593121"/>
                <a:gd name="connsiteY3" fmla="*/ 295605 h 592165"/>
                <a:gd name="connsiteX4" fmla="*/ 296083 w 593121"/>
                <a:gd name="connsiteY4" fmla="*/ 178541 h 592165"/>
                <a:gd name="connsiteX5" fmla="*/ 296064 w 593121"/>
                <a:gd name="connsiteY5" fmla="*/ 146801 h 592165"/>
                <a:gd name="connsiteX6" fmla="*/ 147038 w 593121"/>
                <a:gd name="connsiteY6" fmla="*/ 295587 h 592165"/>
                <a:gd name="connsiteX7" fmla="*/ 296064 w 593121"/>
                <a:gd name="connsiteY7" fmla="*/ 445364 h 592165"/>
                <a:gd name="connsiteX8" fmla="*/ 446083 w 593121"/>
                <a:gd name="connsiteY8" fmla="*/ 295587 h 592165"/>
                <a:gd name="connsiteX9" fmla="*/ 296064 w 593121"/>
                <a:gd name="connsiteY9" fmla="*/ 146801 h 592165"/>
                <a:gd name="connsiteX10" fmla="*/ 266259 w 593121"/>
                <a:gd name="connsiteY10" fmla="*/ 0 h 592165"/>
                <a:gd name="connsiteX11" fmla="*/ 325869 w 593121"/>
                <a:gd name="connsiteY11" fmla="*/ 0 h 592165"/>
                <a:gd name="connsiteX12" fmla="*/ 341765 w 593121"/>
                <a:gd name="connsiteY12" fmla="*/ 27773 h 592165"/>
                <a:gd name="connsiteX13" fmla="*/ 346732 w 593121"/>
                <a:gd name="connsiteY13" fmla="*/ 84312 h 592165"/>
                <a:gd name="connsiteX14" fmla="*/ 411310 w 593121"/>
                <a:gd name="connsiteY14" fmla="*/ 110101 h 592165"/>
                <a:gd name="connsiteX15" fmla="*/ 454031 w 593121"/>
                <a:gd name="connsiteY15" fmla="*/ 74393 h 592165"/>
                <a:gd name="connsiteX16" fmla="*/ 484829 w 593121"/>
                <a:gd name="connsiteY16" fmla="*/ 65466 h 592165"/>
                <a:gd name="connsiteX17" fmla="*/ 526556 w 593121"/>
                <a:gd name="connsiteY17" fmla="*/ 108117 h 592165"/>
                <a:gd name="connsiteX18" fmla="*/ 518608 w 593121"/>
                <a:gd name="connsiteY18" fmla="*/ 138866 h 592165"/>
                <a:gd name="connsiteX19" fmla="*/ 481849 w 593121"/>
                <a:gd name="connsiteY19" fmla="*/ 181518 h 592165"/>
                <a:gd name="connsiteX20" fmla="*/ 508673 w 593121"/>
                <a:gd name="connsiteY20" fmla="*/ 245992 h 592165"/>
                <a:gd name="connsiteX21" fmla="*/ 565303 w 593121"/>
                <a:gd name="connsiteY21" fmla="*/ 249959 h 592165"/>
                <a:gd name="connsiteX22" fmla="*/ 593121 w 593121"/>
                <a:gd name="connsiteY22" fmla="*/ 265830 h 592165"/>
                <a:gd name="connsiteX23" fmla="*/ 593121 w 593121"/>
                <a:gd name="connsiteY23" fmla="*/ 325344 h 592165"/>
                <a:gd name="connsiteX24" fmla="*/ 565303 w 593121"/>
                <a:gd name="connsiteY24" fmla="*/ 341214 h 592165"/>
                <a:gd name="connsiteX25" fmla="*/ 508673 w 593121"/>
                <a:gd name="connsiteY25" fmla="*/ 346174 h 592165"/>
                <a:gd name="connsiteX26" fmla="*/ 481849 w 593121"/>
                <a:gd name="connsiteY26" fmla="*/ 410647 h 592165"/>
                <a:gd name="connsiteX27" fmla="*/ 518608 w 593121"/>
                <a:gd name="connsiteY27" fmla="*/ 453299 h 592165"/>
                <a:gd name="connsiteX28" fmla="*/ 526556 w 593121"/>
                <a:gd name="connsiteY28" fmla="*/ 484048 h 592165"/>
                <a:gd name="connsiteX29" fmla="*/ 484829 w 593121"/>
                <a:gd name="connsiteY29" fmla="*/ 525708 h 592165"/>
                <a:gd name="connsiteX30" fmla="*/ 454031 w 593121"/>
                <a:gd name="connsiteY30" fmla="*/ 517772 h 592165"/>
                <a:gd name="connsiteX31" fmla="*/ 411310 w 593121"/>
                <a:gd name="connsiteY31" fmla="*/ 481072 h 592165"/>
                <a:gd name="connsiteX32" fmla="*/ 346732 w 593121"/>
                <a:gd name="connsiteY32" fmla="*/ 507853 h 592165"/>
                <a:gd name="connsiteX33" fmla="*/ 341765 w 593121"/>
                <a:gd name="connsiteY33" fmla="*/ 564392 h 592165"/>
                <a:gd name="connsiteX34" fmla="*/ 325869 w 593121"/>
                <a:gd name="connsiteY34" fmla="*/ 592165 h 592165"/>
                <a:gd name="connsiteX35" fmla="*/ 266259 w 593121"/>
                <a:gd name="connsiteY35" fmla="*/ 592165 h 592165"/>
                <a:gd name="connsiteX36" fmla="*/ 250363 w 593121"/>
                <a:gd name="connsiteY36" fmla="*/ 564392 h 592165"/>
                <a:gd name="connsiteX37" fmla="*/ 246389 w 593121"/>
                <a:gd name="connsiteY37" fmla="*/ 507853 h 592165"/>
                <a:gd name="connsiteX38" fmla="*/ 181811 w 593121"/>
                <a:gd name="connsiteY38" fmla="*/ 481072 h 592165"/>
                <a:gd name="connsiteX39" fmla="*/ 139090 w 593121"/>
                <a:gd name="connsiteY39" fmla="*/ 517772 h 592165"/>
                <a:gd name="connsiteX40" fmla="*/ 108292 w 593121"/>
                <a:gd name="connsiteY40" fmla="*/ 525708 h 592165"/>
                <a:gd name="connsiteX41" fmla="*/ 65571 w 593121"/>
                <a:gd name="connsiteY41" fmla="*/ 484048 h 592165"/>
                <a:gd name="connsiteX42" fmla="*/ 74513 w 593121"/>
                <a:gd name="connsiteY42" fmla="*/ 453299 h 592165"/>
                <a:gd name="connsiteX43" fmla="*/ 110279 w 593121"/>
                <a:gd name="connsiteY43" fmla="*/ 410647 h 592165"/>
                <a:gd name="connsiteX44" fmla="*/ 84448 w 593121"/>
                <a:gd name="connsiteY44" fmla="*/ 346174 h 592165"/>
                <a:gd name="connsiteX45" fmla="*/ 27818 w 593121"/>
                <a:gd name="connsiteY45" fmla="*/ 341214 h 592165"/>
                <a:gd name="connsiteX46" fmla="*/ 0 w 593121"/>
                <a:gd name="connsiteY46" fmla="*/ 325344 h 592165"/>
                <a:gd name="connsiteX47" fmla="*/ 0 w 593121"/>
                <a:gd name="connsiteY47" fmla="*/ 265830 h 592165"/>
                <a:gd name="connsiteX48" fmla="*/ 27818 w 593121"/>
                <a:gd name="connsiteY48" fmla="*/ 249959 h 592165"/>
                <a:gd name="connsiteX49" fmla="*/ 84448 w 593121"/>
                <a:gd name="connsiteY49" fmla="*/ 245992 h 592165"/>
                <a:gd name="connsiteX50" fmla="*/ 110279 w 593121"/>
                <a:gd name="connsiteY50" fmla="*/ 181518 h 592165"/>
                <a:gd name="connsiteX51" fmla="*/ 74513 w 593121"/>
                <a:gd name="connsiteY51" fmla="*/ 138866 h 592165"/>
                <a:gd name="connsiteX52" fmla="*/ 65571 w 593121"/>
                <a:gd name="connsiteY52" fmla="*/ 108117 h 592165"/>
                <a:gd name="connsiteX53" fmla="*/ 108292 w 593121"/>
                <a:gd name="connsiteY53" fmla="*/ 65466 h 592165"/>
                <a:gd name="connsiteX54" fmla="*/ 139090 w 593121"/>
                <a:gd name="connsiteY54" fmla="*/ 74393 h 592165"/>
                <a:gd name="connsiteX55" fmla="*/ 181811 w 593121"/>
                <a:gd name="connsiteY55" fmla="*/ 110101 h 592165"/>
                <a:gd name="connsiteX56" fmla="*/ 246389 w 593121"/>
                <a:gd name="connsiteY56" fmla="*/ 84312 h 592165"/>
                <a:gd name="connsiteX57" fmla="*/ 250363 w 593121"/>
                <a:gd name="connsiteY57" fmla="*/ 27773 h 592165"/>
                <a:gd name="connsiteX58" fmla="*/ 266259 w 593121"/>
                <a:gd name="connsiteY58" fmla="*/ 0 h 592165"/>
              </a:gdLst>
              <a:ahLst/>
              <a:cxnLst/>
              <a:rect l="l" t="t" r="r" b="b"/>
              <a:pathLst>
                <a:path w="593121" h="592165">
                  <a:moveTo>
                    <a:pt x="296083" y="178541"/>
                  </a:moveTo>
                  <a:cubicBezTo>
                    <a:pt x="360823" y="178541"/>
                    <a:pt x="413306" y="230952"/>
                    <a:pt x="413306" y="295605"/>
                  </a:cubicBezTo>
                  <a:cubicBezTo>
                    <a:pt x="413306" y="360258"/>
                    <a:pt x="360823" y="412669"/>
                    <a:pt x="296083" y="412669"/>
                  </a:cubicBezTo>
                  <a:cubicBezTo>
                    <a:pt x="231343" y="412669"/>
                    <a:pt x="178860" y="360258"/>
                    <a:pt x="178860" y="295605"/>
                  </a:cubicBezTo>
                  <a:cubicBezTo>
                    <a:pt x="178860" y="230952"/>
                    <a:pt x="231343" y="178541"/>
                    <a:pt x="296083" y="178541"/>
                  </a:cubicBezTo>
                  <a:close/>
                  <a:moveTo>
                    <a:pt x="296064" y="146801"/>
                  </a:moveTo>
                  <a:cubicBezTo>
                    <a:pt x="213603" y="146801"/>
                    <a:pt x="147038" y="213259"/>
                    <a:pt x="147038" y="295587"/>
                  </a:cubicBezTo>
                  <a:cubicBezTo>
                    <a:pt x="147038" y="377914"/>
                    <a:pt x="213603" y="445364"/>
                    <a:pt x="296064" y="445364"/>
                  </a:cubicBezTo>
                  <a:cubicBezTo>
                    <a:pt x="378525" y="445364"/>
                    <a:pt x="446083" y="377914"/>
                    <a:pt x="446083" y="295587"/>
                  </a:cubicBezTo>
                  <a:cubicBezTo>
                    <a:pt x="446083" y="213259"/>
                    <a:pt x="378525" y="146801"/>
                    <a:pt x="296064" y="146801"/>
                  </a:cubicBezTo>
                  <a:close/>
                  <a:moveTo>
                    <a:pt x="266259" y="0"/>
                  </a:moveTo>
                  <a:lnTo>
                    <a:pt x="325869" y="0"/>
                  </a:lnTo>
                  <a:cubicBezTo>
                    <a:pt x="334810" y="0"/>
                    <a:pt x="341765" y="12895"/>
                    <a:pt x="341765" y="27773"/>
                  </a:cubicBezTo>
                  <a:lnTo>
                    <a:pt x="346732" y="84312"/>
                  </a:lnTo>
                  <a:cubicBezTo>
                    <a:pt x="369583" y="89271"/>
                    <a:pt x="391440" y="98198"/>
                    <a:pt x="411310" y="110101"/>
                  </a:cubicBezTo>
                  <a:lnTo>
                    <a:pt x="454031" y="74393"/>
                  </a:lnTo>
                  <a:cubicBezTo>
                    <a:pt x="464959" y="63482"/>
                    <a:pt x="478868" y="59514"/>
                    <a:pt x="484829" y="65466"/>
                  </a:cubicBezTo>
                  <a:lnTo>
                    <a:pt x="526556" y="108117"/>
                  </a:lnTo>
                  <a:cubicBezTo>
                    <a:pt x="533511" y="114069"/>
                    <a:pt x="529537" y="127955"/>
                    <a:pt x="518608" y="138866"/>
                  </a:cubicBezTo>
                  <a:lnTo>
                    <a:pt x="481849" y="181518"/>
                  </a:lnTo>
                  <a:cubicBezTo>
                    <a:pt x="493771" y="201356"/>
                    <a:pt x="503706" y="223178"/>
                    <a:pt x="508673" y="245992"/>
                  </a:cubicBezTo>
                  <a:lnTo>
                    <a:pt x="565303" y="249959"/>
                  </a:lnTo>
                  <a:cubicBezTo>
                    <a:pt x="580206" y="249959"/>
                    <a:pt x="593121" y="257894"/>
                    <a:pt x="593121" y="265830"/>
                  </a:cubicBezTo>
                  <a:lnTo>
                    <a:pt x="593121" y="325344"/>
                  </a:lnTo>
                  <a:cubicBezTo>
                    <a:pt x="593121" y="334271"/>
                    <a:pt x="580206" y="341214"/>
                    <a:pt x="565303" y="341214"/>
                  </a:cubicBezTo>
                  <a:lnTo>
                    <a:pt x="508673" y="346174"/>
                  </a:lnTo>
                  <a:cubicBezTo>
                    <a:pt x="503706" y="368987"/>
                    <a:pt x="493771" y="390809"/>
                    <a:pt x="481849" y="410647"/>
                  </a:cubicBezTo>
                  <a:lnTo>
                    <a:pt x="518608" y="453299"/>
                  </a:lnTo>
                  <a:cubicBezTo>
                    <a:pt x="529537" y="464210"/>
                    <a:pt x="533511" y="478096"/>
                    <a:pt x="526556" y="484048"/>
                  </a:cubicBezTo>
                  <a:lnTo>
                    <a:pt x="484829" y="525708"/>
                  </a:lnTo>
                  <a:cubicBezTo>
                    <a:pt x="478868" y="532651"/>
                    <a:pt x="464959" y="528683"/>
                    <a:pt x="454031" y="517772"/>
                  </a:cubicBezTo>
                  <a:lnTo>
                    <a:pt x="411310" y="481072"/>
                  </a:lnTo>
                  <a:cubicBezTo>
                    <a:pt x="391440" y="492975"/>
                    <a:pt x="369583" y="502894"/>
                    <a:pt x="346732" y="507853"/>
                  </a:cubicBezTo>
                  <a:lnTo>
                    <a:pt x="341765" y="564392"/>
                  </a:lnTo>
                  <a:cubicBezTo>
                    <a:pt x="341765" y="579270"/>
                    <a:pt x="334810" y="592165"/>
                    <a:pt x="325869" y="592165"/>
                  </a:cubicBezTo>
                  <a:lnTo>
                    <a:pt x="266259" y="592165"/>
                  </a:lnTo>
                  <a:cubicBezTo>
                    <a:pt x="258311" y="592165"/>
                    <a:pt x="250363" y="579270"/>
                    <a:pt x="250363" y="564392"/>
                  </a:cubicBezTo>
                  <a:lnTo>
                    <a:pt x="246389" y="507853"/>
                  </a:lnTo>
                  <a:cubicBezTo>
                    <a:pt x="223538" y="502894"/>
                    <a:pt x="201681" y="492975"/>
                    <a:pt x="181811" y="481072"/>
                  </a:cubicBezTo>
                  <a:lnTo>
                    <a:pt x="139090" y="517772"/>
                  </a:lnTo>
                  <a:cubicBezTo>
                    <a:pt x="128162" y="528683"/>
                    <a:pt x="114253" y="532651"/>
                    <a:pt x="108292" y="525708"/>
                  </a:cubicBezTo>
                  <a:lnTo>
                    <a:pt x="65571" y="484048"/>
                  </a:lnTo>
                  <a:cubicBezTo>
                    <a:pt x="59610" y="478096"/>
                    <a:pt x="63584" y="464210"/>
                    <a:pt x="74513" y="453299"/>
                  </a:cubicBezTo>
                  <a:lnTo>
                    <a:pt x="110279" y="410647"/>
                  </a:lnTo>
                  <a:cubicBezTo>
                    <a:pt x="98357" y="390809"/>
                    <a:pt x="89415" y="368987"/>
                    <a:pt x="84448" y="346174"/>
                  </a:cubicBezTo>
                  <a:lnTo>
                    <a:pt x="27818" y="341214"/>
                  </a:lnTo>
                  <a:cubicBezTo>
                    <a:pt x="12916" y="341214"/>
                    <a:pt x="0" y="334271"/>
                    <a:pt x="0" y="325344"/>
                  </a:cubicBezTo>
                  <a:lnTo>
                    <a:pt x="0" y="265830"/>
                  </a:lnTo>
                  <a:cubicBezTo>
                    <a:pt x="0" y="257894"/>
                    <a:pt x="12916" y="249959"/>
                    <a:pt x="27818" y="249959"/>
                  </a:cubicBezTo>
                  <a:lnTo>
                    <a:pt x="84448" y="245992"/>
                  </a:lnTo>
                  <a:cubicBezTo>
                    <a:pt x="89415" y="223178"/>
                    <a:pt x="98357" y="201356"/>
                    <a:pt x="110279" y="181518"/>
                  </a:cubicBezTo>
                  <a:lnTo>
                    <a:pt x="74513" y="138866"/>
                  </a:lnTo>
                  <a:cubicBezTo>
                    <a:pt x="63584" y="127955"/>
                    <a:pt x="59610" y="114069"/>
                    <a:pt x="65571" y="108117"/>
                  </a:cubicBezTo>
                  <a:lnTo>
                    <a:pt x="108292" y="65466"/>
                  </a:lnTo>
                  <a:cubicBezTo>
                    <a:pt x="114253" y="59514"/>
                    <a:pt x="128162" y="63482"/>
                    <a:pt x="139090" y="74393"/>
                  </a:cubicBezTo>
                  <a:lnTo>
                    <a:pt x="181811" y="110101"/>
                  </a:lnTo>
                  <a:cubicBezTo>
                    <a:pt x="201681" y="98198"/>
                    <a:pt x="223538" y="89271"/>
                    <a:pt x="246389" y="84312"/>
                  </a:cubicBezTo>
                  <a:lnTo>
                    <a:pt x="250363" y="27773"/>
                  </a:lnTo>
                  <a:cubicBezTo>
                    <a:pt x="250363" y="12895"/>
                    <a:pt x="258311" y="0"/>
                    <a:pt x="266259" y="0"/>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20" name="标题 1"/>
            <p:cNvSpPr txBox="1"/>
            <p:nvPr/>
          </p:nvSpPr>
          <p:spPr>
            <a:xfrm flipH="1">
              <a:off x="917972" y="5557873"/>
              <a:ext cx="350963" cy="351113"/>
            </a:xfrm>
            <a:custGeom>
              <a:avLst/>
              <a:gdLst>
                <a:gd name="connsiteX0" fmla="*/ 508291 w 606885"/>
                <a:gd name="connsiteY0" fmla="*/ 415645 h 607145"/>
                <a:gd name="connsiteX1" fmla="*/ 417168 w 606885"/>
                <a:gd name="connsiteY1" fmla="*/ 415742 h 607145"/>
                <a:gd name="connsiteX2" fmla="*/ 392859 w 606885"/>
                <a:gd name="connsiteY2" fmla="*/ 429210 h 607145"/>
                <a:gd name="connsiteX3" fmla="*/ 334489 w 606885"/>
                <a:gd name="connsiteY3" fmla="*/ 518928 h 607145"/>
                <a:gd name="connsiteX4" fmla="*/ 338710 w 606885"/>
                <a:gd name="connsiteY4" fmla="*/ 520382 h 607145"/>
                <a:gd name="connsiteX5" fmla="*/ 383980 w 606885"/>
                <a:gd name="connsiteY5" fmla="*/ 527697 h 607145"/>
                <a:gd name="connsiteX6" fmla="*/ 384126 w 606885"/>
                <a:gd name="connsiteY6" fmla="*/ 527697 h 607145"/>
                <a:gd name="connsiteX7" fmla="*/ 429541 w 606885"/>
                <a:gd name="connsiteY7" fmla="*/ 520333 h 607145"/>
                <a:gd name="connsiteX8" fmla="*/ 448125 w 606885"/>
                <a:gd name="connsiteY8" fmla="*/ 512631 h 607145"/>
                <a:gd name="connsiteX9" fmla="*/ 512318 w 606885"/>
                <a:gd name="connsiteY9" fmla="*/ 448394 h 607145"/>
                <a:gd name="connsiteX10" fmla="*/ 519984 w 606885"/>
                <a:gd name="connsiteY10" fmla="*/ 429888 h 607145"/>
                <a:gd name="connsiteX11" fmla="*/ 523914 w 606885"/>
                <a:gd name="connsiteY11" fmla="*/ 415645 h 607145"/>
                <a:gd name="connsiteX12" fmla="*/ 383980 w 606885"/>
                <a:gd name="connsiteY12" fmla="*/ 363568 h 607145"/>
                <a:gd name="connsiteX13" fmla="*/ 375101 w 606885"/>
                <a:gd name="connsiteY13" fmla="*/ 365506 h 607145"/>
                <a:gd name="connsiteX14" fmla="*/ 362922 w 606885"/>
                <a:gd name="connsiteY14" fmla="*/ 384641 h 607145"/>
                <a:gd name="connsiteX15" fmla="*/ 376993 w 606885"/>
                <a:gd name="connsiteY15" fmla="*/ 404503 h 607145"/>
                <a:gd name="connsiteX16" fmla="*/ 384029 w 606885"/>
                <a:gd name="connsiteY16" fmla="*/ 405666 h 607145"/>
                <a:gd name="connsiteX17" fmla="*/ 405087 w 606885"/>
                <a:gd name="connsiteY17" fmla="*/ 385755 h 607145"/>
                <a:gd name="connsiteX18" fmla="*/ 405087 w 606885"/>
                <a:gd name="connsiteY18" fmla="*/ 385465 h 607145"/>
                <a:gd name="connsiteX19" fmla="*/ 405087 w 606885"/>
                <a:gd name="connsiteY19" fmla="*/ 384593 h 607145"/>
                <a:gd name="connsiteX20" fmla="*/ 384029 w 606885"/>
                <a:gd name="connsiteY20" fmla="*/ 363568 h 607145"/>
                <a:gd name="connsiteX21" fmla="*/ 383980 w 606885"/>
                <a:gd name="connsiteY21" fmla="*/ 363568 h 607145"/>
                <a:gd name="connsiteX22" fmla="*/ 279951 w 606885"/>
                <a:gd name="connsiteY22" fmla="*/ 286251 h 607145"/>
                <a:gd name="connsiteX23" fmla="*/ 269616 w 606885"/>
                <a:gd name="connsiteY23" fmla="*/ 298459 h 607145"/>
                <a:gd name="connsiteX24" fmla="*/ 255691 w 606885"/>
                <a:gd name="connsiteY24" fmla="*/ 320840 h 607145"/>
                <a:gd name="connsiteX25" fmla="*/ 250596 w 606885"/>
                <a:gd name="connsiteY25" fmla="*/ 332322 h 607145"/>
                <a:gd name="connsiteX26" fmla="*/ 248024 w 606885"/>
                <a:gd name="connsiteY26" fmla="*/ 339394 h 607145"/>
                <a:gd name="connsiteX27" fmla="*/ 247005 w 606885"/>
                <a:gd name="connsiteY27" fmla="*/ 342592 h 607145"/>
                <a:gd name="connsiteX28" fmla="*/ 244434 w 606885"/>
                <a:gd name="connsiteY28" fmla="*/ 352135 h 607145"/>
                <a:gd name="connsiteX29" fmla="*/ 240698 w 606885"/>
                <a:gd name="connsiteY29" fmla="*/ 384738 h 607145"/>
                <a:gd name="connsiteX30" fmla="*/ 248121 w 606885"/>
                <a:gd name="connsiteY30" fmla="*/ 430082 h 607145"/>
                <a:gd name="connsiteX31" fmla="*/ 255836 w 606885"/>
                <a:gd name="connsiteY31" fmla="*/ 448636 h 607145"/>
                <a:gd name="connsiteX32" fmla="*/ 280873 w 606885"/>
                <a:gd name="connsiteY32" fmla="*/ 483952 h 607145"/>
                <a:gd name="connsiteX33" fmla="*/ 291839 w 606885"/>
                <a:gd name="connsiteY33" fmla="*/ 467578 h 607145"/>
                <a:gd name="connsiteX34" fmla="*/ 339874 w 606885"/>
                <a:gd name="connsiteY34" fmla="*/ 395638 h 607145"/>
                <a:gd name="connsiteX35" fmla="*/ 338516 w 606885"/>
                <a:gd name="connsiteY35" fmla="*/ 384641 h 607145"/>
                <a:gd name="connsiteX36" fmla="*/ 339486 w 606885"/>
                <a:gd name="connsiteY36" fmla="*/ 375146 h 607145"/>
                <a:gd name="connsiteX37" fmla="*/ 315129 w 606885"/>
                <a:gd name="connsiteY37" fmla="*/ 338765 h 607145"/>
                <a:gd name="connsiteX38" fmla="*/ 310519 w 606885"/>
                <a:gd name="connsiteY38" fmla="*/ 331886 h 607145"/>
                <a:gd name="connsiteX39" fmla="*/ 305910 w 606885"/>
                <a:gd name="connsiteY39" fmla="*/ 325055 h 607145"/>
                <a:gd name="connsiteX40" fmla="*/ 290868 w 606885"/>
                <a:gd name="connsiteY40" fmla="*/ 302625 h 607145"/>
                <a:gd name="connsiteX41" fmla="*/ 281455 w 606885"/>
                <a:gd name="connsiteY41" fmla="*/ 288528 h 607145"/>
                <a:gd name="connsiteX42" fmla="*/ 383883 w 606885"/>
                <a:gd name="connsiteY42" fmla="*/ 241537 h 607145"/>
                <a:gd name="connsiteX43" fmla="*/ 352296 w 606885"/>
                <a:gd name="connsiteY43" fmla="*/ 245074 h 607145"/>
                <a:gd name="connsiteX44" fmla="*/ 342689 w 606885"/>
                <a:gd name="connsiteY44" fmla="*/ 247593 h 607145"/>
                <a:gd name="connsiteX45" fmla="*/ 338467 w 606885"/>
                <a:gd name="connsiteY45" fmla="*/ 248949 h 607145"/>
                <a:gd name="connsiteX46" fmla="*/ 333227 w 606885"/>
                <a:gd name="connsiteY46" fmla="*/ 250790 h 607145"/>
                <a:gd name="connsiteX47" fmla="*/ 338031 w 606885"/>
                <a:gd name="connsiteY47" fmla="*/ 258202 h 607145"/>
                <a:gd name="connsiteX48" fmla="*/ 343125 w 606885"/>
                <a:gd name="connsiteY48" fmla="*/ 266050 h 607145"/>
                <a:gd name="connsiteX49" fmla="*/ 391355 w 606885"/>
                <a:gd name="connsiteY49" fmla="*/ 339782 h 607145"/>
                <a:gd name="connsiteX50" fmla="*/ 417120 w 606885"/>
                <a:gd name="connsiteY50" fmla="*/ 353492 h 607145"/>
                <a:gd name="connsiteX51" fmla="*/ 508242 w 606885"/>
                <a:gd name="connsiteY51" fmla="*/ 353395 h 607145"/>
                <a:gd name="connsiteX52" fmla="*/ 523866 w 606885"/>
                <a:gd name="connsiteY52" fmla="*/ 353395 h 607145"/>
                <a:gd name="connsiteX53" fmla="*/ 519936 w 606885"/>
                <a:gd name="connsiteY53" fmla="*/ 339152 h 607145"/>
                <a:gd name="connsiteX54" fmla="*/ 512172 w 606885"/>
                <a:gd name="connsiteY54" fmla="*/ 320647 h 607145"/>
                <a:gd name="connsiteX55" fmla="*/ 447882 w 606885"/>
                <a:gd name="connsiteY55" fmla="*/ 256555 h 607145"/>
                <a:gd name="connsiteX56" fmla="*/ 429347 w 606885"/>
                <a:gd name="connsiteY56" fmla="*/ 248852 h 607145"/>
                <a:gd name="connsiteX57" fmla="*/ 384029 w 606885"/>
                <a:gd name="connsiteY57" fmla="*/ 241537 h 607145"/>
                <a:gd name="connsiteX58" fmla="*/ 184993 w 606885"/>
                <a:gd name="connsiteY58" fmla="*/ 167283 h 607145"/>
                <a:gd name="connsiteX59" fmla="*/ 172476 w 606885"/>
                <a:gd name="connsiteY59" fmla="*/ 172515 h 607145"/>
                <a:gd name="connsiteX60" fmla="*/ 169322 w 606885"/>
                <a:gd name="connsiteY60" fmla="*/ 192426 h 607145"/>
                <a:gd name="connsiteX61" fmla="*/ 172767 w 606885"/>
                <a:gd name="connsiteY61" fmla="*/ 197222 h 607145"/>
                <a:gd name="connsiteX62" fmla="*/ 184993 w 606885"/>
                <a:gd name="connsiteY62" fmla="*/ 202164 h 607145"/>
                <a:gd name="connsiteX63" fmla="*/ 196831 w 606885"/>
                <a:gd name="connsiteY63" fmla="*/ 197610 h 607145"/>
                <a:gd name="connsiteX64" fmla="*/ 196976 w 606885"/>
                <a:gd name="connsiteY64" fmla="*/ 197416 h 607145"/>
                <a:gd name="connsiteX65" fmla="*/ 197510 w 606885"/>
                <a:gd name="connsiteY65" fmla="*/ 196932 h 607145"/>
                <a:gd name="connsiteX66" fmla="*/ 197219 w 606885"/>
                <a:gd name="connsiteY66" fmla="*/ 172224 h 607145"/>
                <a:gd name="connsiteX67" fmla="*/ 190815 w 606885"/>
                <a:gd name="connsiteY67" fmla="*/ 168252 h 607145"/>
                <a:gd name="connsiteX68" fmla="*/ 184993 w 606885"/>
                <a:gd name="connsiteY68" fmla="*/ 167283 h 607145"/>
                <a:gd name="connsiteX69" fmla="*/ 411880 w 606885"/>
                <a:gd name="connsiteY69" fmla="*/ 162089 h 607145"/>
                <a:gd name="connsiteX70" fmla="*/ 424932 w 606885"/>
                <a:gd name="connsiteY70" fmla="*/ 175072 h 607145"/>
                <a:gd name="connsiteX71" fmla="*/ 426096 w 606885"/>
                <a:gd name="connsiteY71" fmla="*/ 194401 h 607145"/>
                <a:gd name="connsiteX72" fmla="*/ 488688 w 606885"/>
                <a:gd name="connsiteY72" fmla="*/ 220222 h 607145"/>
                <a:gd name="connsiteX73" fmla="*/ 503196 w 606885"/>
                <a:gd name="connsiteY73" fmla="*/ 207384 h 607145"/>
                <a:gd name="connsiteX74" fmla="*/ 512415 w 606885"/>
                <a:gd name="connsiteY74" fmla="*/ 203557 h 607145"/>
                <a:gd name="connsiteX75" fmla="*/ 521585 w 606885"/>
                <a:gd name="connsiteY75" fmla="*/ 207336 h 607145"/>
                <a:gd name="connsiteX76" fmla="*/ 561324 w 606885"/>
                <a:gd name="connsiteY76" fmla="*/ 246963 h 607145"/>
                <a:gd name="connsiteX77" fmla="*/ 561324 w 606885"/>
                <a:gd name="connsiteY77" fmla="*/ 265323 h 607145"/>
                <a:gd name="connsiteX78" fmla="*/ 548466 w 606885"/>
                <a:gd name="connsiteY78" fmla="*/ 279857 h 607145"/>
                <a:gd name="connsiteX79" fmla="*/ 574473 w 606885"/>
                <a:gd name="connsiteY79" fmla="*/ 342253 h 607145"/>
                <a:gd name="connsiteX80" fmla="*/ 593833 w 606885"/>
                <a:gd name="connsiteY80" fmla="*/ 343415 h 607145"/>
                <a:gd name="connsiteX81" fmla="*/ 606837 w 606885"/>
                <a:gd name="connsiteY81" fmla="*/ 356398 h 607145"/>
                <a:gd name="connsiteX82" fmla="*/ 606885 w 606885"/>
                <a:gd name="connsiteY82" fmla="*/ 412448 h 607145"/>
                <a:gd name="connsiteX83" fmla="*/ 593882 w 606885"/>
                <a:gd name="connsiteY83" fmla="*/ 425480 h 607145"/>
                <a:gd name="connsiteX84" fmla="*/ 574522 w 606885"/>
                <a:gd name="connsiteY84" fmla="*/ 426642 h 607145"/>
                <a:gd name="connsiteX85" fmla="*/ 548660 w 606885"/>
                <a:gd name="connsiteY85" fmla="*/ 489135 h 607145"/>
                <a:gd name="connsiteX86" fmla="*/ 561567 w 606885"/>
                <a:gd name="connsiteY86" fmla="*/ 503620 h 607145"/>
                <a:gd name="connsiteX87" fmla="*/ 561567 w 606885"/>
                <a:gd name="connsiteY87" fmla="*/ 521980 h 607145"/>
                <a:gd name="connsiteX88" fmla="*/ 521877 w 606885"/>
                <a:gd name="connsiteY88" fmla="*/ 561656 h 607145"/>
                <a:gd name="connsiteX89" fmla="*/ 512706 w 606885"/>
                <a:gd name="connsiteY89" fmla="*/ 565483 h 607145"/>
                <a:gd name="connsiteX90" fmla="*/ 503487 w 606885"/>
                <a:gd name="connsiteY90" fmla="*/ 561704 h 607145"/>
                <a:gd name="connsiteX91" fmla="*/ 488931 w 606885"/>
                <a:gd name="connsiteY91" fmla="*/ 548867 h 607145"/>
                <a:gd name="connsiteX92" fmla="*/ 426436 w 606885"/>
                <a:gd name="connsiteY92" fmla="*/ 574784 h 607145"/>
                <a:gd name="connsiteX93" fmla="*/ 425271 w 606885"/>
                <a:gd name="connsiteY93" fmla="*/ 594114 h 607145"/>
                <a:gd name="connsiteX94" fmla="*/ 412268 w 606885"/>
                <a:gd name="connsiteY94" fmla="*/ 607097 h 607145"/>
                <a:gd name="connsiteX95" fmla="*/ 356129 w 606885"/>
                <a:gd name="connsiteY95" fmla="*/ 607145 h 607145"/>
                <a:gd name="connsiteX96" fmla="*/ 343077 w 606885"/>
                <a:gd name="connsiteY96" fmla="*/ 594162 h 607145"/>
                <a:gd name="connsiteX97" fmla="*/ 341912 w 606885"/>
                <a:gd name="connsiteY97" fmla="*/ 574833 h 607145"/>
                <a:gd name="connsiteX98" fmla="*/ 279369 w 606885"/>
                <a:gd name="connsiteY98" fmla="*/ 549012 h 607145"/>
                <a:gd name="connsiteX99" fmla="*/ 264813 w 606885"/>
                <a:gd name="connsiteY99" fmla="*/ 561898 h 607145"/>
                <a:gd name="connsiteX100" fmla="*/ 255642 w 606885"/>
                <a:gd name="connsiteY100" fmla="*/ 565677 h 607145"/>
                <a:gd name="connsiteX101" fmla="*/ 246423 w 606885"/>
                <a:gd name="connsiteY101" fmla="*/ 561898 h 607145"/>
                <a:gd name="connsiteX102" fmla="*/ 206684 w 606885"/>
                <a:gd name="connsiteY102" fmla="*/ 522319 h 607145"/>
                <a:gd name="connsiteX103" fmla="*/ 206684 w 606885"/>
                <a:gd name="connsiteY103" fmla="*/ 503911 h 607145"/>
                <a:gd name="connsiteX104" fmla="*/ 219542 w 606885"/>
                <a:gd name="connsiteY104" fmla="*/ 489377 h 607145"/>
                <a:gd name="connsiteX105" fmla="*/ 193584 w 606885"/>
                <a:gd name="connsiteY105" fmla="*/ 426981 h 607145"/>
                <a:gd name="connsiteX106" fmla="*/ 174224 w 606885"/>
                <a:gd name="connsiteY106" fmla="*/ 425819 h 607145"/>
                <a:gd name="connsiteX107" fmla="*/ 174175 w 606885"/>
                <a:gd name="connsiteY107" fmla="*/ 425819 h 607145"/>
                <a:gd name="connsiteX108" fmla="*/ 161172 w 606885"/>
                <a:gd name="connsiteY108" fmla="*/ 412836 h 607145"/>
                <a:gd name="connsiteX109" fmla="*/ 161123 w 606885"/>
                <a:gd name="connsiteY109" fmla="*/ 385465 h 607145"/>
                <a:gd name="connsiteX110" fmla="*/ 161123 w 606885"/>
                <a:gd name="connsiteY110" fmla="*/ 377326 h 607145"/>
                <a:gd name="connsiteX111" fmla="*/ 161123 w 606885"/>
                <a:gd name="connsiteY111" fmla="*/ 369139 h 607145"/>
                <a:gd name="connsiteX112" fmla="*/ 161123 w 606885"/>
                <a:gd name="connsiteY112" fmla="*/ 356786 h 607145"/>
                <a:gd name="connsiteX113" fmla="*/ 174127 w 606885"/>
                <a:gd name="connsiteY113" fmla="*/ 343754 h 607145"/>
                <a:gd name="connsiteX114" fmla="*/ 193487 w 606885"/>
                <a:gd name="connsiteY114" fmla="*/ 342592 h 607145"/>
                <a:gd name="connsiteX115" fmla="*/ 197902 w 606885"/>
                <a:gd name="connsiteY115" fmla="*/ 326072 h 607145"/>
                <a:gd name="connsiteX116" fmla="*/ 207703 w 606885"/>
                <a:gd name="connsiteY116" fmla="*/ 301124 h 607145"/>
                <a:gd name="connsiteX117" fmla="*/ 212458 w 606885"/>
                <a:gd name="connsiteY117" fmla="*/ 291774 h 607145"/>
                <a:gd name="connsiteX118" fmla="*/ 218426 w 606885"/>
                <a:gd name="connsiteY118" fmla="*/ 281601 h 607145"/>
                <a:gd name="connsiteX119" fmla="*/ 219348 w 606885"/>
                <a:gd name="connsiteY119" fmla="*/ 280147 h 607145"/>
                <a:gd name="connsiteX120" fmla="*/ 206490 w 606885"/>
                <a:gd name="connsiteY120" fmla="*/ 265614 h 607145"/>
                <a:gd name="connsiteX121" fmla="*/ 203822 w 606885"/>
                <a:gd name="connsiteY121" fmla="*/ 261787 h 607145"/>
                <a:gd name="connsiteX122" fmla="*/ 204016 w 606885"/>
                <a:gd name="connsiteY122" fmla="*/ 250693 h 607145"/>
                <a:gd name="connsiteX123" fmla="*/ 206442 w 606885"/>
                <a:gd name="connsiteY123" fmla="*/ 247254 h 607145"/>
                <a:gd name="connsiteX124" fmla="*/ 209208 w 606885"/>
                <a:gd name="connsiteY124" fmla="*/ 244492 h 607145"/>
                <a:gd name="connsiteX125" fmla="*/ 245744 w 606885"/>
                <a:gd name="connsiteY125" fmla="*/ 207966 h 607145"/>
                <a:gd name="connsiteX126" fmla="*/ 246132 w 606885"/>
                <a:gd name="connsiteY126" fmla="*/ 207578 h 607145"/>
                <a:gd name="connsiteX127" fmla="*/ 253216 w 606885"/>
                <a:gd name="connsiteY127" fmla="*/ 203945 h 607145"/>
                <a:gd name="connsiteX128" fmla="*/ 255351 w 606885"/>
                <a:gd name="connsiteY128" fmla="*/ 203751 h 607145"/>
                <a:gd name="connsiteX129" fmla="*/ 264521 w 606885"/>
                <a:gd name="connsiteY129" fmla="*/ 207578 h 607145"/>
                <a:gd name="connsiteX130" fmla="*/ 279078 w 606885"/>
                <a:gd name="connsiteY130" fmla="*/ 220416 h 607145"/>
                <a:gd name="connsiteX131" fmla="*/ 280630 w 606885"/>
                <a:gd name="connsiteY131" fmla="*/ 219447 h 607145"/>
                <a:gd name="connsiteX132" fmla="*/ 281795 w 606885"/>
                <a:gd name="connsiteY132" fmla="*/ 218720 h 607145"/>
                <a:gd name="connsiteX133" fmla="*/ 292033 w 606885"/>
                <a:gd name="connsiteY133" fmla="*/ 212810 h 607145"/>
                <a:gd name="connsiteX134" fmla="*/ 301446 w 606885"/>
                <a:gd name="connsiteY134" fmla="*/ 208111 h 607145"/>
                <a:gd name="connsiteX135" fmla="*/ 325755 w 606885"/>
                <a:gd name="connsiteY135" fmla="*/ 198713 h 607145"/>
                <a:gd name="connsiteX136" fmla="*/ 341573 w 606885"/>
                <a:gd name="connsiteY136" fmla="*/ 194498 h 607145"/>
                <a:gd name="connsiteX137" fmla="*/ 342737 w 606885"/>
                <a:gd name="connsiteY137" fmla="*/ 175169 h 607145"/>
                <a:gd name="connsiteX138" fmla="*/ 355741 w 606885"/>
                <a:gd name="connsiteY138" fmla="*/ 162137 h 607145"/>
                <a:gd name="connsiteX139" fmla="*/ 369472 w 606885"/>
                <a:gd name="connsiteY139" fmla="*/ 162137 h 607145"/>
                <a:gd name="connsiteX140" fmla="*/ 377575 w 606885"/>
                <a:gd name="connsiteY140" fmla="*/ 162137 h 607145"/>
                <a:gd name="connsiteX141" fmla="*/ 385630 w 606885"/>
                <a:gd name="connsiteY141" fmla="*/ 162137 h 607145"/>
                <a:gd name="connsiteX142" fmla="*/ 180481 w 606885"/>
                <a:gd name="connsiteY142" fmla="*/ 66177 h 607145"/>
                <a:gd name="connsiteX143" fmla="*/ 146082 w 606885"/>
                <a:gd name="connsiteY143" fmla="*/ 72620 h 607145"/>
                <a:gd name="connsiteX144" fmla="*/ 130751 w 606885"/>
                <a:gd name="connsiteY144" fmla="*/ 79160 h 607145"/>
                <a:gd name="connsiteX145" fmla="*/ 100041 w 606885"/>
                <a:gd name="connsiteY145" fmla="*/ 101784 h 607145"/>
                <a:gd name="connsiteX146" fmla="*/ 78111 w 606885"/>
                <a:gd name="connsiteY146" fmla="*/ 132935 h 607145"/>
                <a:gd name="connsiteX147" fmla="*/ 71901 w 606885"/>
                <a:gd name="connsiteY147" fmla="*/ 148389 h 607145"/>
                <a:gd name="connsiteX148" fmla="*/ 66225 w 606885"/>
                <a:gd name="connsiteY148" fmla="*/ 183851 h 607145"/>
                <a:gd name="connsiteX149" fmla="*/ 82235 w 606885"/>
                <a:gd name="connsiteY149" fmla="*/ 180460 h 607145"/>
                <a:gd name="connsiteX150" fmla="*/ 152438 w 606885"/>
                <a:gd name="connsiteY150" fmla="*/ 165684 h 607145"/>
                <a:gd name="connsiteX151" fmla="*/ 158017 w 606885"/>
                <a:gd name="connsiteY151" fmla="*/ 158417 h 607145"/>
                <a:gd name="connsiteX152" fmla="*/ 164131 w 606885"/>
                <a:gd name="connsiteY152" fmla="*/ 153331 h 607145"/>
                <a:gd name="connsiteX153" fmla="*/ 177473 w 606885"/>
                <a:gd name="connsiteY153" fmla="*/ 82212 h 607145"/>
                <a:gd name="connsiteX154" fmla="*/ 206194 w 606885"/>
                <a:gd name="connsiteY154" fmla="*/ 0 h 607145"/>
                <a:gd name="connsiteX155" fmla="*/ 206291 w 606885"/>
                <a:gd name="connsiteY155" fmla="*/ 0 h 607145"/>
                <a:gd name="connsiteX156" fmla="*/ 217111 w 606885"/>
                <a:gd name="connsiteY156" fmla="*/ 10658 h 607145"/>
                <a:gd name="connsiteX157" fmla="*/ 218226 w 606885"/>
                <a:gd name="connsiteY157" fmla="*/ 26694 h 607145"/>
                <a:gd name="connsiteX158" fmla="*/ 270333 w 606885"/>
                <a:gd name="connsiteY158" fmla="*/ 47525 h 607145"/>
                <a:gd name="connsiteX159" fmla="*/ 282268 w 606885"/>
                <a:gd name="connsiteY159" fmla="*/ 36722 h 607145"/>
                <a:gd name="connsiteX160" fmla="*/ 289982 w 606885"/>
                <a:gd name="connsiteY160" fmla="*/ 33524 h 607145"/>
                <a:gd name="connsiteX161" fmla="*/ 297502 w 606885"/>
                <a:gd name="connsiteY161" fmla="*/ 36577 h 607145"/>
                <a:gd name="connsiteX162" fmla="*/ 330784 w 606885"/>
                <a:gd name="connsiteY162" fmla="*/ 69084 h 607145"/>
                <a:gd name="connsiteX163" fmla="*/ 330978 w 606885"/>
                <a:gd name="connsiteY163" fmla="*/ 84296 h 607145"/>
                <a:gd name="connsiteX164" fmla="*/ 320450 w 606885"/>
                <a:gd name="connsiteY164" fmla="*/ 96455 h 607145"/>
                <a:gd name="connsiteX165" fmla="*/ 342476 w 606885"/>
                <a:gd name="connsiteY165" fmla="*/ 147953 h 607145"/>
                <a:gd name="connsiteX166" fmla="*/ 335150 w 606885"/>
                <a:gd name="connsiteY166" fmla="*/ 154542 h 607145"/>
                <a:gd name="connsiteX167" fmla="*/ 326611 w 606885"/>
                <a:gd name="connsiteY167" fmla="*/ 174598 h 607145"/>
                <a:gd name="connsiteX168" fmla="*/ 326320 w 606885"/>
                <a:gd name="connsiteY168" fmla="*/ 179394 h 607145"/>
                <a:gd name="connsiteX169" fmla="*/ 326175 w 606885"/>
                <a:gd name="connsiteY169" fmla="*/ 181720 h 607145"/>
                <a:gd name="connsiteX170" fmla="*/ 303663 w 606885"/>
                <a:gd name="connsiteY170" fmla="*/ 189520 h 607145"/>
                <a:gd name="connsiteX171" fmla="*/ 297259 w 606885"/>
                <a:gd name="connsiteY171" fmla="*/ 145870 h 607145"/>
                <a:gd name="connsiteX172" fmla="*/ 290710 w 606885"/>
                <a:gd name="connsiteY172" fmla="*/ 130561 h 607145"/>
                <a:gd name="connsiteX173" fmla="*/ 268052 w 606885"/>
                <a:gd name="connsiteY173" fmla="*/ 99895 h 607145"/>
                <a:gd name="connsiteX174" fmla="*/ 236857 w 606885"/>
                <a:gd name="connsiteY174" fmla="*/ 77998 h 607145"/>
                <a:gd name="connsiteX175" fmla="*/ 232636 w 606885"/>
                <a:gd name="connsiteY175" fmla="*/ 76060 h 607145"/>
                <a:gd name="connsiteX176" fmla="*/ 215412 w 606885"/>
                <a:gd name="connsiteY176" fmla="*/ 162390 h 607145"/>
                <a:gd name="connsiteX177" fmla="*/ 222690 w 606885"/>
                <a:gd name="connsiteY177" fmla="*/ 185450 h 607145"/>
                <a:gd name="connsiteX178" fmla="*/ 234237 w 606885"/>
                <a:gd name="connsiteY178" fmla="*/ 196690 h 607145"/>
                <a:gd name="connsiteX179" fmla="*/ 197704 w 606885"/>
                <a:gd name="connsiteY179" fmla="*/ 233218 h 607145"/>
                <a:gd name="connsiteX180" fmla="*/ 186594 w 606885"/>
                <a:gd name="connsiteY180" fmla="*/ 222366 h 607145"/>
                <a:gd name="connsiteX181" fmla="*/ 184993 w 606885"/>
                <a:gd name="connsiteY181" fmla="*/ 222366 h 607145"/>
                <a:gd name="connsiteX182" fmla="*/ 164373 w 606885"/>
                <a:gd name="connsiteY182" fmla="*/ 216262 h 607145"/>
                <a:gd name="connsiteX183" fmla="*/ 77675 w 606885"/>
                <a:gd name="connsiteY183" fmla="*/ 235591 h 607145"/>
                <a:gd name="connsiteX184" fmla="*/ 79276 w 606885"/>
                <a:gd name="connsiteY184" fmla="*/ 238886 h 607145"/>
                <a:gd name="connsiteX185" fmla="*/ 101981 w 606885"/>
                <a:gd name="connsiteY185" fmla="*/ 269552 h 607145"/>
                <a:gd name="connsiteX186" fmla="*/ 133177 w 606885"/>
                <a:gd name="connsiteY186" fmla="*/ 291498 h 607145"/>
                <a:gd name="connsiteX187" fmla="*/ 148605 w 606885"/>
                <a:gd name="connsiteY187" fmla="*/ 297650 h 607145"/>
                <a:gd name="connsiteX188" fmla="*/ 184993 w 606885"/>
                <a:gd name="connsiteY188" fmla="*/ 303319 h 607145"/>
                <a:gd name="connsiteX189" fmla="*/ 189117 w 606885"/>
                <a:gd name="connsiteY189" fmla="*/ 303270 h 607145"/>
                <a:gd name="connsiteX190" fmla="*/ 180917 w 606885"/>
                <a:gd name="connsiteY190" fmla="*/ 326669 h 607145"/>
                <a:gd name="connsiteX191" fmla="*/ 180723 w 606885"/>
                <a:gd name="connsiteY191" fmla="*/ 327202 h 607145"/>
                <a:gd name="connsiteX192" fmla="*/ 173592 w 606885"/>
                <a:gd name="connsiteY192" fmla="*/ 327638 h 607145"/>
                <a:gd name="connsiteX193" fmla="*/ 153505 w 606885"/>
                <a:gd name="connsiteY193" fmla="*/ 336213 h 607145"/>
                <a:gd name="connsiteX194" fmla="*/ 148945 w 606885"/>
                <a:gd name="connsiteY194" fmla="*/ 342172 h 607145"/>
                <a:gd name="connsiteX195" fmla="*/ 99652 w 606885"/>
                <a:gd name="connsiteY195" fmla="*/ 321922 h 607145"/>
                <a:gd name="connsiteX196" fmla="*/ 87766 w 606885"/>
                <a:gd name="connsiteY196" fmla="*/ 332725 h 607145"/>
                <a:gd name="connsiteX197" fmla="*/ 80052 w 606885"/>
                <a:gd name="connsiteY197" fmla="*/ 335971 h 607145"/>
                <a:gd name="connsiteX198" fmla="*/ 72483 w 606885"/>
                <a:gd name="connsiteY198" fmla="*/ 332870 h 607145"/>
                <a:gd name="connsiteX199" fmla="*/ 39201 w 606885"/>
                <a:gd name="connsiteY199" fmla="*/ 300412 h 607145"/>
                <a:gd name="connsiteX200" fmla="*/ 39056 w 606885"/>
                <a:gd name="connsiteY200" fmla="*/ 285151 h 607145"/>
                <a:gd name="connsiteX201" fmla="*/ 49584 w 606885"/>
                <a:gd name="connsiteY201" fmla="*/ 272992 h 607145"/>
                <a:gd name="connsiteX202" fmla="*/ 27509 w 606885"/>
                <a:gd name="connsiteY202" fmla="*/ 221494 h 607145"/>
                <a:gd name="connsiteX203" fmla="*/ 11450 w 606885"/>
                <a:gd name="connsiteY203" fmla="*/ 220719 h 607145"/>
                <a:gd name="connsiteX204" fmla="*/ 11305 w 606885"/>
                <a:gd name="connsiteY204" fmla="*/ 220719 h 607145"/>
                <a:gd name="connsiteX205" fmla="*/ 534 w 606885"/>
                <a:gd name="connsiteY205" fmla="*/ 210061 h 607145"/>
                <a:gd name="connsiteX206" fmla="*/ 0 w 606885"/>
                <a:gd name="connsiteY206" fmla="*/ 163601 h 607145"/>
                <a:gd name="connsiteX207" fmla="*/ 10674 w 606885"/>
                <a:gd name="connsiteY207" fmla="*/ 152701 h 607145"/>
                <a:gd name="connsiteX208" fmla="*/ 26733 w 606885"/>
                <a:gd name="connsiteY208" fmla="*/ 151538 h 607145"/>
                <a:gd name="connsiteX209" fmla="*/ 47595 w 606885"/>
                <a:gd name="connsiteY209" fmla="*/ 99507 h 607145"/>
                <a:gd name="connsiteX210" fmla="*/ 36824 w 606885"/>
                <a:gd name="connsiteY210" fmla="*/ 87638 h 607145"/>
                <a:gd name="connsiteX211" fmla="*/ 36630 w 606885"/>
                <a:gd name="connsiteY211" fmla="*/ 72378 h 607145"/>
                <a:gd name="connsiteX212" fmla="*/ 69184 w 606885"/>
                <a:gd name="connsiteY212" fmla="*/ 39144 h 607145"/>
                <a:gd name="connsiteX213" fmla="*/ 76898 w 606885"/>
                <a:gd name="connsiteY213" fmla="*/ 35898 h 607145"/>
                <a:gd name="connsiteX214" fmla="*/ 84418 w 606885"/>
                <a:gd name="connsiteY214" fmla="*/ 38999 h 607145"/>
                <a:gd name="connsiteX215" fmla="*/ 96596 w 606885"/>
                <a:gd name="connsiteY215" fmla="*/ 49512 h 607145"/>
                <a:gd name="connsiteX216" fmla="*/ 148169 w 606885"/>
                <a:gd name="connsiteY216" fmla="*/ 27469 h 607145"/>
                <a:gd name="connsiteX217" fmla="*/ 148993 w 606885"/>
                <a:gd name="connsiteY217" fmla="*/ 11433 h 607145"/>
                <a:gd name="connsiteX218" fmla="*/ 159667 w 606885"/>
                <a:gd name="connsiteY218" fmla="*/ 533 h 607145"/>
              </a:gdLst>
              <a:ahLst/>
              <a:cxnLst/>
              <a:rect l="l" t="t" r="r" b="b"/>
              <a:pathLst>
                <a:path w="606885" h="607145">
                  <a:moveTo>
                    <a:pt x="508291" y="415645"/>
                  </a:moveTo>
                  <a:lnTo>
                    <a:pt x="417168" y="415742"/>
                  </a:lnTo>
                  <a:cubicBezTo>
                    <a:pt x="410812" y="422476"/>
                    <a:pt x="402369" y="427320"/>
                    <a:pt x="392859" y="429210"/>
                  </a:cubicBezTo>
                  <a:lnTo>
                    <a:pt x="334489" y="518928"/>
                  </a:lnTo>
                  <a:cubicBezTo>
                    <a:pt x="335847" y="519413"/>
                    <a:pt x="337254" y="519946"/>
                    <a:pt x="338710" y="520382"/>
                  </a:cubicBezTo>
                  <a:cubicBezTo>
                    <a:pt x="352927" y="525129"/>
                    <a:pt x="368162" y="527697"/>
                    <a:pt x="383980" y="527697"/>
                  </a:cubicBezTo>
                  <a:lnTo>
                    <a:pt x="384126" y="527697"/>
                  </a:lnTo>
                  <a:cubicBezTo>
                    <a:pt x="399992" y="527697"/>
                    <a:pt x="415276" y="525081"/>
                    <a:pt x="429541" y="520333"/>
                  </a:cubicBezTo>
                  <a:cubicBezTo>
                    <a:pt x="435946" y="518153"/>
                    <a:pt x="442157" y="515586"/>
                    <a:pt x="448125" y="512631"/>
                  </a:cubicBezTo>
                  <a:cubicBezTo>
                    <a:pt x="475830" y="498727"/>
                    <a:pt x="498441" y="476152"/>
                    <a:pt x="512318" y="448394"/>
                  </a:cubicBezTo>
                  <a:cubicBezTo>
                    <a:pt x="515278" y="442435"/>
                    <a:pt x="517849" y="436283"/>
                    <a:pt x="519984" y="429888"/>
                  </a:cubicBezTo>
                  <a:cubicBezTo>
                    <a:pt x="521537" y="425237"/>
                    <a:pt x="522847" y="420490"/>
                    <a:pt x="523914" y="415645"/>
                  </a:cubicBezTo>
                  <a:close/>
                  <a:moveTo>
                    <a:pt x="383980" y="363568"/>
                  </a:moveTo>
                  <a:cubicBezTo>
                    <a:pt x="380826" y="363568"/>
                    <a:pt x="377818" y="364295"/>
                    <a:pt x="375101" y="365506"/>
                  </a:cubicBezTo>
                  <a:cubicBezTo>
                    <a:pt x="367920" y="368897"/>
                    <a:pt x="362922" y="376163"/>
                    <a:pt x="362922" y="384641"/>
                  </a:cubicBezTo>
                  <a:cubicBezTo>
                    <a:pt x="362922" y="393797"/>
                    <a:pt x="368793" y="401597"/>
                    <a:pt x="376993" y="404503"/>
                  </a:cubicBezTo>
                  <a:cubicBezTo>
                    <a:pt x="379225" y="405278"/>
                    <a:pt x="381554" y="405666"/>
                    <a:pt x="384029" y="405666"/>
                  </a:cubicBezTo>
                  <a:cubicBezTo>
                    <a:pt x="395285" y="405666"/>
                    <a:pt x="404504" y="396849"/>
                    <a:pt x="405087" y="385755"/>
                  </a:cubicBezTo>
                  <a:cubicBezTo>
                    <a:pt x="405087" y="385659"/>
                    <a:pt x="405087" y="385562"/>
                    <a:pt x="405087" y="385465"/>
                  </a:cubicBezTo>
                  <a:cubicBezTo>
                    <a:pt x="405087" y="385174"/>
                    <a:pt x="405087" y="384883"/>
                    <a:pt x="405087" y="384593"/>
                  </a:cubicBezTo>
                  <a:cubicBezTo>
                    <a:pt x="405087" y="372966"/>
                    <a:pt x="395674" y="363568"/>
                    <a:pt x="384029" y="363568"/>
                  </a:cubicBezTo>
                  <a:cubicBezTo>
                    <a:pt x="383980" y="363568"/>
                    <a:pt x="383980" y="363568"/>
                    <a:pt x="383980" y="363568"/>
                  </a:cubicBezTo>
                  <a:close/>
                  <a:moveTo>
                    <a:pt x="279951" y="286251"/>
                  </a:moveTo>
                  <a:cubicBezTo>
                    <a:pt x="276263" y="290127"/>
                    <a:pt x="272818" y="294196"/>
                    <a:pt x="269616" y="298459"/>
                  </a:cubicBezTo>
                  <a:cubicBezTo>
                    <a:pt x="264327" y="305435"/>
                    <a:pt x="259669" y="312944"/>
                    <a:pt x="255691" y="320840"/>
                  </a:cubicBezTo>
                  <a:cubicBezTo>
                    <a:pt x="253847" y="324571"/>
                    <a:pt x="252149" y="328398"/>
                    <a:pt x="250596" y="332322"/>
                  </a:cubicBezTo>
                  <a:cubicBezTo>
                    <a:pt x="249674" y="334647"/>
                    <a:pt x="248801" y="337021"/>
                    <a:pt x="248024" y="339394"/>
                  </a:cubicBezTo>
                  <a:cubicBezTo>
                    <a:pt x="247685" y="340460"/>
                    <a:pt x="247345" y="341526"/>
                    <a:pt x="247005" y="342592"/>
                  </a:cubicBezTo>
                  <a:cubicBezTo>
                    <a:pt x="246035" y="345741"/>
                    <a:pt x="245162" y="348889"/>
                    <a:pt x="244434" y="352135"/>
                  </a:cubicBezTo>
                  <a:cubicBezTo>
                    <a:pt x="242008" y="362599"/>
                    <a:pt x="240698" y="373548"/>
                    <a:pt x="240698" y="384738"/>
                  </a:cubicBezTo>
                  <a:cubicBezTo>
                    <a:pt x="240698" y="400628"/>
                    <a:pt x="243318" y="415839"/>
                    <a:pt x="248121" y="430082"/>
                  </a:cubicBezTo>
                  <a:cubicBezTo>
                    <a:pt x="250256" y="436476"/>
                    <a:pt x="252828" y="442677"/>
                    <a:pt x="255836" y="448636"/>
                  </a:cubicBezTo>
                  <a:cubicBezTo>
                    <a:pt x="262386" y="461667"/>
                    <a:pt x="270829" y="473585"/>
                    <a:pt x="280873" y="483952"/>
                  </a:cubicBezTo>
                  <a:lnTo>
                    <a:pt x="291839" y="467578"/>
                  </a:lnTo>
                  <a:lnTo>
                    <a:pt x="339874" y="395638"/>
                  </a:lnTo>
                  <a:cubicBezTo>
                    <a:pt x="339001" y="392150"/>
                    <a:pt x="338516" y="388468"/>
                    <a:pt x="338516" y="384641"/>
                  </a:cubicBezTo>
                  <a:cubicBezTo>
                    <a:pt x="338516" y="381395"/>
                    <a:pt x="338855" y="378198"/>
                    <a:pt x="339486" y="375146"/>
                  </a:cubicBezTo>
                  <a:lnTo>
                    <a:pt x="315129" y="338765"/>
                  </a:lnTo>
                  <a:lnTo>
                    <a:pt x="310519" y="331886"/>
                  </a:lnTo>
                  <a:lnTo>
                    <a:pt x="305910" y="325055"/>
                  </a:lnTo>
                  <a:lnTo>
                    <a:pt x="290868" y="302625"/>
                  </a:lnTo>
                  <a:lnTo>
                    <a:pt x="281455" y="288528"/>
                  </a:lnTo>
                  <a:close/>
                  <a:moveTo>
                    <a:pt x="383883" y="241537"/>
                  </a:moveTo>
                  <a:cubicBezTo>
                    <a:pt x="373014" y="241537"/>
                    <a:pt x="362485" y="242797"/>
                    <a:pt x="352296" y="245074"/>
                  </a:cubicBezTo>
                  <a:cubicBezTo>
                    <a:pt x="349045" y="245800"/>
                    <a:pt x="345843" y="246672"/>
                    <a:pt x="342689" y="247593"/>
                  </a:cubicBezTo>
                  <a:cubicBezTo>
                    <a:pt x="341282" y="248029"/>
                    <a:pt x="339874" y="248465"/>
                    <a:pt x="338467" y="248949"/>
                  </a:cubicBezTo>
                  <a:cubicBezTo>
                    <a:pt x="336672" y="249531"/>
                    <a:pt x="334925" y="250160"/>
                    <a:pt x="333227" y="250790"/>
                  </a:cubicBezTo>
                  <a:lnTo>
                    <a:pt x="338031" y="258202"/>
                  </a:lnTo>
                  <a:lnTo>
                    <a:pt x="343125" y="266050"/>
                  </a:lnTo>
                  <a:lnTo>
                    <a:pt x="391355" y="339782"/>
                  </a:lnTo>
                  <a:cubicBezTo>
                    <a:pt x="401448" y="341429"/>
                    <a:pt x="410375" y="346370"/>
                    <a:pt x="417120" y="353492"/>
                  </a:cubicBezTo>
                  <a:lnTo>
                    <a:pt x="508242" y="353395"/>
                  </a:lnTo>
                  <a:lnTo>
                    <a:pt x="523866" y="353395"/>
                  </a:lnTo>
                  <a:cubicBezTo>
                    <a:pt x="522798" y="348550"/>
                    <a:pt x="521488" y="343803"/>
                    <a:pt x="519936" y="339152"/>
                  </a:cubicBezTo>
                  <a:cubicBezTo>
                    <a:pt x="517752" y="332758"/>
                    <a:pt x="515181" y="326557"/>
                    <a:pt x="512172" y="320647"/>
                  </a:cubicBezTo>
                  <a:cubicBezTo>
                    <a:pt x="498295" y="292937"/>
                    <a:pt x="475636" y="270362"/>
                    <a:pt x="447882" y="256555"/>
                  </a:cubicBezTo>
                  <a:cubicBezTo>
                    <a:pt x="441914" y="253551"/>
                    <a:pt x="435752" y="250984"/>
                    <a:pt x="429347" y="248852"/>
                  </a:cubicBezTo>
                  <a:cubicBezTo>
                    <a:pt x="415082" y="244105"/>
                    <a:pt x="399846" y="241537"/>
                    <a:pt x="384029" y="241537"/>
                  </a:cubicBezTo>
                  <a:close/>
                  <a:moveTo>
                    <a:pt x="184993" y="167283"/>
                  </a:moveTo>
                  <a:cubicBezTo>
                    <a:pt x="180481" y="167283"/>
                    <a:pt x="175920" y="169027"/>
                    <a:pt x="172476" y="172515"/>
                  </a:cubicBezTo>
                  <a:cubicBezTo>
                    <a:pt x="167187" y="177941"/>
                    <a:pt x="166120" y="185983"/>
                    <a:pt x="169322" y="192426"/>
                  </a:cubicBezTo>
                  <a:cubicBezTo>
                    <a:pt x="170147" y="194170"/>
                    <a:pt x="171311" y="195769"/>
                    <a:pt x="172767" y="197222"/>
                  </a:cubicBezTo>
                  <a:cubicBezTo>
                    <a:pt x="176163" y="200517"/>
                    <a:pt x="180578" y="202164"/>
                    <a:pt x="184993" y="202164"/>
                  </a:cubicBezTo>
                  <a:cubicBezTo>
                    <a:pt x="189262" y="202164"/>
                    <a:pt x="193483" y="200662"/>
                    <a:pt x="196831" y="197610"/>
                  </a:cubicBezTo>
                  <a:cubicBezTo>
                    <a:pt x="196879" y="197562"/>
                    <a:pt x="196928" y="197465"/>
                    <a:pt x="196976" y="197416"/>
                  </a:cubicBezTo>
                  <a:cubicBezTo>
                    <a:pt x="197170" y="197271"/>
                    <a:pt x="197316" y="197126"/>
                    <a:pt x="197510" y="196932"/>
                  </a:cubicBezTo>
                  <a:cubicBezTo>
                    <a:pt x="204254" y="190053"/>
                    <a:pt x="204108" y="178958"/>
                    <a:pt x="197219" y="172224"/>
                  </a:cubicBezTo>
                  <a:cubicBezTo>
                    <a:pt x="195327" y="170384"/>
                    <a:pt x="193144" y="169075"/>
                    <a:pt x="190815" y="168252"/>
                  </a:cubicBezTo>
                  <a:cubicBezTo>
                    <a:pt x="188971" y="167622"/>
                    <a:pt x="186982" y="167283"/>
                    <a:pt x="184993" y="167283"/>
                  </a:cubicBezTo>
                  <a:close/>
                  <a:moveTo>
                    <a:pt x="411880" y="162089"/>
                  </a:moveTo>
                  <a:cubicBezTo>
                    <a:pt x="419109" y="162089"/>
                    <a:pt x="424932" y="167902"/>
                    <a:pt x="424932" y="175072"/>
                  </a:cubicBezTo>
                  <a:lnTo>
                    <a:pt x="426096" y="194401"/>
                  </a:lnTo>
                  <a:cubicBezTo>
                    <a:pt x="448658" y="199391"/>
                    <a:pt x="469765" y="208208"/>
                    <a:pt x="488688" y="220222"/>
                  </a:cubicBezTo>
                  <a:lnTo>
                    <a:pt x="503196" y="207384"/>
                  </a:lnTo>
                  <a:cubicBezTo>
                    <a:pt x="505719" y="204817"/>
                    <a:pt x="509067" y="203557"/>
                    <a:pt x="512415" y="203557"/>
                  </a:cubicBezTo>
                  <a:cubicBezTo>
                    <a:pt x="515714" y="203557"/>
                    <a:pt x="519062" y="204817"/>
                    <a:pt x="521585" y="207336"/>
                  </a:cubicBezTo>
                  <a:lnTo>
                    <a:pt x="561324" y="246963"/>
                  </a:lnTo>
                  <a:cubicBezTo>
                    <a:pt x="566419" y="252050"/>
                    <a:pt x="566419" y="260237"/>
                    <a:pt x="561324" y="265323"/>
                  </a:cubicBezTo>
                  <a:lnTo>
                    <a:pt x="548466" y="279857"/>
                  </a:lnTo>
                  <a:cubicBezTo>
                    <a:pt x="560548" y="298701"/>
                    <a:pt x="569427" y="319726"/>
                    <a:pt x="574473" y="342253"/>
                  </a:cubicBezTo>
                  <a:lnTo>
                    <a:pt x="593833" y="343415"/>
                  </a:lnTo>
                  <a:cubicBezTo>
                    <a:pt x="601014" y="343415"/>
                    <a:pt x="606837" y="349229"/>
                    <a:pt x="606837" y="356398"/>
                  </a:cubicBezTo>
                  <a:lnTo>
                    <a:pt x="606885" y="412448"/>
                  </a:lnTo>
                  <a:cubicBezTo>
                    <a:pt x="606885" y="419666"/>
                    <a:pt x="601063" y="425480"/>
                    <a:pt x="593882" y="425480"/>
                  </a:cubicBezTo>
                  <a:lnTo>
                    <a:pt x="574522" y="426642"/>
                  </a:lnTo>
                  <a:cubicBezTo>
                    <a:pt x="569573" y="449169"/>
                    <a:pt x="560693" y="470242"/>
                    <a:pt x="548660" y="489135"/>
                  </a:cubicBezTo>
                  <a:lnTo>
                    <a:pt x="561567" y="503620"/>
                  </a:lnTo>
                  <a:cubicBezTo>
                    <a:pt x="566661" y="508707"/>
                    <a:pt x="566661" y="516894"/>
                    <a:pt x="561567" y="521980"/>
                  </a:cubicBezTo>
                  <a:lnTo>
                    <a:pt x="521877" y="561656"/>
                  </a:lnTo>
                  <a:cubicBezTo>
                    <a:pt x="519353" y="564224"/>
                    <a:pt x="516005" y="565483"/>
                    <a:pt x="512706" y="565483"/>
                  </a:cubicBezTo>
                  <a:cubicBezTo>
                    <a:pt x="509358" y="565483"/>
                    <a:pt x="506010" y="564224"/>
                    <a:pt x="503487" y="561704"/>
                  </a:cubicBezTo>
                  <a:lnTo>
                    <a:pt x="488931" y="548867"/>
                  </a:lnTo>
                  <a:cubicBezTo>
                    <a:pt x="470056" y="560881"/>
                    <a:pt x="448998" y="569795"/>
                    <a:pt x="426436" y="574784"/>
                  </a:cubicBezTo>
                  <a:lnTo>
                    <a:pt x="425271" y="594114"/>
                  </a:lnTo>
                  <a:cubicBezTo>
                    <a:pt x="425271" y="601283"/>
                    <a:pt x="419449" y="607097"/>
                    <a:pt x="412268" y="607097"/>
                  </a:cubicBezTo>
                  <a:lnTo>
                    <a:pt x="356129" y="607145"/>
                  </a:lnTo>
                  <a:cubicBezTo>
                    <a:pt x="348948" y="607145"/>
                    <a:pt x="343125" y="601332"/>
                    <a:pt x="343077" y="594162"/>
                  </a:cubicBezTo>
                  <a:lnTo>
                    <a:pt x="341912" y="574833"/>
                  </a:lnTo>
                  <a:cubicBezTo>
                    <a:pt x="319350" y="569891"/>
                    <a:pt x="298243" y="561026"/>
                    <a:pt x="279369" y="549012"/>
                  </a:cubicBezTo>
                  <a:lnTo>
                    <a:pt x="264813" y="561898"/>
                  </a:lnTo>
                  <a:cubicBezTo>
                    <a:pt x="262289" y="564417"/>
                    <a:pt x="258941" y="565677"/>
                    <a:pt x="255642" y="565677"/>
                  </a:cubicBezTo>
                  <a:cubicBezTo>
                    <a:pt x="252294" y="565677"/>
                    <a:pt x="248946" y="564417"/>
                    <a:pt x="246423" y="561898"/>
                  </a:cubicBezTo>
                  <a:lnTo>
                    <a:pt x="206684" y="522319"/>
                  </a:lnTo>
                  <a:cubicBezTo>
                    <a:pt x="201590" y="517233"/>
                    <a:pt x="201590" y="508997"/>
                    <a:pt x="206684" y="503911"/>
                  </a:cubicBezTo>
                  <a:lnTo>
                    <a:pt x="219542" y="489377"/>
                  </a:lnTo>
                  <a:cubicBezTo>
                    <a:pt x="207461" y="470581"/>
                    <a:pt x="198581" y="449508"/>
                    <a:pt x="193584" y="426981"/>
                  </a:cubicBezTo>
                  <a:lnTo>
                    <a:pt x="174224" y="425819"/>
                  </a:lnTo>
                  <a:lnTo>
                    <a:pt x="174175" y="425819"/>
                  </a:lnTo>
                  <a:cubicBezTo>
                    <a:pt x="166994" y="425819"/>
                    <a:pt x="161172" y="420005"/>
                    <a:pt x="161172" y="412836"/>
                  </a:cubicBezTo>
                  <a:lnTo>
                    <a:pt x="161123" y="385465"/>
                  </a:lnTo>
                  <a:lnTo>
                    <a:pt x="161123" y="377326"/>
                  </a:lnTo>
                  <a:lnTo>
                    <a:pt x="161123" y="369139"/>
                  </a:lnTo>
                  <a:lnTo>
                    <a:pt x="161123" y="356786"/>
                  </a:lnTo>
                  <a:cubicBezTo>
                    <a:pt x="161123" y="349616"/>
                    <a:pt x="166946" y="343803"/>
                    <a:pt x="174127" y="343754"/>
                  </a:cubicBezTo>
                  <a:lnTo>
                    <a:pt x="193487" y="342592"/>
                  </a:lnTo>
                  <a:cubicBezTo>
                    <a:pt x="194748" y="336972"/>
                    <a:pt x="196204" y="331498"/>
                    <a:pt x="197902" y="326072"/>
                  </a:cubicBezTo>
                  <a:cubicBezTo>
                    <a:pt x="200619" y="317498"/>
                    <a:pt x="203919" y="309165"/>
                    <a:pt x="207703" y="301124"/>
                  </a:cubicBezTo>
                  <a:cubicBezTo>
                    <a:pt x="209208" y="297975"/>
                    <a:pt x="210809" y="294874"/>
                    <a:pt x="212458" y="291774"/>
                  </a:cubicBezTo>
                  <a:cubicBezTo>
                    <a:pt x="214351" y="288334"/>
                    <a:pt x="216340" y="284943"/>
                    <a:pt x="218426" y="281601"/>
                  </a:cubicBezTo>
                  <a:cubicBezTo>
                    <a:pt x="218766" y="281116"/>
                    <a:pt x="219057" y="280632"/>
                    <a:pt x="219348" y="280147"/>
                  </a:cubicBezTo>
                  <a:lnTo>
                    <a:pt x="206490" y="265614"/>
                  </a:lnTo>
                  <a:cubicBezTo>
                    <a:pt x="205326" y="264500"/>
                    <a:pt x="204452" y="263192"/>
                    <a:pt x="203822" y="261787"/>
                  </a:cubicBezTo>
                  <a:cubicBezTo>
                    <a:pt x="202220" y="258251"/>
                    <a:pt x="202269" y="254181"/>
                    <a:pt x="204016" y="250693"/>
                  </a:cubicBezTo>
                  <a:cubicBezTo>
                    <a:pt x="204598" y="249434"/>
                    <a:pt x="205423" y="248271"/>
                    <a:pt x="206442" y="247254"/>
                  </a:cubicBezTo>
                  <a:lnTo>
                    <a:pt x="209208" y="244492"/>
                  </a:lnTo>
                  <a:lnTo>
                    <a:pt x="245744" y="207966"/>
                  </a:lnTo>
                  <a:lnTo>
                    <a:pt x="246132" y="207578"/>
                  </a:lnTo>
                  <a:cubicBezTo>
                    <a:pt x="248121" y="205592"/>
                    <a:pt x="250596" y="204381"/>
                    <a:pt x="253216" y="203945"/>
                  </a:cubicBezTo>
                  <a:cubicBezTo>
                    <a:pt x="253895" y="203848"/>
                    <a:pt x="254623" y="203751"/>
                    <a:pt x="255351" y="203751"/>
                  </a:cubicBezTo>
                  <a:cubicBezTo>
                    <a:pt x="258650" y="203751"/>
                    <a:pt x="261998" y="205059"/>
                    <a:pt x="264521" y="207578"/>
                  </a:cubicBezTo>
                  <a:lnTo>
                    <a:pt x="279078" y="220416"/>
                  </a:lnTo>
                  <a:cubicBezTo>
                    <a:pt x="279563" y="220077"/>
                    <a:pt x="280097" y="219737"/>
                    <a:pt x="280630" y="219447"/>
                  </a:cubicBezTo>
                  <a:cubicBezTo>
                    <a:pt x="281019" y="219205"/>
                    <a:pt x="281407" y="218962"/>
                    <a:pt x="281795" y="218720"/>
                  </a:cubicBezTo>
                  <a:cubicBezTo>
                    <a:pt x="285143" y="216637"/>
                    <a:pt x="288539" y="214699"/>
                    <a:pt x="292033" y="212810"/>
                  </a:cubicBezTo>
                  <a:cubicBezTo>
                    <a:pt x="295138" y="211163"/>
                    <a:pt x="298243" y="209613"/>
                    <a:pt x="301446" y="208111"/>
                  </a:cubicBezTo>
                  <a:cubicBezTo>
                    <a:pt x="309258" y="204478"/>
                    <a:pt x="317361" y="201329"/>
                    <a:pt x="325755" y="198713"/>
                  </a:cubicBezTo>
                  <a:cubicBezTo>
                    <a:pt x="330947" y="197066"/>
                    <a:pt x="336235" y="195661"/>
                    <a:pt x="341573" y="194498"/>
                  </a:cubicBezTo>
                  <a:lnTo>
                    <a:pt x="342737" y="175169"/>
                  </a:lnTo>
                  <a:cubicBezTo>
                    <a:pt x="342737" y="167951"/>
                    <a:pt x="348560" y="162137"/>
                    <a:pt x="355741" y="162137"/>
                  </a:cubicBezTo>
                  <a:lnTo>
                    <a:pt x="369472" y="162137"/>
                  </a:lnTo>
                  <a:lnTo>
                    <a:pt x="377575" y="162137"/>
                  </a:lnTo>
                  <a:lnTo>
                    <a:pt x="385630" y="162137"/>
                  </a:lnTo>
                  <a:close/>
                  <a:moveTo>
                    <a:pt x="180481" y="66177"/>
                  </a:moveTo>
                  <a:cubicBezTo>
                    <a:pt x="168837" y="66661"/>
                    <a:pt x="157241" y="68793"/>
                    <a:pt x="146082" y="72620"/>
                  </a:cubicBezTo>
                  <a:cubicBezTo>
                    <a:pt x="140843" y="74461"/>
                    <a:pt x="135748" y="76641"/>
                    <a:pt x="130751" y="79160"/>
                  </a:cubicBezTo>
                  <a:cubicBezTo>
                    <a:pt x="119641" y="84877"/>
                    <a:pt x="109259" y="92386"/>
                    <a:pt x="100041" y="101784"/>
                  </a:cubicBezTo>
                  <a:cubicBezTo>
                    <a:pt x="90871" y="111183"/>
                    <a:pt x="83545" y="121744"/>
                    <a:pt x="78111" y="132935"/>
                  </a:cubicBezTo>
                  <a:cubicBezTo>
                    <a:pt x="75637" y="137973"/>
                    <a:pt x="73599" y="143157"/>
                    <a:pt x="71901" y="148389"/>
                  </a:cubicBezTo>
                  <a:cubicBezTo>
                    <a:pt x="68214" y="159919"/>
                    <a:pt x="66322" y="171885"/>
                    <a:pt x="66225" y="183851"/>
                  </a:cubicBezTo>
                  <a:lnTo>
                    <a:pt x="82235" y="180460"/>
                  </a:lnTo>
                  <a:lnTo>
                    <a:pt x="152438" y="165684"/>
                  </a:lnTo>
                  <a:cubicBezTo>
                    <a:pt x="153991" y="163117"/>
                    <a:pt x="155834" y="160646"/>
                    <a:pt x="158017" y="158417"/>
                  </a:cubicBezTo>
                  <a:cubicBezTo>
                    <a:pt x="159909" y="156480"/>
                    <a:pt x="161996" y="154784"/>
                    <a:pt x="164131" y="153331"/>
                  </a:cubicBezTo>
                  <a:lnTo>
                    <a:pt x="177473" y="82212"/>
                  </a:lnTo>
                  <a:close/>
                  <a:moveTo>
                    <a:pt x="206194" y="0"/>
                  </a:moveTo>
                  <a:cubicBezTo>
                    <a:pt x="206243" y="0"/>
                    <a:pt x="206243" y="0"/>
                    <a:pt x="206291" y="0"/>
                  </a:cubicBezTo>
                  <a:cubicBezTo>
                    <a:pt x="212210" y="0"/>
                    <a:pt x="217013" y="4748"/>
                    <a:pt x="217111" y="10658"/>
                  </a:cubicBezTo>
                  <a:lnTo>
                    <a:pt x="218226" y="26694"/>
                  </a:lnTo>
                  <a:cubicBezTo>
                    <a:pt x="236420" y="30472"/>
                    <a:pt x="254080" y="37400"/>
                    <a:pt x="270333" y="47525"/>
                  </a:cubicBezTo>
                  <a:lnTo>
                    <a:pt x="282268" y="36722"/>
                  </a:lnTo>
                  <a:cubicBezTo>
                    <a:pt x="284354" y="34590"/>
                    <a:pt x="287168" y="33524"/>
                    <a:pt x="289982" y="33524"/>
                  </a:cubicBezTo>
                  <a:cubicBezTo>
                    <a:pt x="292699" y="33524"/>
                    <a:pt x="295416" y="34542"/>
                    <a:pt x="297502" y="36577"/>
                  </a:cubicBezTo>
                  <a:lnTo>
                    <a:pt x="330784" y="69084"/>
                  </a:lnTo>
                  <a:cubicBezTo>
                    <a:pt x="335053" y="73201"/>
                    <a:pt x="335150" y="80032"/>
                    <a:pt x="330978" y="84296"/>
                  </a:cubicBezTo>
                  <a:lnTo>
                    <a:pt x="320450" y="96455"/>
                  </a:lnTo>
                  <a:cubicBezTo>
                    <a:pt x="330929" y="112442"/>
                    <a:pt x="338255" y="129883"/>
                    <a:pt x="342476" y="147953"/>
                  </a:cubicBezTo>
                  <a:cubicBezTo>
                    <a:pt x="342476" y="147953"/>
                    <a:pt x="337964" y="151732"/>
                    <a:pt x="335150" y="154542"/>
                  </a:cubicBezTo>
                  <a:cubicBezTo>
                    <a:pt x="329765" y="159919"/>
                    <a:pt x="326757" y="167041"/>
                    <a:pt x="326611" y="174598"/>
                  </a:cubicBezTo>
                  <a:lnTo>
                    <a:pt x="326320" y="179394"/>
                  </a:lnTo>
                  <a:lnTo>
                    <a:pt x="326175" y="181720"/>
                  </a:lnTo>
                  <a:cubicBezTo>
                    <a:pt x="318509" y="183900"/>
                    <a:pt x="311038" y="186516"/>
                    <a:pt x="303663" y="189520"/>
                  </a:cubicBezTo>
                  <a:cubicBezTo>
                    <a:pt x="304294" y="174792"/>
                    <a:pt x="302111" y="159919"/>
                    <a:pt x="297259" y="145870"/>
                  </a:cubicBezTo>
                  <a:cubicBezTo>
                    <a:pt x="295464" y="140638"/>
                    <a:pt x="293281" y="135503"/>
                    <a:pt x="290710" y="130561"/>
                  </a:cubicBezTo>
                  <a:cubicBezTo>
                    <a:pt x="285033" y="119467"/>
                    <a:pt x="277465" y="109100"/>
                    <a:pt x="268052" y="99895"/>
                  </a:cubicBezTo>
                  <a:cubicBezTo>
                    <a:pt x="258640" y="90739"/>
                    <a:pt x="248064" y="83423"/>
                    <a:pt x="236857" y="77998"/>
                  </a:cubicBezTo>
                  <a:cubicBezTo>
                    <a:pt x="235450" y="77319"/>
                    <a:pt x="234043" y="76641"/>
                    <a:pt x="232636" y="76060"/>
                  </a:cubicBezTo>
                  <a:lnTo>
                    <a:pt x="215412" y="162390"/>
                  </a:lnTo>
                  <a:cubicBezTo>
                    <a:pt x="220410" y="169221"/>
                    <a:pt x="222884" y="177360"/>
                    <a:pt x="222690" y="185450"/>
                  </a:cubicBezTo>
                  <a:lnTo>
                    <a:pt x="234237" y="196690"/>
                  </a:lnTo>
                  <a:lnTo>
                    <a:pt x="197704" y="233218"/>
                  </a:lnTo>
                  <a:lnTo>
                    <a:pt x="186594" y="222366"/>
                  </a:lnTo>
                  <a:cubicBezTo>
                    <a:pt x="186060" y="222366"/>
                    <a:pt x="185527" y="222366"/>
                    <a:pt x="184993" y="222366"/>
                  </a:cubicBezTo>
                  <a:cubicBezTo>
                    <a:pt x="177812" y="222366"/>
                    <a:pt x="170632" y="220331"/>
                    <a:pt x="164373" y="216262"/>
                  </a:cubicBezTo>
                  <a:lnTo>
                    <a:pt x="77675" y="235591"/>
                  </a:lnTo>
                  <a:cubicBezTo>
                    <a:pt x="78160" y="236706"/>
                    <a:pt x="78742" y="237820"/>
                    <a:pt x="79276" y="238886"/>
                  </a:cubicBezTo>
                  <a:cubicBezTo>
                    <a:pt x="85001" y="249980"/>
                    <a:pt x="92569" y="260347"/>
                    <a:pt x="101981" y="269552"/>
                  </a:cubicBezTo>
                  <a:cubicBezTo>
                    <a:pt x="111393" y="278757"/>
                    <a:pt x="121921" y="286023"/>
                    <a:pt x="133177" y="291498"/>
                  </a:cubicBezTo>
                  <a:cubicBezTo>
                    <a:pt x="138174" y="293920"/>
                    <a:pt x="143365" y="295955"/>
                    <a:pt x="148605" y="297650"/>
                  </a:cubicBezTo>
                  <a:cubicBezTo>
                    <a:pt x="160443" y="301429"/>
                    <a:pt x="172718" y="303319"/>
                    <a:pt x="184993" y="303319"/>
                  </a:cubicBezTo>
                  <a:cubicBezTo>
                    <a:pt x="186351" y="303319"/>
                    <a:pt x="187710" y="303319"/>
                    <a:pt x="189117" y="303270"/>
                  </a:cubicBezTo>
                  <a:cubicBezTo>
                    <a:pt x="185915" y="310876"/>
                    <a:pt x="183149" y="318676"/>
                    <a:pt x="180917" y="326669"/>
                  </a:cubicBezTo>
                  <a:cubicBezTo>
                    <a:pt x="180820" y="326863"/>
                    <a:pt x="180772" y="327009"/>
                    <a:pt x="180723" y="327202"/>
                  </a:cubicBezTo>
                  <a:lnTo>
                    <a:pt x="173592" y="327638"/>
                  </a:lnTo>
                  <a:cubicBezTo>
                    <a:pt x="166023" y="327784"/>
                    <a:pt x="158891" y="330836"/>
                    <a:pt x="153505" y="336213"/>
                  </a:cubicBezTo>
                  <a:cubicBezTo>
                    <a:pt x="151710" y="338006"/>
                    <a:pt x="150206" y="339992"/>
                    <a:pt x="148945" y="342172"/>
                  </a:cubicBezTo>
                  <a:cubicBezTo>
                    <a:pt x="131770" y="338248"/>
                    <a:pt x="115081" y="331514"/>
                    <a:pt x="99652" y="321922"/>
                  </a:cubicBezTo>
                  <a:lnTo>
                    <a:pt x="87766" y="332725"/>
                  </a:lnTo>
                  <a:cubicBezTo>
                    <a:pt x="85631" y="334857"/>
                    <a:pt x="82817" y="335971"/>
                    <a:pt x="80052" y="335971"/>
                  </a:cubicBezTo>
                  <a:cubicBezTo>
                    <a:pt x="77335" y="335971"/>
                    <a:pt x="74570" y="334954"/>
                    <a:pt x="72483" y="332870"/>
                  </a:cubicBezTo>
                  <a:lnTo>
                    <a:pt x="39201" y="300412"/>
                  </a:lnTo>
                  <a:cubicBezTo>
                    <a:pt x="34932" y="296245"/>
                    <a:pt x="34883" y="289415"/>
                    <a:pt x="39056" y="285151"/>
                  </a:cubicBezTo>
                  <a:lnTo>
                    <a:pt x="49584" y="272992"/>
                  </a:lnTo>
                  <a:cubicBezTo>
                    <a:pt x="39104" y="257004"/>
                    <a:pt x="31730" y="239564"/>
                    <a:pt x="27509" y="221494"/>
                  </a:cubicBezTo>
                  <a:lnTo>
                    <a:pt x="11450" y="220719"/>
                  </a:lnTo>
                  <a:cubicBezTo>
                    <a:pt x="11402" y="220719"/>
                    <a:pt x="11353" y="220719"/>
                    <a:pt x="11305" y="220719"/>
                  </a:cubicBezTo>
                  <a:cubicBezTo>
                    <a:pt x="5434" y="220719"/>
                    <a:pt x="582" y="215971"/>
                    <a:pt x="534" y="210061"/>
                  </a:cubicBezTo>
                  <a:lnTo>
                    <a:pt x="0" y="163601"/>
                  </a:lnTo>
                  <a:cubicBezTo>
                    <a:pt x="-48" y="157642"/>
                    <a:pt x="4706" y="152749"/>
                    <a:pt x="10674" y="152701"/>
                  </a:cubicBezTo>
                  <a:lnTo>
                    <a:pt x="26733" y="151538"/>
                  </a:lnTo>
                  <a:cubicBezTo>
                    <a:pt x="30517" y="133371"/>
                    <a:pt x="37503" y="115737"/>
                    <a:pt x="47595" y="99507"/>
                  </a:cubicBezTo>
                  <a:lnTo>
                    <a:pt x="36824" y="87638"/>
                  </a:lnTo>
                  <a:cubicBezTo>
                    <a:pt x="32555" y="83472"/>
                    <a:pt x="32458" y="76641"/>
                    <a:pt x="36630" y="72378"/>
                  </a:cubicBezTo>
                  <a:lnTo>
                    <a:pt x="69184" y="39144"/>
                  </a:lnTo>
                  <a:cubicBezTo>
                    <a:pt x="71270" y="37013"/>
                    <a:pt x="74084" y="35898"/>
                    <a:pt x="76898" y="35898"/>
                  </a:cubicBezTo>
                  <a:cubicBezTo>
                    <a:pt x="79615" y="35898"/>
                    <a:pt x="82332" y="36916"/>
                    <a:pt x="84418" y="38999"/>
                  </a:cubicBezTo>
                  <a:lnTo>
                    <a:pt x="96596" y="49512"/>
                  </a:lnTo>
                  <a:cubicBezTo>
                    <a:pt x="112606" y="38999"/>
                    <a:pt x="130121" y="31683"/>
                    <a:pt x="148169" y="27469"/>
                  </a:cubicBezTo>
                  <a:lnTo>
                    <a:pt x="148993" y="11433"/>
                  </a:lnTo>
                  <a:cubicBezTo>
                    <a:pt x="148896" y="5474"/>
                    <a:pt x="153699" y="581"/>
                    <a:pt x="159667" y="533"/>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pic>
        <p:nvPicPr>
          <p:cNvPr id="24" name="Imagen 23">
            <a:extLst>
              <a:ext uri="{FF2B5EF4-FFF2-40B4-BE49-F238E27FC236}">
                <a16:creationId xmlns:a16="http://schemas.microsoft.com/office/drawing/2014/main" id="{5B36F5EB-39E4-C415-F9CB-48A5B3DCC9CB}"/>
              </a:ext>
            </a:extLst>
          </p:cNvPr>
          <p:cNvPicPr>
            <a:picLocks noChangeAspect="1"/>
          </p:cNvPicPr>
          <p:nvPr/>
        </p:nvPicPr>
        <p:blipFill>
          <a:blip r:embed="rId3"/>
          <a:stretch>
            <a:fillRect/>
          </a:stretch>
        </p:blipFill>
        <p:spPr>
          <a:xfrm>
            <a:off x="669459" y="1623061"/>
            <a:ext cx="5824694" cy="37261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5A15863-D6D6-46A8-8A8C-333859C95A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标题 1"/>
          <p:cNvSpPr txBox="1"/>
          <p:nvPr/>
        </p:nvSpPr>
        <p:spPr>
          <a:xfrm>
            <a:off x="786345" y="868602"/>
            <a:ext cx="2930170" cy="518678"/>
          </a:xfrm>
          <a:prstGeom prst="rect">
            <a:avLst/>
          </a:prstGeom>
          <a:noFill/>
          <a:ln>
            <a:noFill/>
          </a:ln>
        </p:spPr>
        <p:txBody>
          <a:bodyPr vert="horz" wrap="square" lIns="0" tIns="0" rIns="0" bIns="0" rtlCol="0" anchor="b"/>
          <a:lstStyle/>
          <a:p>
            <a:r>
              <a:rPr lang="es-EC" sz="1600" b="1" dirty="0">
                <a:latin typeface="Arial" panose="020B0604020202020204" pitchFamily="34" charset="0"/>
                <a:cs typeface="Arial" panose="020B0604020202020204" pitchFamily="34" charset="0"/>
              </a:rPr>
              <a:t>Estructuras Organizacionales</a:t>
            </a:r>
            <a:endParaRPr kumimoji="1" lang="zh-CN" altLang="en-US" b="1" dirty="0">
              <a:latin typeface="Arial" panose="020B0604020202020204" pitchFamily="34" charset="0"/>
              <a:cs typeface="Arial" panose="020B0604020202020204" pitchFamily="34" charset="0"/>
            </a:endParaRPr>
          </a:p>
        </p:txBody>
      </p:sp>
      <p:sp>
        <p:nvSpPr>
          <p:cNvPr id="7" name="标题 1"/>
          <p:cNvSpPr txBox="1"/>
          <p:nvPr/>
        </p:nvSpPr>
        <p:spPr>
          <a:xfrm>
            <a:off x="810834" y="1606874"/>
            <a:ext cx="2690986" cy="1338337"/>
          </a:xfrm>
          <a:prstGeom prst="rect">
            <a:avLst/>
          </a:prstGeom>
          <a:noFill/>
          <a:ln>
            <a:noFill/>
          </a:ln>
        </p:spPr>
        <p:txBody>
          <a:bodyPr vert="horz" wrap="square" lIns="0" tIns="0" rIns="0" bIns="0" rtlCol="0" anchor="t"/>
          <a:lstStyle/>
          <a:p>
            <a:r>
              <a:rPr lang="es-MX" sz="1200" dirty="0">
                <a:latin typeface="Arial" panose="020B0604020202020204" pitchFamily="34" charset="0"/>
                <a:cs typeface="Arial" panose="020B0604020202020204" pitchFamily="34" charset="0"/>
              </a:rPr>
              <a:t>La forma en que se organiza un centro de cómputo depende mucho del tamaño y la complejidad de la empresa. No hay un modelo único, pero aquí vemos tres ejemplos comunes, desde el más simple al más complejo.</a:t>
            </a:r>
            <a:r>
              <a:rPr kumimoji="1" lang="en-US" altLang="zh-CN" sz="1200" dirty="0">
                <a:ln w="12700">
                  <a:noFill/>
                </a:ln>
                <a:solidFill>
                  <a:srgbClr val="000000">
                    <a:alpha val="100000"/>
                  </a:srgbClr>
                </a:solidFill>
                <a:latin typeface="Arial" panose="020B0604020202020204" pitchFamily="34" charset="0"/>
                <a:ea typeface="Poppins"/>
                <a:cs typeface="Arial" panose="020B0604020202020204" pitchFamily="34" charset="0"/>
              </a:rPr>
              <a:t>.</a:t>
            </a:r>
            <a:endParaRPr kumimoji="1" lang="zh-CN" altLang="en-US" sz="1200" dirty="0">
              <a:latin typeface="Arial" panose="020B0604020202020204" pitchFamily="34" charset="0"/>
              <a:cs typeface="Arial" panose="020B0604020202020204" pitchFamily="34" charset="0"/>
            </a:endParaRPr>
          </a:p>
        </p:txBody>
      </p:sp>
      <p:sp>
        <p:nvSpPr>
          <p:cNvPr id="9" name="标题 1"/>
          <p:cNvSpPr txBox="1"/>
          <p:nvPr/>
        </p:nvSpPr>
        <p:spPr>
          <a:xfrm>
            <a:off x="757497" y="2945211"/>
            <a:ext cx="2945823" cy="518678"/>
          </a:xfrm>
          <a:prstGeom prst="rect">
            <a:avLst/>
          </a:prstGeom>
          <a:noFill/>
          <a:ln>
            <a:noFill/>
          </a:ln>
        </p:spPr>
        <p:txBody>
          <a:bodyPr vert="horz" wrap="square" lIns="0" tIns="0" rIns="0" bIns="0" rtlCol="0" anchor="b"/>
          <a:lstStyle/>
          <a:p>
            <a:r>
              <a:rPr lang="es-MX" sz="1400" b="1" dirty="0">
                <a:latin typeface="Arial" panose="020B0604020202020204" pitchFamily="34" charset="0"/>
                <a:cs typeface="Arial" panose="020B0604020202020204" pitchFamily="34" charset="0"/>
              </a:rPr>
              <a:t>Estructura Funcional (Pequeña y Mediana Empresa)</a:t>
            </a:r>
            <a:endParaRPr kumimoji="1" lang="zh-CN" altLang="en-US" sz="1400" b="1" dirty="0">
              <a:latin typeface="Arial" panose="020B0604020202020204" pitchFamily="34" charset="0"/>
              <a:cs typeface="Arial" panose="020B0604020202020204" pitchFamily="34" charset="0"/>
            </a:endParaRPr>
          </a:p>
        </p:txBody>
      </p:sp>
      <p:sp>
        <p:nvSpPr>
          <p:cNvPr id="10" name="标题 1"/>
          <p:cNvSpPr txBox="1"/>
          <p:nvPr/>
        </p:nvSpPr>
        <p:spPr>
          <a:xfrm>
            <a:off x="773150" y="3647174"/>
            <a:ext cx="3044470" cy="2761925"/>
          </a:xfrm>
          <a:prstGeom prst="rect">
            <a:avLst/>
          </a:prstGeom>
          <a:noFill/>
          <a:ln>
            <a:noFill/>
          </a:ln>
        </p:spPr>
        <p:txBody>
          <a:bodyPr vert="horz" wrap="square" lIns="0" tIns="0" rIns="0" bIns="0" rtlCol="0" anchor="t"/>
          <a:lstStyle/>
          <a:p>
            <a:r>
              <a:rPr lang="es-MX" sz="1200" dirty="0">
                <a:latin typeface="Arial" panose="020B0604020202020204" pitchFamily="34" charset="0"/>
                <a:cs typeface="Arial" panose="020B0604020202020204" pitchFamily="34" charset="0"/>
              </a:rPr>
              <a:t>Es la más común en empresas donde el equipo de TI no es muy grande. Se organiza por </a:t>
            </a:r>
            <a:r>
              <a:rPr lang="es-MX" sz="1200" b="1" dirty="0">
                <a:latin typeface="Arial" panose="020B0604020202020204" pitchFamily="34" charset="0"/>
                <a:cs typeface="Arial" panose="020B0604020202020204" pitchFamily="34" charset="0"/>
              </a:rPr>
              <a:t>especialidades o funciones</a:t>
            </a:r>
            <a:r>
              <a:rPr lang="es-MX" sz="1200" dirty="0">
                <a:latin typeface="Arial" panose="020B0604020202020204" pitchFamily="34" charset="0"/>
                <a:cs typeface="Arial" panose="020B0604020202020204" pitchFamily="34" charset="0"/>
              </a:rPr>
              <a:t>.</a:t>
            </a:r>
          </a:p>
          <a:p>
            <a:endParaRPr lang="es-MX" sz="1200" b="1" dirty="0">
              <a:latin typeface="Arial" panose="020B0604020202020204" pitchFamily="34" charset="0"/>
              <a:cs typeface="Arial" panose="020B0604020202020204" pitchFamily="34" charset="0"/>
            </a:endParaRPr>
          </a:p>
          <a:p>
            <a:r>
              <a:rPr lang="es-MX" sz="1200" b="1" dirty="0">
                <a:latin typeface="Arial" panose="020B0604020202020204" pitchFamily="34" charset="0"/>
                <a:cs typeface="Arial" panose="020B0604020202020204" pitchFamily="34" charset="0"/>
              </a:rPr>
              <a:t>Ventajas:</a:t>
            </a:r>
            <a:endParaRPr lang="es-MX" sz="1200" dirty="0">
              <a:latin typeface="Arial" panose="020B0604020202020204" pitchFamily="34" charset="0"/>
              <a:cs typeface="Arial" panose="020B0604020202020204" pitchFamily="34" charset="0"/>
            </a:endParaRPr>
          </a:p>
          <a:p>
            <a:r>
              <a:rPr lang="es-MX" sz="1200" dirty="0">
                <a:latin typeface="Arial" panose="020B0604020202020204" pitchFamily="34" charset="0"/>
                <a:cs typeface="Arial" panose="020B0604020202020204" pitchFamily="34" charset="0"/>
              </a:rPr>
              <a:t>Clara especialización.</a:t>
            </a:r>
          </a:p>
          <a:p>
            <a:r>
              <a:rPr lang="es-MX" sz="1200" dirty="0">
                <a:latin typeface="Arial" panose="020B0604020202020204" pitchFamily="34" charset="0"/>
                <a:cs typeface="Arial" panose="020B0604020202020204" pitchFamily="34" charset="0"/>
              </a:rPr>
              <a:t>Fácil de gestionar.</a:t>
            </a:r>
          </a:p>
          <a:p>
            <a:endParaRPr lang="es-MX" sz="1200" dirty="0">
              <a:latin typeface="Arial" panose="020B0604020202020204" pitchFamily="34" charset="0"/>
              <a:cs typeface="Arial" panose="020B0604020202020204" pitchFamily="34" charset="0"/>
            </a:endParaRPr>
          </a:p>
          <a:p>
            <a:r>
              <a:rPr lang="es-MX" sz="1200" b="1" dirty="0">
                <a:latin typeface="Arial" panose="020B0604020202020204" pitchFamily="34" charset="0"/>
                <a:cs typeface="Arial" panose="020B0604020202020204" pitchFamily="34" charset="0"/>
              </a:rPr>
              <a:t>Desventajas:</a:t>
            </a:r>
            <a:endParaRPr lang="es-MX" sz="1200" dirty="0">
              <a:latin typeface="Arial" panose="020B0604020202020204" pitchFamily="34" charset="0"/>
              <a:cs typeface="Arial" panose="020B0604020202020204" pitchFamily="34" charset="0"/>
            </a:endParaRPr>
          </a:p>
          <a:p>
            <a:r>
              <a:rPr lang="es-MX" sz="1200" dirty="0">
                <a:latin typeface="Arial" panose="020B0604020202020204" pitchFamily="34" charset="0"/>
                <a:cs typeface="Arial" panose="020B0604020202020204" pitchFamily="34" charset="0"/>
              </a:rPr>
              <a:t>Puede crear silos (poca comunicación entre áreas).</a:t>
            </a:r>
          </a:p>
          <a:p>
            <a:r>
              <a:rPr lang="es-MX" sz="1200" dirty="0">
                <a:latin typeface="Arial" panose="020B0604020202020204" pitchFamily="34" charset="0"/>
                <a:cs typeface="Arial" panose="020B0604020202020204" pitchFamily="34" charset="0"/>
              </a:rPr>
              <a:t>Lento para responder a proyectos complejos que requieren varias especialidades.</a:t>
            </a:r>
          </a:p>
        </p:txBody>
      </p:sp>
      <p:sp>
        <p:nvSpPr>
          <p:cNvPr id="11" name="标题 1"/>
          <p:cNvSpPr txBox="1"/>
          <p:nvPr/>
        </p:nvSpPr>
        <p:spPr>
          <a:xfrm>
            <a:off x="1141450" y="339512"/>
            <a:ext cx="8288300" cy="468000"/>
          </a:xfrm>
          <a:prstGeom prst="rect">
            <a:avLst/>
          </a:prstGeom>
          <a:noFill/>
          <a:ln>
            <a:noFill/>
          </a:ln>
        </p:spPr>
        <p:txBody>
          <a:bodyPr vert="horz" wrap="square" lIns="0" tIns="0" rIns="0" bIns="0" rtlCol="0" anchor="ctr"/>
          <a:lstStyle/>
          <a:p>
            <a:r>
              <a:rPr lang="es-EC" sz="3200" b="1" dirty="0">
                <a:solidFill>
                  <a:schemeClr val="accent1">
                    <a:lumMod val="75000"/>
                  </a:schemeClr>
                </a:solidFill>
                <a:latin typeface="Arial" panose="020B0604020202020204" pitchFamily="34" charset="0"/>
                <a:cs typeface="Arial" panose="020B0604020202020204" pitchFamily="34" charset="0"/>
              </a:rPr>
              <a:t>Ejemplos de Estructuras Organizacionales</a:t>
            </a:r>
            <a:endParaRPr kumimoji="1" lang="zh-CN" altLang="en-US" sz="3200" b="1" dirty="0">
              <a:solidFill>
                <a:schemeClr val="accent1">
                  <a:lumMod val="75000"/>
                </a:schemeClr>
              </a:solidFill>
              <a:latin typeface="Arial" panose="020B0604020202020204" pitchFamily="34" charset="0"/>
              <a:cs typeface="Arial" panose="020B0604020202020204" pitchFamily="34" charset="0"/>
            </a:endParaRPr>
          </a:p>
        </p:txBody>
      </p:sp>
      <p:sp>
        <p:nvSpPr>
          <p:cNvPr id="12" name="标题 1"/>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algn="ctr"/>
            <a:endParaRPr kumimoji="1" lang="zh-CN" altLang="en-US"/>
          </a:p>
        </p:txBody>
      </p:sp>
      <p:pic>
        <p:nvPicPr>
          <p:cNvPr id="16" name="Imagen 15">
            <a:extLst>
              <a:ext uri="{FF2B5EF4-FFF2-40B4-BE49-F238E27FC236}">
                <a16:creationId xmlns:a16="http://schemas.microsoft.com/office/drawing/2014/main" id="{D9383BA1-E67D-5CED-5D13-D9185ADC613E}"/>
              </a:ext>
            </a:extLst>
          </p:cNvPr>
          <p:cNvPicPr>
            <a:picLocks noChangeAspect="1"/>
          </p:cNvPicPr>
          <p:nvPr/>
        </p:nvPicPr>
        <p:blipFill>
          <a:blip r:embed="rId3"/>
          <a:stretch>
            <a:fillRect/>
          </a:stretch>
        </p:blipFill>
        <p:spPr>
          <a:xfrm>
            <a:off x="5098564" y="1738038"/>
            <a:ext cx="5496692" cy="2343477"/>
          </a:xfrm>
          <a:prstGeom prst="rect">
            <a:avLst/>
          </a:prstGeom>
        </p:spPr>
      </p:pic>
      <p:sp>
        <p:nvSpPr>
          <p:cNvPr id="19" name="CuadroTexto 18">
            <a:extLst>
              <a:ext uri="{FF2B5EF4-FFF2-40B4-BE49-F238E27FC236}">
                <a16:creationId xmlns:a16="http://schemas.microsoft.com/office/drawing/2014/main" id="{B376DB94-7115-C2FC-FC7B-11DC2F27FB5E}"/>
              </a:ext>
            </a:extLst>
          </p:cNvPr>
          <p:cNvSpPr txBox="1"/>
          <p:nvPr/>
        </p:nvSpPr>
        <p:spPr>
          <a:xfrm>
            <a:off x="4779116" y="4395823"/>
            <a:ext cx="6097904" cy="1815882"/>
          </a:xfrm>
          <a:prstGeom prst="rect">
            <a:avLst/>
          </a:prstGeom>
          <a:noFill/>
        </p:spPr>
        <p:txBody>
          <a:bodyPr wrap="square">
            <a:spAutoFit/>
          </a:bodyPr>
          <a:lstStyle/>
          <a:p>
            <a:r>
              <a:rPr lang="es-MX" sz="1400" b="1" dirty="0">
                <a:latin typeface="Arial" panose="020B0604020202020204" pitchFamily="34" charset="0"/>
                <a:cs typeface="Arial" panose="020B0604020202020204" pitchFamily="34" charset="0"/>
              </a:rPr>
              <a:t>Soporte Técnico: </a:t>
            </a:r>
            <a:r>
              <a:rPr lang="es-MX" sz="1400" dirty="0">
                <a:latin typeface="Arial" panose="020B0604020202020204" pitchFamily="34" charset="0"/>
                <a:cs typeface="Arial" panose="020B0604020202020204" pitchFamily="34" charset="0"/>
              </a:rPr>
              <a:t>Atiende a los usuarios finales (problemas con computadoras, impresoras, etc.).</a:t>
            </a:r>
          </a:p>
          <a:p>
            <a:endParaRPr lang="es-MX" sz="1400" dirty="0">
              <a:latin typeface="Arial" panose="020B0604020202020204" pitchFamily="34" charset="0"/>
              <a:cs typeface="Arial" panose="020B0604020202020204" pitchFamily="34" charset="0"/>
            </a:endParaRPr>
          </a:p>
          <a:p>
            <a:r>
              <a:rPr lang="es-MX" sz="1400" b="1" dirty="0">
                <a:latin typeface="Arial" panose="020B0604020202020204" pitchFamily="34" charset="0"/>
                <a:cs typeface="Arial" panose="020B0604020202020204" pitchFamily="34" charset="0"/>
              </a:rPr>
              <a:t>Redes y Servidores: </a:t>
            </a:r>
            <a:r>
              <a:rPr lang="es-MX" sz="1400" dirty="0">
                <a:latin typeface="Arial" panose="020B0604020202020204" pitchFamily="34" charset="0"/>
                <a:cs typeface="Arial" panose="020B0604020202020204" pitchFamily="34" charset="0"/>
              </a:rPr>
              <a:t>Administra la infraestructura central (la red, los servidores, el almacenamiento).</a:t>
            </a:r>
          </a:p>
          <a:p>
            <a:endParaRPr lang="es-MX" sz="1400" dirty="0">
              <a:latin typeface="Arial" panose="020B0604020202020204" pitchFamily="34" charset="0"/>
              <a:cs typeface="Arial" panose="020B0604020202020204" pitchFamily="34" charset="0"/>
            </a:endParaRPr>
          </a:p>
          <a:p>
            <a:r>
              <a:rPr lang="es-MX" sz="1400" b="1" dirty="0">
                <a:latin typeface="Arial" panose="020B0604020202020204" pitchFamily="34" charset="0"/>
                <a:cs typeface="Arial" panose="020B0604020202020204" pitchFamily="34" charset="0"/>
              </a:rPr>
              <a:t>Desarrollo de Software:</a:t>
            </a:r>
            <a:r>
              <a:rPr lang="es-MX" sz="1400" dirty="0">
                <a:latin typeface="Arial" panose="020B0604020202020204" pitchFamily="34" charset="0"/>
                <a:cs typeface="Arial" panose="020B0604020202020204" pitchFamily="34" charset="0"/>
              </a:rPr>
              <a:t> Crea o mantiene las aplicaciones internas de la empresa.</a:t>
            </a:r>
            <a:endParaRPr lang="es-EC" sz="1400" dirty="0">
              <a:latin typeface="Arial" panose="020B0604020202020204" pitchFamily="34" charset="0"/>
              <a:cs typeface="Arial" panose="020B0604020202020204" pitchFamily="34" charset="0"/>
            </a:endParaRPr>
          </a:p>
        </p:txBody>
      </p:sp>
      <p:sp>
        <p:nvSpPr>
          <p:cNvPr id="20" name="标题 1">
            <a:extLst>
              <a:ext uri="{FF2B5EF4-FFF2-40B4-BE49-F238E27FC236}">
                <a16:creationId xmlns:a16="http://schemas.microsoft.com/office/drawing/2014/main" id="{680F8E02-AAF6-EC10-7992-F54534BD4B8A}"/>
              </a:ext>
            </a:extLst>
          </p:cNvPr>
          <p:cNvSpPr txBox="1"/>
          <p:nvPr/>
        </p:nvSpPr>
        <p:spPr>
          <a:xfrm>
            <a:off x="5718810" y="1044144"/>
            <a:ext cx="3516630" cy="518678"/>
          </a:xfrm>
          <a:prstGeom prst="rect">
            <a:avLst/>
          </a:prstGeom>
          <a:noFill/>
          <a:ln>
            <a:noFill/>
          </a:ln>
        </p:spPr>
        <p:txBody>
          <a:bodyPr vert="horz" wrap="square" lIns="0" tIns="0" rIns="0" bIns="0" rtlCol="0" anchor="b"/>
          <a:lstStyle/>
          <a:p>
            <a:r>
              <a:rPr lang="es-EC" sz="1400" b="1" dirty="0">
                <a:latin typeface="Arial" panose="020B0604020202020204" pitchFamily="34" charset="0"/>
                <a:cs typeface="Arial" panose="020B0604020202020204" pitchFamily="34" charset="0"/>
              </a:rPr>
              <a:t>Organigrama Típico en pequeñas y medianas empresas :</a:t>
            </a:r>
            <a:endParaRPr kumimoji="1" lang="zh-CN" altLang="en-US" sz="1400" b="1" dirty="0">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F67FC4-C63F-0F93-1B27-40CED976365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09D02FF-45B4-C783-43BE-F86BDE71C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标题 1">
            <a:extLst>
              <a:ext uri="{FF2B5EF4-FFF2-40B4-BE49-F238E27FC236}">
                <a16:creationId xmlns:a16="http://schemas.microsoft.com/office/drawing/2014/main" id="{A5ACEE1F-4456-3E13-DC45-C1BC0C74D9A8}"/>
              </a:ext>
            </a:extLst>
          </p:cNvPr>
          <p:cNvSpPr txBox="1"/>
          <p:nvPr/>
        </p:nvSpPr>
        <p:spPr>
          <a:xfrm>
            <a:off x="786345" y="868602"/>
            <a:ext cx="2930170" cy="518678"/>
          </a:xfrm>
          <a:prstGeom prst="rect">
            <a:avLst/>
          </a:prstGeom>
          <a:noFill/>
          <a:ln>
            <a:noFill/>
          </a:ln>
        </p:spPr>
        <p:txBody>
          <a:bodyPr vert="horz"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9" name="标题 1">
            <a:extLst>
              <a:ext uri="{FF2B5EF4-FFF2-40B4-BE49-F238E27FC236}">
                <a16:creationId xmlns:a16="http://schemas.microsoft.com/office/drawing/2014/main" id="{745F9B18-CB87-0BEE-02FD-12A386689D85}"/>
              </a:ext>
            </a:extLst>
          </p:cNvPr>
          <p:cNvSpPr txBox="1"/>
          <p:nvPr/>
        </p:nvSpPr>
        <p:spPr>
          <a:xfrm>
            <a:off x="871797" y="1303483"/>
            <a:ext cx="3174423" cy="518678"/>
          </a:xfrm>
          <a:prstGeom prst="rect">
            <a:avLst/>
          </a:prstGeom>
          <a:noFill/>
          <a:ln>
            <a:noFill/>
          </a:ln>
        </p:spPr>
        <p:txBody>
          <a:bodyPr vert="horz" wrap="square" lIns="0" tIns="0" rIns="0" bIns="0" rtlCol="0" anchor="b"/>
          <a:lstStyle/>
          <a:p>
            <a:pPr lvl="0"/>
            <a:r>
              <a:rPr lang="es-EC" sz="1400" b="1" dirty="0">
                <a:solidFill>
                  <a:schemeClr val="accent2">
                    <a:lumMod val="75000"/>
                    <a:lumOff val="25000"/>
                  </a:schemeClr>
                </a:solidFill>
                <a:latin typeface="Arial" panose="020B0604020202020204" pitchFamily="34" charset="0"/>
                <a:cs typeface="Arial" panose="020B0604020202020204" pitchFamily="34" charset="0"/>
              </a:rPr>
              <a:t>Estructura por Proyectos o Unidades de Negocio (Empresa Grande)</a:t>
            </a:r>
            <a:endParaRPr kumimoji="1" lang="zh-CN" altLang="en-US" sz="1400" b="1" i="0" u="none" strike="noStrike" kern="1200" cap="none" spc="0" normalizeH="0" baseline="0" noProof="0" dirty="0">
              <a:ln>
                <a:noFill/>
              </a:ln>
              <a:solidFill>
                <a:schemeClr val="accent2">
                  <a:lumMod val="75000"/>
                  <a:lumOff val="25000"/>
                </a:schemeClr>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标题 1">
            <a:extLst>
              <a:ext uri="{FF2B5EF4-FFF2-40B4-BE49-F238E27FC236}">
                <a16:creationId xmlns:a16="http://schemas.microsoft.com/office/drawing/2014/main" id="{18AF241E-FB74-0207-4EB1-6E081CD080AC}"/>
              </a:ext>
            </a:extLst>
          </p:cNvPr>
          <p:cNvSpPr txBox="1"/>
          <p:nvPr/>
        </p:nvSpPr>
        <p:spPr>
          <a:xfrm>
            <a:off x="867323" y="2224774"/>
            <a:ext cx="3044470" cy="4096016"/>
          </a:xfrm>
          <a:prstGeom prst="rect">
            <a:avLst/>
          </a:prstGeom>
          <a:noFill/>
          <a:ln>
            <a:noFill/>
          </a:ln>
        </p:spPr>
        <p:txBody>
          <a:bodyPr vert="horz" wrap="square" lIns="0" tIns="0" rIns="0" bIns="0" rtlCol="0" anchor="t"/>
          <a:lstStyle/>
          <a:p>
            <a:r>
              <a:rPr lang="es-MX" sz="1400" dirty="0">
                <a:latin typeface="Arial" panose="020B0604020202020204" pitchFamily="34" charset="0"/>
                <a:cs typeface="Arial" panose="020B0604020202020204" pitchFamily="34" charset="0"/>
              </a:rPr>
              <a:t>En organizaciones más grandes con diferentes líneas de negocio (ej. ventas, manufactura, finanzas), el equipo de TI se puede organizar para </a:t>
            </a:r>
            <a:r>
              <a:rPr lang="es-MX" sz="1400" b="1" dirty="0">
                <a:latin typeface="Arial" panose="020B0604020202020204" pitchFamily="34" charset="0"/>
                <a:cs typeface="Arial" panose="020B0604020202020204" pitchFamily="34" charset="0"/>
              </a:rPr>
              <a:t>servir específicamente a cada unidad</a:t>
            </a:r>
            <a:r>
              <a:rPr lang="es-MX" sz="1400" dirty="0">
                <a:latin typeface="Arial" panose="020B0604020202020204" pitchFamily="34" charset="0"/>
                <a:cs typeface="Arial" panose="020B0604020202020204" pitchFamily="34" charset="0"/>
              </a:rPr>
              <a:t>.</a:t>
            </a:r>
          </a:p>
          <a:p>
            <a:endParaRPr lang="es-MX" sz="1400" dirty="0">
              <a:latin typeface="Arial" panose="020B0604020202020204" pitchFamily="34" charset="0"/>
              <a:cs typeface="Arial" panose="020B0604020202020204" pitchFamily="34" charset="0"/>
            </a:endParaRPr>
          </a:p>
          <a:p>
            <a:r>
              <a:rPr lang="es-MX" sz="1400" b="1" dirty="0">
                <a:latin typeface="Arial" panose="020B0604020202020204" pitchFamily="34" charset="0"/>
                <a:cs typeface="Arial" panose="020B0604020202020204" pitchFamily="34" charset="0"/>
              </a:rPr>
              <a:t>Ventajas:</a:t>
            </a:r>
            <a:endParaRPr lang="es-MX" sz="1400" dirty="0">
              <a:latin typeface="Arial" panose="020B0604020202020204" pitchFamily="34" charset="0"/>
              <a:cs typeface="Arial" panose="020B0604020202020204" pitchFamily="34" charset="0"/>
            </a:endParaRPr>
          </a:p>
          <a:p>
            <a:r>
              <a:rPr lang="es-MX" sz="1400" dirty="0">
                <a:latin typeface="Arial" panose="020B0604020202020204" pitchFamily="34" charset="0"/>
                <a:cs typeface="Arial" panose="020B0604020202020204" pitchFamily="34" charset="0"/>
              </a:rPr>
              <a:t>Mayor alineación con las necesidades de cada área del negocio.</a:t>
            </a:r>
          </a:p>
          <a:p>
            <a:r>
              <a:rPr lang="es-MX" sz="1400" dirty="0">
                <a:latin typeface="Arial" panose="020B0604020202020204" pitchFamily="34" charset="0"/>
                <a:cs typeface="Arial" panose="020B0604020202020204" pitchFamily="34" charset="0"/>
              </a:rPr>
              <a:t>Respuesta más rápida y especializada.</a:t>
            </a:r>
          </a:p>
          <a:p>
            <a:endParaRPr lang="es-MX" sz="1400" dirty="0">
              <a:latin typeface="Arial" panose="020B0604020202020204" pitchFamily="34" charset="0"/>
              <a:cs typeface="Arial" panose="020B0604020202020204" pitchFamily="34" charset="0"/>
            </a:endParaRPr>
          </a:p>
          <a:p>
            <a:r>
              <a:rPr lang="es-MX" sz="1400" b="1" dirty="0">
                <a:latin typeface="Arial" panose="020B0604020202020204" pitchFamily="34" charset="0"/>
                <a:cs typeface="Arial" panose="020B0604020202020204" pitchFamily="34" charset="0"/>
              </a:rPr>
              <a:t>Desventajas:</a:t>
            </a:r>
            <a:endParaRPr lang="es-MX" sz="1400" dirty="0">
              <a:latin typeface="Arial" panose="020B0604020202020204" pitchFamily="34" charset="0"/>
              <a:cs typeface="Arial" panose="020B0604020202020204" pitchFamily="34" charset="0"/>
            </a:endParaRPr>
          </a:p>
          <a:p>
            <a:r>
              <a:rPr lang="es-MX" sz="1400" dirty="0">
                <a:latin typeface="Arial" panose="020B0604020202020204" pitchFamily="34" charset="0"/>
                <a:cs typeface="Arial" panose="020B0604020202020204" pitchFamily="34" charset="0"/>
              </a:rPr>
              <a:t>Puede haber duplicidad de roles y recursos.</a:t>
            </a:r>
          </a:p>
          <a:p>
            <a:r>
              <a:rPr lang="es-MX" sz="1400" dirty="0">
                <a:latin typeface="Arial" panose="020B0604020202020204" pitchFamily="34" charset="0"/>
                <a:cs typeface="Arial" panose="020B0604020202020204" pitchFamily="34" charset="0"/>
              </a:rPr>
              <a:t>Falta de estandarización tecnológica en toda la empresa.</a:t>
            </a:r>
          </a:p>
        </p:txBody>
      </p:sp>
      <p:sp>
        <p:nvSpPr>
          <p:cNvPr id="11" name="标题 1">
            <a:extLst>
              <a:ext uri="{FF2B5EF4-FFF2-40B4-BE49-F238E27FC236}">
                <a16:creationId xmlns:a16="http://schemas.microsoft.com/office/drawing/2014/main" id="{70842999-7B8A-6330-C717-8FA9ADF1C1F2}"/>
              </a:ext>
            </a:extLst>
          </p:cNvPr>
          <p:cNvSpPr txBox="1"/>
          <p:nvPr/>
        </p:nvSpPr>
        <p:spPr>
          <a:xfrm>
            <a:off x="1141450" y="339512"/>
            <a:ext cx="10682250" cy="468000"/>
          </a:xfrm>
          <a:prstGeom prst="rect">
            <a:avLst/>
          </a:prstGeom>
          <a:noFill/>
          <a:ln>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C" sz="3200" b="1" i="0" u="none" strike="noStrike" kern="1200" cap="none" spc="0" normalizeH="0" baseline="0" noProof="0" dirty="0">
                <a:ln>
                  <a:noFill/>
                </a:ln>
                <a:solidFill>
                  <a:srgbClr val="0499FE">
                    <a:lumMod val="75000"/>
                  </a:srgbClr>
                </a:solidFill>
                <a:effectLst/>
                <a:uLnTx/>
                <a:uFillTx/>
                <a:latin typeface="Arial" panose="020B0604020202020204" pitchFamily="34" charset="0"/>
                <a:ea typeface="+mn-ea"/>
                <a:cs typeface="Arial" panose="020B0604020202020204" pitchFamily="34" charset="0"/>
              </a:rPr>
              <a:t>Ejemplos de Estructuras Organizacionales</a:t>
            </a:r>
            <a:endParaRPr kumimoji="1" lang="zh-CN" altLang="en-US" sz="3200" b="1" i="0" u="none" strike="noStrike" kern="1200" cap="none" spc="0" normalizeH="0" baseline="0" noProof="0" dirty="0">
              <a:ln>
                <a:noFill/>
              </a:ln>
              <a:solidFill>
                <a:srgbClr val="0499FE">
                  <a:lumMod val="75000"/>
                </a:srgbClr>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2" name="标题 1">
            <a:extLst>
              <a:ext uri="{FF2B5EF4-FFF2-40B4-BE49-F238E27FC236}">
                <a16:creationId xmlns:a16="http://schemas.microsoft.com/office/drawing/2014/main" id="{45D4612C-3DDC-63DA-FDCD-FDCB057C992B}"/>
              </a:ext>
            </a:extLst>
          </p:cNvPr>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3" name="标题 1">
            <a:extLst>
              <a:ext uri="{FF2B5EF4-FFF2-40B4-BE49-F238E27FC236}">
                <a16:creationId xmlns:a16="http://schemas.microsoft.com/office/drawing/2014/main" id="{78005A18-38D2-B9E4-675C-44F89908DA91}"/>
              </a:ext>
            </a:extLst>
          </p:cNvPr>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20" name="标题 1">
            <a:extLst>
              <a:ext uri="{FF2B5EF4-FFF2-40B4-BE49-F238E27FC236}">
                <a16:creationId xmlns:a16="http://schemas.microsoft.com/office/drawing/2014/main" id="{0F7172AA-032A-D5D9-9302-8036DCB337F6}"/>
              </a:ext>
            </a:extLst>
          </p:cNvPr>
          <p:cNvSpPr txBox="1"/>
          <p:nvPr/>
        </p:nvSpPr>
        <p:spPr>
          <a:xfrm>
            <a:off x="5718810" y="1044144"/>
            <a:ext cx="3516630" cy="518678"/>
          </a:xfrm>
          <a:prstGeom prst="rect">
            <a:avLst/>
          </a:prstGeom>
          <a:noFill/>
          <a:ln>
            <a:noFill/>
          </a:ln>
        </p:spPr>
        <p:txBody>
          <a:bodyPr vert="horz" wrap="square" lIns="0" tIns="0" rIns="0" bIns="0" rtlCol="0" anchor="b"/>
          <a:lstStyle/>
          <a:p>
            <a:pPr lvl="0"/>
            <a:r>
              <a:rPr kumimoji="0" lang="es-EC"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Organigrama Típico </a:t>
            </a:r>
            <a:r>
              <a:rPr lang="es-EC" sz="1400" b="1" dirty="0">
                <a:solidFill>
                  <a:srgbClr val="000000"/>
                </a:solidFill>
                <a:latin typeface="Arial" panose="020B0604020202020204" pitchFamily="34" charset="0"/>
                <a:cs typeface="Arial" panose="020B0604020202020204" pitchFamily="34" charset="0"/>
              </a:rPr>
              <a:t>Empresa Grande:</a:t>
            </a:r>
            <a:endParaRPr lang="zh-CN" altLang="en-US" sz="1400" b="1" dirty="0">
              <a:solidFill>
                <a:srgbClr val="000000"/>
              </a:solidFill>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F061CAA0-88EC-E5BA-7254-82FAA5A1766A}"/>
              </a:ext>
            </a:extLst>
          </p:cNvPr>
          <p:cNvPicPr>
            <a:picLocks noChangeAspect="1"/>
          </p:cNvPicPr>
          <p:nvPr/>
        </p:nvPicPr>
        <p:blipFill>
          <a:blip r:embed="rId3"/>
          <a:stretch>
            <a:fillRect/>
          </a:stretch>
        </p:blipFill>
        <p:spPr>
          <a:xfrm>
            <a:off x="4566035" y="1799454"/>
            <a:ext cx="6754168" cy="2904145"/>
          </a:xfrm>
          <a:prstGeom prst="rect">
            <a:avLst/>
          </a:prstGeom>
        </p:spPr>
      </p:pic>
    </p:spTree>
    <p:extLst>
      <p:ext uri="{BB962C8B-B14F-4D97-AF65-F5344CB8AC3E}">
        <p14:creationId xmlns:p14="http://schemas.microsoft.com/office/powerpoint/2010/main" val="1514198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1B4A0-BE12-235C-4EDB-1E9210740C2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A9D16BB-30DF-2627-3BEB-52F647E2F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标题 1">
            <a:extLst>
              <a:ext uri="{FF2B5EF4-FFF2-40B4-BE49-F238E27FC236}">
                <a16:creationId xmlns:a16="http://schemas.microsoft.com/office/drawing/2014/main" id="{38544C9C-0C8F-DB7A-3DE7-B0FF80EDEA12}"/>
              </a:ext>
            </a:extLst>
          </p:cNvPr>
          <p:cNvSpPr txBox="1"/>
          <p:nvPr/>
        </p:nvSpPr>
        <p:spPr>
          <a:xfrm>
            <a:off x="786345" y="868602"/>
            <a:ext cx="2930170" cy="518678"/>
          </a:xfrm>
          <a:prstGeom prst="rect">
            <a:avLst/>
          </a:prstGeom>
          <a:noFill/>
          <a:ln>
            <a:noFill/>
          </a:ln>
        </p:spPr>
        <p:txBody>
          <a:bodyPr vert="horz"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9" name="标题 1">
            <a:extLst>
              <a:ext uri="{FF2B5EF4-FFF2-40B4-BE49-F238E27FC236}">
                <a16:creationId xmlns:a16="http://schemas.microsoft.com/office/drawing/2014/main" id="{2DF3443C-9B82-B0AC-B806-0EBBDDFB2E76}"/>
              </a:ext>
            </a:extLst>
          </p:cNvPr>
          <p:cNvSpPr txBox="1"/>
          <p:nvPr/>
        </p:nvSpPr>
        <p:spPr>
          <a:xfrm>
            <a:off x="871797" y="1303483"/>
            <a:ext cx="2945823" cy="518678"/>
          </a:xfrm>
          <a:prstGeom prst="rect">
            <a:avLst/>
          </a:prstGeom>
          <a:noFill/>
          <a:ln>
            <a:noFill/>
          </a:ln>
        </p:spPr>
        <p:txBody>
          <a:bodyPr vert="horz" wrap="square" lIns="0" tIns="0" rIns="0" bIns="0" rtlCol="0" anchor="b"/>
          <a:lstStyle/>
          <a:p>
            <a:pPr lvl="0"/>
            <a:r>
              <a:rPr lang="es-EC" sz="1400" b="1" dirty="0">
                <a:solidFill>
                  <a:schemeClr val="accent2">
                    <a:lumMod val="75000"/>
                    <a:lumOff val="25000"/>
                  </a:schemeClr>
                </a:solidFill>
                <a:latin typeface="Arial" panose="020B0604020202020204" pitchFamily="34" charset="0"/>
                <a:cs typeface="Arial" panose="020B0604020202020204" pitchFamily="34" charset="0"/>
              </a:rPr>
              <a:t>Estructura Matricial o Híbrida (Corporaciones Globales)</a:t>
            </a:r>
            <a:endParaRPr kumimoji="1" lang="zh-CN" altLang="en-US" sz="1400" b="1" i="0" u="none" strike="noStrike" kern="1200" cap="none" spc="0" normalizeH="0" baseline="0" noProof="0" dirty="0">
              <a:ln>
                <a:noFill/>
              </a:ln>
              <a:solidFill>
                <a:schemeClr val="accent2">
                  <a:lumMod val="75000"/>
                  <a:lumOff val="25000"/>
                </a:schemeClr>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标题 1">
            <a:extLst>
              <a:ext uri="{FF2B5EF4-FFF2-40B4-BE49-F238E27FC236}">
                <a16:creationId xmlns:a16="http://schemas.microsoft.com/office/drawing/2014/main" id="{F39E1048-A384-3898-0446-DA913D887080}"/>
              </a:ext>
            </a:extLst>
          </p:cNvPr>
          <p:cNvSpPr txBox="1"/>
          <p:nvPr/>
        </p:nvSpPr>
        <p:spPr>
          <a:xfrm>
            <a:off x="867323" y="2224774"/>
            <a:ext cx="3044470" cy="3764624"/>
          </a:xfrm>
          <a:prstGeom prst="rect">
            <a:avLst/>
          </a:prstGeom>
          <a:noFill/>
          <a:ln>
            <a:noFill/>
          </a:ln>
        </p:spPr>
        <p:txBody>
          <a:bodyPr vert="horz" wrap="square" lIns="0" tIns="0" rIns="0" bIns="0" rtlCol="0" anchor="t"/>
          <a:lstStyle/>
          <a:p>
            <a:r>
              <a:rPr lang="es-MX" sz="1400" dirty="0">
                <a:latin typeface="Arial" panose="020B0604020202020204" pitchFamily="34" charset="0"/>
                <a:cs typeface="Arial" panose="020B0604020202020204" pitchFamily="34" charset="0"/>
              </a:rPr>
              <a:t>Este es el modelo más complejo y flexible. Combina la </a:t>
            </a:r>
            <a:r>
              <a:rPr lang="es-MX" sz="1400" b="1" dirty="0">
                <a:latin typeface="Arial" panose="020B0604020202020204" pitchFamily="34" charset="0"/>
                <a:cs typeface="Arial" panose="020B0604020202020204" pitchFamily="34" charset="0"/>
              </a:rPr>
              <a:t>estructura funcional con la de proyectos</a:t>
            </a:r>
            <a:r>
              <a:rPr lang="es-MX" sz="1400" dirty="0">
                <a:latin typeface="Arial" panose="020B0604020202020204" pitchFamily="34" charset="0"/>
                <a:cs typeface="Arial" panose="020B0604020202020204" pitchFamily="34" charset="0"/>
              </a:rPr>
              <a:t>. Un empleado tiene un jefe funcional (ej. Gerente de Redes) y un jefe de proyecto o unidad de negocio.</a:t>
            </a:r>
          </a:p>
          <a:p>
            <a:endParaRPr lang="es-MX" sz="1400" dirty="0">
              <a:latin typeface="Arial" panose="020B0604020202020204" pitchFamily="34" charset="0"/>
              <a:cs typeface="Arial" panose="020B0604020202020204" pitchFamily="34" charset="0"/>
            </a:endParaRPr>
          </a:p>
          <a:p>
            <a:r>
              <a:rPr lang="es-MX" sz="1400" b="1" dirty="0">
                <a:latin typeface="Arial" panose="020B0604020202020204" pitchFamily="34" charset="0"/>
                <a:cs typeface="Arial" panose="020B0604020202020204" pitchFamily="34" charset="0"/>
              </a:rPr>
              <a:t>Ventajas:</a:t>
            </a:r>
            <a:endParaRPr lang="es-MX" sz="1400" dirty="0">
              <a:latin typeface="Arial" panose="020B0604020202020204" pitchFamily="34" charset="0"/>
              <a:cs typeface="Arial" panose="020B0604020202020204" pitchFamily="34" charset="0"/>
            </a:endParaRPr>
          </a:p>
          <a:p>
            <a:r>
              <a:rPr lang="es-MX" sz="1400" dirty="0">
                <a:latin typeface="Arial" panose="020B0604020202020204" pitchFamily="34" charset="0"/>
                <a:cs typeface="Arial" panose="020B0604020202020204" pitchFamily="34" charset="0"/>
              </a:rPr>
              <a:t>Muy flexible y adaptable.</a:t>
            </a:r>
          </a:p>
          <a:p>
            <a:r>
              <a:rPr lang="es-MX" sz="1400" dirty="0">
                <a:latin typeface="Arial" panose="020B0604020202020204" pitchFamily="34" charset="0"/>
                <a:cs typeface="Arial" panose="020B0604020202020204" pitchFamily="34" charset="0"/>
              </a:rPr>
              <a:t>Fomenta la colaboración y el uso eficiente de especialistas.</a:t>
            </a:r>
          </a:p>
          <a:p>
            <a:endParaRPr lang="es-MX" sz="1400" dirty="0">
              <a:latin typeface="Arial" panose="020B0604020202020204" pitchFamily="34" charset="0"/>
              <a:cs typeface="Arial" panose="020B0604020202020204" pitchFamily="34" charset="0"/>
            </a:endParaRPr>
          </a:p>
          <a:p>
            <a:r>
              <a:rPr lang="es-MX" sz="1400" b="1" dirty="0">
                <a:latin typeface="Arial" panose="020B0604020202020204" pitchFamily="34" charset="0"/>
                <a:cs typeface="Arial" panose="020B0604020202020204" pitchFamily="34" charset="0"/>
              </a:rPr>
              <a:t>Desventajas:</a:t>
            </a:r>
            <a:endParaRPr lang="es-MX" sz="1400" dirty="0">
              <a:latin typeface="Arial" panose="020B0604020202020204" pitchFamily="34" charset="0"/>
              <a:cs typeface="Arial" panose="020B0604020202020204" pitchFamily="34" charset="0"/>
            </a:endParaRPr>
          </a:p>
          <a:p>
            <a:r>
              <a:rPr lang="es-MX" sz="1400" dirty="0">
                <a:latin typeface="Arial" panose="020B0604020202020204" pitchFamily="34" charset="0"/>
                <a:cs typeface="Arial" panose="020B0604020202020204" pitchFamily="34" charset="0"/>
              </a:rPr>
              <a:t>Puede generar confusión al tener "dos jefes".</a:t>
            </a:r>
          </a:p>
          <a:p>
            <a:r>
              <a:rPr lang="es-MX" sz="1400" dirty="0">
                <a:latin typeface="Arial" panose="020B0604020202020204" pitchFamily="34" charset="0"/>
                <a:cs typeface="Arial" panose="020B0604020202020204" pitchFamily="34" charset="0"/>
              </a:rPr>
              <a:t>Requiere una comunicación excelente para funcionar.</a:t>
            </a:r>
          </a:p>
        </p:txBody>
      </p:sp>
      <p:sp>
        <p:nvSpPr>
          <p:cNvPr id="11" name="标题 1">
            <a:extLst>
              <a:ext uri="{FF2B5EF4-FFF2-40B4-BE49-F238E27FC236}">
                <a16:creationId xmlns:a16="http://schemas.microsoft.com/office/drawing/2014/main" id="{34202014-1832-C58E-B10D-372BEC7D4B8C}"/>
              </a:ext>
            </a:extLst>
          </p:cNvPr>
          <p:cNvSpPr txBox="1"/>
          <p:nvPr/>
        </p:nvSpPr>
        <p:spPr>
          <a:xfrm>
            <a:off x="1141450" y="339512"/>
            <a:ext cx="10682250" cy="468000"/>
          </a:xfrm>
          <a:prstGeom prst="rect">
            <a:avLst/>
          </a:prstGeom>
          <a:noFill/>
          <a:ln>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C" sz="3200" b="1" i="0" u="none" strike="noStrike" kern="1200" cap="none" spc="0" normalizeH="0" baseline="0" noProof="0" dirty="0">
                <a:ln>
                  <a:noFill/>
                </a:ln>
                <a:solidFill>
                  <a:srgbClr val="0499FE">
                    <a:lumMod val="75000"/>
                  </a:srgbClr>
                </a:solidFill>
                <a:effectLst/>
                <a:uLnTx/>
                <a:uFillTx/>
                <a:latin typeface="Arial" panose="020B0604020202020204" pitchFamily="34" charset="0"/>
                <a:ea typeface="+mn-ea"/>
                <a:cs typeface="Arial" panose="020B0604020202020204" pitchFamily="34" charset="0"/>
              </a:rPr>
              <a:t>Ejemplos de Estructuras Organizacionales</a:t>
            </a:r>
            <a:endParaRPr kumimoji="1" lang="zh-CN" altLang="en-US" sz="3200" b="1" i="0" u="none" strike="noStrike" kern="1200" cap="none" spc="0" normalizeH="0" baseline="0" noProof="0" dirty="0">
              <a:ln>
                <a:noFill/>
              </a:ln>
              <a:solidFill>
                <a:srgbClr val="0499FE">
                  <a:lumMod val="75000"/>
                </a:srgbClr>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2" name="标题 1">
            <a:extLst>
              <a:ext uri="{FF2B5EF4-FFF2-40B4-BE49-F238E27FC236}">
                <a16:creationId xmlns:a16="http://schemas.microsoft.com/office/drawing/2014/main" id="{34C9E057-0D42-DAF7-986A-1C3C17D0C465}"/>
              </a:ext>
            </a:extLst>
          </p:cNvPr>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3" name="标题 1">
            <a:extLst>
              <a:ext uri="{FF2B5EF4-FFF2-40B4-BE49-F238E27FC236}">
                <a16:creationId xmlns:a16="http://schemas.microsoft.com/office/drawing/2014/main" id="{48970642-2D93-658C-0489-0B57E815448B}"/>
              </a:ext>
            </a:extLst>
          </p:cNvPr>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9" name="CuadroTexto 18">
            <a:extLst>
              <a:ext uri="{FF2B5EF4-FFF2-40B4-BE49-F238E27FC236}">
                <a16:creationId xmlns:a16="http://schemas.microsoft.com/office/drawing/2014/main" id="{D167326C-597F-E1D7-8768-675FFBC06D21}"/>
              </a:ext>
            </a:extLst>
          </p:cNvPr>
          <p:cNvSpPr txBox="1"/>
          <p:nvPr/>
        </p:nvSpPr>
        <p:spPr>
          <a:xfrm>
            <a:off x="4561946" y="5024554"/>
            <a:ext cx="5427874" cy="1384995"/>
          </a:xfrm>
          <a:prstGeom prst="rect">
            <a:avLst/>
          </a:prstGeom>
          <a:noFill/>
        </p:spPr>
        <p:txBody>
          <a:bodyPr wrap="square">
            <a:spAutoFit/>
          </a:bodyPr>
          <a:lstStyle/>
          <a:p>
            <a:r>
              <a:rPr lang="es-MX" sz="1400" b="1" dirty="0"/>
              <a:t>Ejemplo de cómo funciona:</a:t>
            </a:r>
            <a:endParaRPr lang="es-MX" sz="1400" dirty="0"/>
          </a:p>
          <a:p>
            <a:r>
              <a:rPr lang="es-MX" sz="1400" dirty="0"/>
              <a:t>Un </a:t>
            </a:r>
            <a:r>
              <a:rPr lang="es-MX" sz="1400" b="1" dirty="0"/>
              <a:t>especialista en ciberseguridad</a:t>
            </a:r>
            <a:r>
              <a:rPr lang="es-MX" sz="1400" dirty="0"/>
              <a:t> (que reporta al Gerente de Seguridad Funcional) es asignado temporalmente al equipo del "Líder de TI para Banca en Línea" para trabajar en el lanzamiento de una nueva app segura. Una vez terminado, vuelve a su pool de especialistas para ser asignado a otro proyecto.</a:t>
            </a:r>
          </a:p>
        </p:txBody>
      </p:sp>
      <p:sp>
        <p:nvSpPr>
          <p:cNvPr id="20" name="标题 1">
            <a:extLst>
              <a:ext uri="{FF2B5EF4-FFF2-40B4-BE49-F238E27FC236}">
                <a16:creationId xmlns:a16="http://schemas.microsoft.com/office/drawing/2014/main" id="{FBDC9D39-5B85-31C6-9CB3-95A438639F13}"/>
              </a:ext>
            </a:extLst>
          </p:cNvPr>
          <p:cNvSpPr txBox="1"/>
          <p:nvPr/>
        </p:nvSpPr>
        <p:spPr>
          <a:xfrm>
            <a:off x="5718810" y="1044144"/>
            <a:ext cx="3516630" cy="518678"/>
          </a:xfrm>
          <a:prstGeom prst="rect">
            <a:avLst/>
          </a:prstGeom>
          <a:noFill/>
          <a:ln>
            <a:noFill/>
          </a:ln>
        </p:spPr>
        <p:txBody>
          <a:bodyPr vert="horz"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C"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Organigrama Típico en pequeñas y medianas empresas :</a:t>
            </a:r>
            <a:endParaRPr kumimoji="1"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pic>
        <p:nvPicPr>
          <p:cNvPr id="4" name="Imagen 3">
            <a:extLst>
              <a:ext uri="{FF2B5EF4-FFF2-40B4-BE49-F238E27FC236}">
                <a16:creationId xmlns:a16="http://schemas.microsoft.com/office/drawing/2014/main" id="{5A29C94C-258B-2B32-2754-57B411168E4E}"/>
              </a:ext>
            </a:extLst>
          </p:cNvPr>
          <p:cNvPicPr>
            <a:picLocks noChangeAspect="1"/>
          </p:cNvPicPr>
          <p:nvPr/>
        </p:nvPicPr>
        <p:blipFill>
          <a:blip r:embed="rId3"/>
          <a:stretch>
            <a:fillRect/>
          </a:stretch>
        </p:blipFill>
        <p:spPr>
          <a:xfrm>
            <a:off x="5205095" y="1799454"/>
            <a:ext cx="4544059" cy="2896004"/>
          </a:xfrm>
          <a:prstGeom prst="rect">
            <a:avLst/>
          </a:prstGeom>
        </p:spPr>
      </p:pic>
    </p:spTree>
    <p:extLst>
      <p:ext uri="{BB962C8B-B14F-4D97-AF65-F5344CB8AC3E}">
        <p14:creationId xmlns:p14="http://schemas.microsoft.com/office/powerpoint/2010/main" val="1886795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7C6B69F-FADB-1DBC-0A1E-5507836783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4" name="标题 1"/>
          <p:cNvSpPr txBox="1"/>
          <p:nvPr/>
        </p:nvSpPr>
        <p:spPr>
          <a:xfrm>
            <a:off x="6494153" y="3141112"/>
            <a:ext cx="5035631" cy="1514261"/>
          </a:xfrm>
          <a:prstGeom prst="rect">
            <a:avLst/>
          </a:prstGeom>
          <a:noFill/>
          <a:ln>
            <a:noFill/>
          </a:ln>
        </p:spPr>
        <p:txBody>
          <a:bodyPr vert="horz" wrap="square" lIns="91440" tIns="45720" rIns="91440" bIns="45720" rtlCol="0" anchor="ctr"/>
          <a:lstStyle/>
          <a:p>
            <a:pPr algn="ctr"/>
            <a:r>
              <a:rPr kumimoji="1" lang="en-US" altLang="zh-CN" sz="2800">
                <a:ln w="12700">
                  <a:noFill/>
                </a:ln>
                <a:solidFill>
                  <a:srgbClr val="0B144C">
                    <a:alpha val="100000"/>
                  </a:srgbClr>
                </a:solidFill>
                <a:latin typeface="poppins-bold"/>
                <a:ea typeface="poppins-bold"/>
                <a:cs typeface="poppins-bold"/>
              </a:rPr>
              <a:t>Consideraciones Finales</a:t>
            </a:r>
            <a:endParaRPr kumimoji="1" lang="zh-CN" altLang="en-US"/>
          </a:p>
        </p:txBody>
      </p:sp>
      <p:sp>
        <p:nvSpPr>
          <p:cNvPr id="5" name="标题 1"/>
          <p:cNvSpPr txBox="1"/>
          <p:nvPr/>
        </p:nvSpPr>
        <p:spPr>
          <a:xfrm flipH="1">
            <a:off x="8497442" y="1885712"/>
            <a:ext cx="1029054" cy="1029054"/>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7783533" y="1094255"/>
            <a:ext cx="2456872" cy="1667352"/>
          </a:xfrm>
          <a:prstGeom prst="rect">
            <a:avLst/>
          </a:prstGeom>
          <a:noFill/>
          <a:ln>
            <a:noFill/>
          </a:ln>
        </p:spPr>
        <p:txBody>
          <a:bodyPr vert="horz" wrap="square" lIns="0" tIns="0" rIns="0" bIns="0" rtlCol="0" anchor="b"/>
          <a:lstStyle/>
          <a:p>
            <a:pPr algn="ctr"/>
            <a:r>
              <a:rPr kumimoji="1" lang="en-US" altLang="zh-CN" sz="4600">
                <a:ln w="12700">
                  <a:noFill/>
                </a:ln>
                <a:solidFill>
                  <a:srgbClr val="FFFFFF">
                    <a:alpha val="100000"/>
                  </a:srgbClr>
                </a:solidFill>
                <a:latin typeface="poppins-bold"/>
                <a:ea typeface="poppins-bold"/>
                <a:cs typeface="poppins-bold"/>
              </a:rPr>
              <a:t> 04</a:t>
            </a:r>
            <a:endParaRPr kumimoji="1" lang="zh-CN" altLang="en-US"/>
          </a:p>
        </p:txBody>
      </p:sp>
      <p:grpSp>
        <p:nvGrpSpPr>
          <p:cNvPr id="8" name="Grupo 7"/>
          <p:cNvGrpSpPr/>
          <p:nvPr/>
        </p:nvGrpSpPr>
        <p:grpSpPr>
          <a:xfrm>
            <a:off x="9525551" y="6308908"/>
            <a:ext cx="2106697" cy="246048"/>
            <a:chOff x="9525551" y="6308908"/>
            <a:chExt cx="2106697" cy="246048"/>
          </a:xfrm>
        </p:grpSpPr>
        <p:sp>
          <p:nvSpPr>
            <p:cNvPr id="9" name="标题 1"/>
            <p:cNvSpPr txBox="1"/>
            <p:nvPr/>
          </p:nvSpPr>
          <p:spPr>
            <a:xfrm rot="5400000">
              <a:off x="9508583"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rot="5400000">
              <a:off x="9779237" y="6325877"/>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5400000">
              <a:off x="11403172"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5400000">
              <a:off x="10320548"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5400000">
              <a:off x="10049894"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5400000">
              <a:off x="10591205"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rot="5400000">
              <a:off x="10861862"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rot="5400000">
              <a:off x="11132516"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grpSp>
        <p:nvGrpSpPr>
          <p:cNvPr id="17" name="Grupo 16"/>
          <p:cNvGrpSpPr/>
          <p:nvPr/>
        </p:nvGrpSpPr>
        <p:grpSpPr>
          <a:xfrm>
            <a:off x="365877" y="5557873"/>
            <a:ext cx="1412831" cy="591671"/>
            <a:chOff x="365877" y="5557873"/>
            <a:chExt cx="1412831" cy="591671"/>
          </a:xfrm>
        </p:grpSpPr>
        <p:sp>
          <p:nvSpPr>
            <p:cNvPr id="18" name="标题 1"/>
            <p:cNvSpPr txBox="1"/>
            <p:nvPr/>
          </p:nvSpPr>
          <p:spPr>
            <a:xfrm flipH="1">
              <a:off x="1335007" y="5588307"/>
              <a:ext cx="443701" cy="514550"/>
            </a:xfrm>
            <a:custGeom>
              <a:avLst/>
              <a:gdLst>
                <a:gd name="T0" fmla="*/ 330 w 440"/>
                <a:gd name="T1" fmla="*/ 215 h 511"/>
                <a:gd name="T2" fmla="*/ 269 w 440"/>
                <a:gd name="T3" fmla="*/ 209 h 511"/>
                <a:gd name="T4" fmla="*/ 207 w 440"/>
                <a:gd name="T5" fmla="*/ 144 h 511"/>
                <a:gd name="T6" fmla="*/ 160 w 440"/>
                <a:gd name="T7" fmla="*/ 183 h 511"/>
                <a:gd name="T8" fmla="*/ 71 w 440"/>
                <a:gd name="T9" fmla="*/ 181 h 511"/>
                <a:gd name="T10" fmla="*/ 65 w 440"/>
                <a:gd name="T11" fmla="*/ 242 h 511"/>
                <a:gd name="T12" fmla="*/ 0 w 440"/>
                <a:gd name="T13" fmla="*/ 304 h 511"/>
                <a:gd name="T14" fmla="*/ 39 w 440"/>
                <a:gd name="T15" fmla="*/ 351 h 511"/>
                <a:gd name="T16" fmla="*/ 37 w 440"/>
                <a:gd name="T17" fmla="*/ 440 h 511"/>
                <a:gd name="T18" fmla="*/ 98 w 440"/>
                <a:gd name="T19" fmla="*/ 446 h 511"/>
                <a:gd name="T20" fmla="*/ 160 w 440"/>
                <a:gd name="T21" fmla="*/ 511 h 511"/>
                <a:gd name="T22" fmla="*/ 207 w 440"/>
                <a:gd name="T23" fmla="*/ 472 h 511"/>
                <a:gd name="T24" fmla="*/ 296 w 440"/>
                <a:gd name="T25" fmla="*/ 474 h 511"/>
                <a:gd name="T26" fmla="*/ 302 w 440"/>
                <a:gd name="T27" fmla="*/ 413 h 511"/>
                <a:gd name="T28" fmla="*/ 367 w 440"/>
                <a:gd name="T29" fmla="*/ 351 h 511"/>
                <a:gd name="T30" fmla="*/ 328 w 440"/>
                <a:gd name="T31" fmla="*/ 304 h 511"/>
                <a:gd name="T32" fmla="*/ 184 w 440"/>
                <a:gd name="T33" fmla="*/ 412 h 511"/>
                <a:gd name="T34" fmla="*/ 184 w 440"/>
                <a:gd name="T35" fmla="*/ 243 h 511"/>
                <a:gd name="T36" fmla="*/ 184 w 440"/>
                <a:gd name="T37" fmla="*/ 412 h 511"/>
                <a:gd name="T38" fmla="*/ 440 w 440"/>
                <a:gd name="T39" fmla="*/ 77 h 511"/>
                <a:gd name="T40" fmla="*/ 415 w 440"/>
                <a:gd name="T41" fmla="*/ 47 h 511"/>
                <a:gd name="T42" fmla="*/ 402 w 440"/>
                <a:gd name="T43" fmla="*/ 16 h 511"/>
                <a:gd name="T44" fmla="*/ 363 w 440"/>
                <a:gd name="T45" fmla="*/ 13 h 511"/>
                <a:gd name="T46" fmla="*/ 332 w 440"/>
                <a:gd name="T47" fmla="*/ 0 h 511"/>
                <a:gd name="T48" fmla="*/ 302 w 440"/>
                <a:gd name="T49" fmla="*/ 25 h 511"/>
                <a:gd name="T50" fmla="*/ 271 w 440"/>
                <a:gd name="T51" fmla="*/ 38 h 511"/>
                <a:gd name="T52" fmla="*/ 268 w 440"/>
                <a:gd name="T53" fmla="*/ 77 h 511"/>
                <a:gd name="T54" fmla="*/ 255 w 440"/>
                <a:gd name="T55" fmla="*/ 108 h 511"/>
                <a:gd name="T56" fmla="*/ 280 w 440"/>
                <a:gd name="T57" fmla="*/ 138 h 511"/>
                <a:gd name="T58" fmla="*/ 293 w 440"/>
                <a:gd name="T59" fmla="*/ 169 h 511"/>
                <a:gd name="T60" fmla="*/ 332 w 440"/>
                <a:gd name="T61" fmla="*/ 172 h 511"/>
                <a:gd name="T62" fmla="*/ 363 w 440"/>
                <a:gd name="T63" fmla="*/ 185 h 511"/>
                <a:gd name="T64" fmla="*/ 393 w 440"/>
                <a:gd name="T65" fmla="*/ 160 h 511"/>
                <a:gd name="T66" fmla="*/ 424 w 440"/>
                <a:gd name="T67" fmla="*/ 147 h 511"/>
                <a:gd name="T68" fmla="*/ 427 w 440"/>
                <a:gd name="T69" fmla="*/ 108 h 511"/>
                <a:gd name="T70" fmla="*/ 440 w 440"/>
                <a:gd name="T71" fmla="*/ 108 h 511"/>
                <a:gd name="T72" fmla="*/ 298 w 440"/>
                <a:gd name="T73" fmla="*/ 92 h 511"/>
                <a:gd name="T74" fmla="*/ 398 w 440"/>
                <a:gd name="T75" fmla="*/ 92 h 511"/>
              </a:gdLst>
              <a:ahLst/>
              <a:cxnLst/>
              <a:rect l="0" t="0" r="r" b="b"/>
              <a:pathLst>
                <a:path w="440" h="511">
                  <a:moveTo>
                    <a:pt x="302" y="242"/>
                  </a:moveTo>
                  <a:lnTo>
                    <a:pt x="330" y="215"/>
                  </a:lnTo>
                  <a:lnTo>
                    <a:pt x="296" y="181"/>
                  </a:lnTo>
                  <a:lnTo>
                    <a:pt x="269" y="209"/>
                  </a:lnTo>
                  <a:cubicBezTo>
                    <a:pt x="251" y="196"/>
                    <a:pt x="230" y="187"/>
                    <a:pt x="207" y="183"/>
                  </a:cubicBezTo>
                  <a:lnTo>
                    <a:pt x="207" y="144"/>
                  </a:lnTo>
                  <a:lnTo>
                    <a:pt x="160" y="144"/>
                  </a:lnTo>
                  <a:lnTo>
                    <a:pt x="160" y="183"/>
                  </a:lnTo>
                  <a:cubicBezTo>
                    <a:pt x="137" y="187"/>
                    <a:pt x="116" y="196"/>
                    <a:pt x="98" y="209"/>
                  </a:cubicBezTo>
                  <a:lnTo>
                    <a:pt x="71" y="181"/>
                  </a:lnTo>
                  <a:lnTo>
                    <a:pt x="37" y="215"/>
                  </a:lnTo>
                  <a:lnTo>
                    <a:pt x="65" y="242"/>
                  </a:lnTo>
                  <a:cubicBezTo>
                    <a:pt x="52" y="260"/>
                    <a:pt x="43" y="281"/>
                    <a:pt x="39" y="304"/>
                  </a:cubicBezTo>
                  <a:lnTo>
                    <a:pt x="0" y="304"/>
                  </a:lnTo>
                  <a:lnTo>
                    <a:pt x="0" y="351"/>
                  </a:lnTo>
                  <a:lnTo>
                    <a:pt x="39" y="351"/>
                  </a:lnTo>
                  <a:cubicBezTo>
                    <a:pt x="43" y="374"/>
                    <a:pt x="52" y="395"/>
                    <a:pt x="65" y="413"/>
                  </a:cubicBezTo>
                  <a:lnTo>
                    <a:pt x="37" y="440"/>
                  </a:lnTo>
                  <a:lnTo>
                    <a:pt x="71" y="474"/>
                  </a:lnTo>
                  <a:lnTo>
                    <a:pt x="98" y="446"/>
                  </a:lnTo>
                  <a:cubicBezTo>
                    <a:pt x="116" y="459"/>
                    <a:pt x="137" y="468"/>
                    <a:pt x="160" y="472"/>
                  </a:cubicBezTo>
                  <a:lnTo>
                    <a:pt x="160" y="511"/>
                  </a:lnTo>
                  <a:lnTo>
                    <a:pt x="207" y="511"/>
                  </a:lnTo>
                  <a:lnTo>
                    <a:pt x="207" y="472"/>
                  </a:lnTo>
                  <a:cubicBezTo>
                    <a:pt x="230" y="468"/>
                    <a:pt x="251" y="459"/>
                    <a:pt x="269" y="446"/>
                  </a:cubicBezTo>
                  <a:lnTo>
                    <a:pt x="296" y="474"/>
                  </a:lnTo>
                  <a:lnTo>
                    <a:pt x="330" y="440"/>
                  </a:lnTo>
                  <a:lnTo>
                    <a:pt x="302" y="413"/>
                  </a:lnTo>
                  <a:cubicBezTo>
                    <a:pt x="316" y="395"/>
                    <a:pt x="325" y="374"/>
                    <a:pt x="328" y="351"/>
                  </a:cubicBezTo>
                  <a:lnTo>
                    <a:pt x="367" y="351"/>
                  </a:lnTo>
                  <a:lnTo>
                    <a:pt x="367" y="304"/>
                  </a:lnTo>
                  <a:lnTo>
                    <a:pt x="328" y="304"/>
                  </a:lnTo>
                  <a:cubicBezTo>
                    <a:pt x="325" y="281"/>
                    <a:pt x="316" y="260"/>
                    <a:pt x="302" y="242"/>
                  </a:cubicBezTo>
                  <a:close/>
                  <a:moveTo>
                    <a:pt x="184" y="412"/>
                  </a:moveTo>
                  <a:cubicBezTo>
                    <a:pt x="137" y="412"/>
                    <a:pt x="99" y="374"/>
                    <a:pt x="99" y="327"/>
                  </a:cubicBezTo>
                  <a:cubicBezTo>
                    <a:pt x="99" y="281"/>
                    <a:pt x="137" y="243"/>
                    <a:pt x="184" y="243"/>
                  </a:cubicBezTo>
                  <a:cubicBezTo>
                    <a:pt x="230" y="243"/>
                    <a:pt x="268" y="281"/>
                    <a:pt x="268" y="327"/>
                  </a:cubicBezTo>
                  <a:cubicBezTo>
                    <a:pt x="268" y="374"/>
                    <a:pt x="230" y="412"/>
                    <a:pt x="184" y="412"/>
                  </a:cubicBezTo>
                  <a:close/>
                  <a:moveTo>
                    <a:pt x="440" y="108"/>
                  </a:moveTo>
                  <a:lnTo>
                    <a:pt x="440" y="77"/>
                  </a:lnTo>
                  <a:lnTo>
                    <a:pt x="427" y="77"/>
                  </a:lnTo>
                  <a:cubicBezTo>
                    <a:pt x="425" y="66"/>
                    <a:pt x="421" y="56"/>
                    <a:pt x="415" y="47"/>
                  </a:cubicBezTo>
                  <a:lnTo>
                    <a:pt x="424" y="38"/>
                  </a:lnTo>
                  <a:lnTo>
                    <a:pt x="402" y="16"/>
                  </a:lnTo>
                  <a:lnTo>
                    <a:pt x="393" y="25"/>
                  </a:lnTo>
                  <a:cubicBezTo>
                    <a:pt x="384" y="19"/>
                    <a:pt x="374" y="15"/>
                    <a:pt x="363" y="13"/>
                  </a:cubicBezTo>
                  <a:lnTo>
                    <a:pt x="363" y="0"/>
                  </a:lnTo>
                  <a:lnTo>
                    <a:pt x="332" y="0"/>
                  </a:lnTo>
                  <a:lnTo>
                    <a:pt x="332" y="13"/>
                  </a:lnTo>
                  <a:cubicBezTo>
                    <a:pt x="321" y="15"/>
                    <a:pt x="311" y="19"/>
                    <a:pt x="302" y="25"/>
                  </a:cubicBezTo>
                  <a:lnTo>
                    <a:pt x="293" y="16"/>
                  </a:lnTo>
                  <a:lnTo>
                    <a:pt x="271" y="38"/>
                  </a:lnTo>
                  <a:lnTo>
                    <a:pt x="280" y="47"/>
                  </a:lnTo>
                  <a:cubicBezTo>
                    <a:pt x="274" y="56"/>
                    <a:pt x="270" y="66"/>
                    <a:pt x="268" y="77"/>
                  </a:cubicBezTo>
                  <a:lnTo>
                    <a:pt x="255" y="77"/>
                  </a:lnTo>
                  <a:lnTo>
                    <a:pt x="255" y="108"/>
                  </a:lnTo>
                  <a:lnTo>
                    <a:pt x="268" y="108"/>
                  </a:lnTo>
                  <a:cubicBezTo>
                    <a:pt x="270" y="119"/>
                    <a:pt x="274" y="129"/>
                    <a:pt x="280" y="138"/>
                  </a:cubicBezTo>
                  <a:lnTo>
                    <a:pt x="271" y="147"/>
                  </a:lnTo>
                  <a:lnTo>
                    <a:pt x="293" y="169"/>
                  </a:lnTo>
                  <a:lnTo>
                    <a:pt x="302" y="160"/>
                  </a:lnTo>
                  <a:cubicBezTo>
                    <a:pt x="311" y="166"/>
                    <a:pt x="321" y="170"/>
                    <a:pt x="332" y="172"/>
                  </a:cubicBezTo>
                  <a:lnTo>
                    <a:pt x="332" y="185"/>
                  </a:lnTo>
                  <a:lnTo>
                    <a:pt x="363" y="185"/>
                  </a:lnTo>
                  <a:lnTo>
                    <a:pt x="363" y="172"/>
                  </a:lnTo>
                  <a:cubicBezTo>
                    <a:pt x="374" y="170"/>
                    <a:pt x="384" y="166"/>
                    <a:pt x="393" y="160"/>
                  </a:cubicBezTo>
                  <a:lnTo>
                    <a:pt x="402" y="169"/>
                  </a:lnTo>
                  <a:lnTo>
                    <a:pt x="424" y="147"/>
                  </a:lnTo>
                  <a:lnTo>
                    <a:pt x="415" y="138"/>
                  </a:lnTo>
                  <a:cubicBezTo>
                    <a:pt x="421" y="129"/>
                    <a:pt x="425" y="119"/>
                    <a:pt x="427" y="108"/>
                  </a:cubicBezTo>
                  <a:lnTo>
                    <a:pt x="440" y="108"/>
                  </a:lnTo>
                  <a:lnTo>
                    <a:pt x="440" y="108"/>
                  </a:lnTo>
                  <a:close/>
                  <a:moveTo>
                    <a:pt x="348" y="142"/>
                  </a:moveTo>
                  <a:cubicBezTo>
                    <a:pt x="320" y="142"/>
                    <a:pt x="298" y="120"/>
                    <a:pt x="298" y="92"/>
                  </a:cubicBezTo>
                  <a:cubicBezTo>
                    <a:pt x="298" y="65"/>
                    <a:pt x="320" y="43"/>
                    <a:pt x="348" y="43"/>
                  </a:cubicBezTo>
                  <a:cubicBezTo>
                    <a:pt x="375" y="43"/>
                    <a:pt x="398" y="65"/>
                    <a:pt x="398" y="92"/>
                  </a:cubicBezTo>
                  <a:cubicBezTo>
                    <a:pt x="398" y="120"/>
                    <a:pt x="375" y="142"/>
                    <a:pt x="348" y="142"/>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365877" y="5634994"/>
              <a:ext cx="515382" cy="514550"/>
            </a:xfrm>
            <a:custGeom>
              <a:avLst/>
              <a:gdLst>
                <a:gd name="connsiteX0" fmla="*/ 296083 w 593121"/>
                <a:gd name="connsiteY0" fmla="*/ 178541 h 592165"/>
                <a:gd name="connsiteX1" fmla="*/ 413306 w 593121"/>
                <a:gd name="connsiteY1" fmla="*/ 295605 h 592165"/>
                <a:gd name="connsiteX2" fmla="*/ 296083 w 593121"/>
                <a:gd name="connsiteY2" fmla="*/ 412669 h 592165"/>
                <a:gd name="connsiteX3" fmla="*/ 178860 w 593121"/>
                <a:gd name="connsiteY3" fmla="*/ 295605 h 592165"/>
                <a:gd name="connsiteX4" fmla="*/ 296083 w 593121"/>
                <a:gd name="connsiteY4" fmla="*/ 178541 h 592165"/>
                <a:gd name="connsiteX5" fmla="*/ 296064 w 593121"/>
                <a:gd name="connsiteY5" fmla="*/ 146801 h 592165"/>
                <a:gd name="connsiteX6" fmla="*/ 147038 w 593121"/>
                <a:gd name="connsiteY6" fmla="*/ 295587 h 592165"/>
                <a:gd name="connsiteX7" fmla="*/ 296064 w 593121"/>
                <a:gd name="connsiteY7" fmla="*/ 445364 h 592165"/>
                <a:gd name="connsiteX8" fmla="*/ 446083 w 593121"/>
                <a:gd name="connsiteY8" fmla="*/ 295587 h 592165"/>
                <a:gd name="connsiteX9" fmla="*/ 296064 w 593121"/>
                <a:gd name="connsiteY9" fmla="*/ 146801 h 592165"/>
                <a:gd name="connsiteX10" fmla="*/ 266259 w 593121"/>
                <a:gd name="connsiteY10" fmla="*/ 0 h 592165"/>
                <a:gd name="connsiteX11" fmla="*/ 325869 w 593121"/>
                <a:gd name="connsiteY11" fmla="*/ 0 h 592165"/>
                <a:gd name="connsiteX12" fmla="*/ 341765 w 593121"/>
                <a:gd name="connsiteY12" fmla="*/ 27773 h 592165"/>
                <a:gd name="connsiteX13" fmla="*/ 346732 w 593121"/>
                <a:gd name="connsiteY13" fmla="*/ 84312 h 592165"/>
                <a:gd name="connsiteX14" fmla="*/ 411310 w 593121"/>
                <a:gd name="connsiteY14" fmla="*/ 110101 h 592165"/>
                <a:gd name="connsiteX15" fmla="*/ 454031 w 593121"/>
                <a:gd name="connsiteY15" fmla="*/ 74393 h 592165"/>
                <a:gd name="connsiteX16" fmla="*/ 484829 w 593121"/>
                <a:gd name="connsiteY16" fmla="*/ 65466 h 592165"/>
                <a:gd name="connsiteX17" fmla="*/ 526556 w 593121"/>
                <a:gd name="connsiteY17" fmla="*/ 108117 h 592165"/>
                <a:gd name="connsiteX18" fmla="*/ 518608 w 593121"/>
                <a:gd name="connsiteY18" fmla="*/ 138866 h 592165"/>
                <a:gd name="connsiteX19" fmla="*/ 481849 w 593121"/>
                <a:gd name="connsiteY19" fmla="*/ 181518 h 592165"/>
                <a:gd name="connsiteX20" fmla="*/ 508673 w 593121"/>
                <a:gd name="connsiteY20" fmla="*/ 245992 h 592165"/>
                <a:gd name="connsiteX21" fmla="*/ 565303 w 593121"/>
                <a:gd name="connsiteY21" fmla="*/ 249959 h 592165"/>
                <a:gd name="connsiteX22" fmla="*/ 593121 w 593121"/>
                <a:gd name="connsiteY22" fmla="*/ 265830 h 592165"/>
                <a:gd name="connsiteX23" fmla="*/ 593121 w 593121"/>
                <a:gd name="connsiteY23" fmla="*/ 325344 h 592165"/>
                <a:gd name="connsiteX24" fmla="*/ 565303 w 593121"/>
                <a:gd name="connsiteY24" fmla="*/ 341214 h 592165"/>
                <a:gd name="connsiteX25" fmla="*/ 508673 w 593121"/>
                <a:gd name="connsiteY25" fmla="*/ 346174 h 592165"/>
                <a:gd name="connsiteX26" fmla="*/ 481849 w 593121"/>
                <a:gd name="connsiteY26" fmla="*/ 410647 h 592165"/>
                <a:gd name="connsiteX27" fmla="*/ 518608 w 593121"/>
                <a:gd name="connsiteY27" fmla="*/ 453299 h 592165"/>
                <a:gd name="connsiteX28" fmla="*/ 526556 w 593121"/>
                <a:gd name="connsiteY28" fmla="*/ 484048 h 592165"/>
                <a:gd name="connsiteX29" fmla="*/ 484829 w 593121"/>
                <a:gd name="connsiteY29" fmla="*/ 525708 h 592165"/>
                <a:gd name="connsiteX30" fmla="*/ 454031 w 593121"/>
                <a:gd name="connsiteY30" fmla="*/ 517772 h 592165"/>
                <a:gd name="connsiteX31" fmla="*/ 411310 w 593121"/>
                <a:gd name="connsiteY31" fmla="*/ 481072 h 592165"/>
                <a:gd name="connsiteX32" fmla="*/ 346732 w 593121"/>
                <a:gd name="connsiteY32" fmla="*/ 507853 h 592165"/>
                <a:gd name="connsiteX33" fmla="*/ 341765 w 593121"/>
                <a:gd name="connsiteY33" fmla="*/ 564392 h 592165"/>
                <a:gd name="connsiteX34" fmla="*/ 325869 w 593121"/>
                <a:gd name="connsiteY34" fmla="*/ 592165 h 592165"/>
                <a:gd name="connsiteX35" fmla="*/ 266259 w 593121"/>
                <a:gd name="connsiteY35" fmla="*/ 592165 h 592165"/>
                <a:gd name="connsiteX36" fmla="*/ 250363 w 593121"/>
                <a:gd name="connsiteY36" fmla="*/ 564392 h 592165"/>
                <a:gd name="connsiteX37" fmla="*/ 246389 w 593121"/>
                <a:gd name="connsiteY37" fmla="*/ 507853 h 592165"/>
                <a:gd name="connsiteX38" fmla="*/ 181811 w 593121"/>
                <a:gd name="connsiteY38" fmla="*/ 481072 h 592165"/>
                <a:gd name="connsiteX39" fmla="*/ 139090 w 593121"/>
                <a:gd name="connsiteY39" fmla="*/ 517772 h 592165"/>
                <a:gd name="connsiteX40" fmla="*/ 108292 w 593121"/>
                <a:gd name="connsiteY40" fmla="*/ 525708 h 592165"/>
                <a:gd name="connsiteX41" fmla="*/ 65571 w 593121"/>
                <a:gd name="connsiteY41" fmla="*/ 484048 h 592165"/>
                <a:gd name="connsiteX42" fmla="*/ 74513 w 593121"/>
                <a:gd name="connsiteY42" fmla="*/ 453299 h 592165"/>
                <a:gd name="connsiteX43" fmla="*/ 110279 w 593121"/>
                <a:gd name="connsiteY43" fmla="*/ 410647 h 592165"/>
                <a:gd name="connsiteX44" fmla="*/ 84448 w 593121"/>
                <a:gd name="connsiteY44" fmla="*/ 346174 h 592165"/>
                <a:gd name="connsiteX45" fmla="*/ 27818 w 593121"/>
                <a:gd name="connsiteY45" fmla="*/ 341214 h 592165"/>
                <a:gd name="connsiteX46" fmla="*/ 0 w 593121"/>
                <a:gd name="connsiteY46" fmla="*/ 325344 h 592165"/>
                <a:gd name="connsiteX47" fmla="*/ 0 w 593121"/>
                <a:gd name="connsiteY47" fmla="*/ 265830 h 592165"/>
                <a:gd name="connsiteX48" fmla="*/ 27818 w 593121"/>
                <a:gd name="connsiteY48" fmla="*/ 249959 h 592165"/>
                <a:gd name="connsiteX49" fmla="*/ 84448 w 593121"/>
                <a:gd name="connsiteY49" fmla="*/ 245992 h 592165"/>
                <a:gd name="connsiteX50" fmla="*/ 110279 w 593121"/>
                <a:gd name="connsiteY50" fmla="*/ 181518 h 592165"/>
                <a:gd name="connsiteX51" fmla="*/ 74513 w 593121"/>
                <a:gd name="connsiteY51" fmla="*/ 138866 h 592165"/>
                <a:gd name="connsiteX52" fmla="*/ 65571 w 593121"/>
                <a:gd name="connsiteY52" fmla="*/ 108117 h 592165"/>
                <a:gd name="connsiteX53" fmla="*/ 108292 w 593121"/>
                <a:gd name="connsiteY53" fmla="*/ 65466 h 592165"/>
                <a:gd name="connsiteX54" fmla="*/ 139090 w 593121"/>
                <a:gd name="connsiteY54" fmla="*/ 74393 h 592165"/>
                <a:gd name="connsiteX55" fmla="*/ 181811 w 593121"/>
                <a:gd name="connsiteY55" fmla="*/ 110101 h 592165"/>
                <a:gd name="connsiteX56" fmla="*/ 246389 w 593121"/>
                <a:gd name="connsiteY56" fmla="*/ 84312 h 592165"/>
                <a:gd name="connsiteX57" fmla="*/ 250363 w 593121"/>
                <a:gd name="connsiteY57" fmla="*/ 27773 h 592165"/>
                <a:gd name="connsiteX58" fmla="*/ 266259 w 593121"/>
                <a:gd name="connsiteY58" fmla="*/ 0 h 592165"/>
              </a:gdLst>
              <a:ahLst/>
              <a:cxnLst/>
              <a:rect l="l" t="t" r="r" b="b"/>
              <a:pathLst>
                <a:path w="593121" h="592165">
                  <a:moveTo>
                    <a:pt x="296083" y="178541"/>
                  </a:moveTo>
                  <a:cubicBezTo>
                    <a:pt x="360823" y="178541"/>
                    <a:pt x="413306" y="230952"/>
                    <a:pt x="413306" y="295605"/>
                  </a:cubicBezTo>
                  <a:cubicBezTo>
                    <a:pt x="413306" y="360258"/>
                    <a:pt x="360823" y="412669"/>
                    <a:pt x="296083" y="412669"/>
                  </a:cubicBezTo>
                  <a:cubicBezTo>
                    <a:pt x="231343" y="412669"/>
                    <a:pt x="178860" y="360258"/>
                    <a:pt x="178860" y="295605"/>
                  </a:cubicBezTo>
                  <a:cubicBezTo>
                    <a:pt x="178860" y="230952"/>
                    <a:pt x="231343" y="178541"/>
                    <a:pt x="296083" y="178541"/>
                  </a:cubicBezTo>
                  <a:close/>
                  <a:moveTo>
                    <a:pt x="296064" y="146801"/>
                  </a:moveTo>
                  <a:cubicBezTo>
                    <a:pt x="213603" y="146801"/>
                    <a:pt x="147038" y="213259"/>
                    <a:pt x="147038" y="295587"/>
                  </a:cubicBezTo>
                  <a:cubicBezTo>
                    <a:pt x="147038" y="377914"/>
                    <a:pt x="213603" y="445364"/>
                    <a:pt x="296064" y="445364"/>
                  </a:cubicBezTo>
                  <a:cubicBezTo>
                    <a:pt x="378525" y="445364"/>
                    <a:pt x="446083" y="377914"/>
                    <a:pt x="446083" y="295587"/>
                  </a:cubicBezTo>
                  <a:cubicBezTo>
                    <a:pt x="446083" y="213259"/>
                    <a:pt x="378525" y="146801"/>
                    <a:pt x="296064" y="146801"/>
                  </a:cubicBezTo>
                  <a:close/>
                  <a:moveTo>
                    <a:pt x="266259" y="0"/>
                  </a:moveTo>
                  <a:lnTo>
                    <a:pt x="325869" y="0"/>
                  </a:lnTo>
                  <a:cubicBezTo>
                    <a:pt x="334810" y="0"/>
                    <a:pt x="341765" y="12895"/>
                    <a:pt x="341765" y="27773"/>
                  </a:cubicBezTo>
                  <a:lnTo>
                    <a:pt x="346732" y="84312"/>
                  </a:lnTo>
                  <a:cubicBezTo>
                    <a:pt x="369583" y="89271"/>
                    <a:pt x="391440" y="98198"/>
                    <a:pt x="411310" y="110101"/>
                  </a:cubicBezTo>
                  <a:lnTo>
                    <a:pt x="454031" y="74393"/>
                  </a:lnTo>
                  <a:cubicBezTo>
                    <a:pt x="464959" y="63482"/>
                    <a:pt x="478868" y="59514"/>
                    <a:pt x="484829" y="65466"/>
                  </a:cubicBezTo>
                  <a:lnTo>
                    <a:pt x="526556" y="108117"/>
                  </a:lnTo>
                  <a:cubicBezTo>
                    <a:pt x="533511" y="114069"/>
                    <a:pt x="529537" y="127955"/>
                    <a:pt x="518608" y="138866"/>
                  </a:cubicBezTo>
                  <a:lnTo>
                    <a:pt x="481849" y="181518"/>
                  </a:lnTo>
                  <a:cubicBezTo>
                    <a:pt x="493771" y="201356"/>
                    <a:pt x="503706" y="223178"/>
                    <a:pt x="508673" y="245992"/>
                  </a:cubicBezTo>
                  <a:lnTo>
                    <a:pt x="565303" y="249959"/>
                  </a:lnTo>
                  <a:cubicBezTo>
                    <a:pt x="580206" y="249959"/>
                    <a:pt x="593121" y="257894"/>
                    <a:pt x="593121" y="265830"/>
                  </a:cubicBezTo>
                  <a:lnTo>
                    <a:pt x="593121" y="325344"/>
                  </a:lnTo>
                  <a:cubicBezTo>
                    <a:pt x="593121" y="334271"/>
                    <a:pt x="580206" y="341214"/>
                    <a:pt x="565303" y="341214"/>
                  </a:cubicBezTo>
                  <a:lnTo>
                    <a:pt x="508673" y="346174"/>
                  </a:lnTo>
                  <a:cubicBezTo>
                    <a:pt x="503706" y="368987"/>
                    <a:pt x="493771" y="390809"/>
                    <a:pt x="481849" y="410647"/>
                  </a:cubicBezTo>
                  <a:lnTo>
                    <a:pt x="518608" y="453299"/>
                  </a:lnTo>
                  <a:cubicBezTo>
                    <a:pt x="529537" y="464210"/>
                    <a:pt x="533511" y="478096"/>
                    <a:pt x="526556" y="484048"/>
                  </a:cubicBezTo>
                  <a:lnTo>
                    <a:pt x="484829" y="525708"/>
                  </a:lnTo>
                  <a:cubicBezTo>
                    <a:pt x="478868" y="532651"/>
                    <a:pt x="464959" y="528683"/>
                    <a:pt x="454031" y="517772"/>
                  </a:cubicBezTo>
                  <a:lnTo>
                    <a:pt x="411310" y="481072"/>
                  </a:lnTo>
                  <a:cubicBezTo>
                    <a:pt x="391440" y="492975"/>
                    <a:pt x="369583" y="502894"/>
                    <a:pt x="346732" y="507853"/>
                  </a:cubicBezTo>
                  <a:lnTo>
                    <a:pt x="341765" y="564392"/>
                  </a:lnTo>
                  <a:cubicBezTo>
                    <a:pt x="341765" y="579270"/>
                    <a:pt x="334810" y="592165"/>
                    <a:pt x="325869" y="592165"/>
                  </a:cubicBezTo>
                  <a:lnTo>
                    <a:pt x="266259" y="592165"/>
                  </a:lnTo>
                  <a:cubicBezTo>
                    <a:pt x="258311" y="592165"/>
                    <a:pt x="250363" y="579270"/>
                    <a:pt x="250363" y="564392"/>
                  </a:cubicBezTo>
                  <a:lnTo>
                    <a:pt x="246389" y="507853"/>
                  </a:lnTo>
                  <a:cubicBezTo>
                    <a:pt x="223538" y="502894"/>
                    <a:pt x="201681" y="492975"/>
                    <a:pt x="181811" y="481072"/>
                  </a:cubicBezTo>
                  <a:lnTo>
                    <a:pt x="139090" y="517772"/>
                  </a:lnTo>
                  <a:cubicBezTo>
                    <a:pt x="128162" y="528683"/>
                    <a:pt x="114253" y="532651"/>
                    <a:pt x="108292" y="525708"/>
                  </a:cubicBezTo>
                  <a:lnTo>
                    <a:pt x="65571" y="484048"/>
                  </a:lnTo>
                  <a:cubicBezTo>
                    <a:pt x="59610" y="478096"/>
                    <a:pt x="63584" y="464210"/>
                    <a:pt x="74513" y="453299"/>
                  </a:cubicBezTo>
                  <a:lnTo>
                    <a:pt x="110279" y="410647"/>
                  </a:lnTo>
                  <a:cubicBezTo>
                    <a:pt x="98357" y="390809"/>
                    <a:pt x="89415" y="368987"/>
                    <a:pt x="84448" y="346174"/>
                  </a:cubicBezTo>
                  <a:lnTo>
                    <a:pt x="27818" y="341214"/>
                  </a:lnTo>
                  <a:cubicBezTo>
                    <a:pt x="12916" y="341214"/>
                    <a:pt x="0" y="334271"/>
                    <a:pt x="0" y="325344"/>
                  </a:cubicBezTo>
                  <a:lnTo>
                    <a:pt x="0" y="265830"/>
                  </a:lnTo>
                  <a:cubicBezTo>
                    <a:pt x="0" y="257894"/>
                    <a:pt x="12916" y="249959"/>
                    <a:pt x="27818" y="249959"/>
                  </a:cubicBezTo>
                  <a:lnTo>
                    <a:pt x="84448" y="245992"/>
                  </a:lnTo>
                  <a:cubicBezTo>
                    <a:pt x="89415" y="223178"/>
                    <a:pt x="98357" y="201356"/>
                    <a:pt x="110279" y="181518"/>
                  </a:cubicBezTo>
                  <a:lnTo>
                    <a:pt x="74513" y="138866"/>
                  </a:lnTo>
                  <a:cubicBezTo>
                    <a:pt x="63584" y="127955"/>
                    <a:pt x="59610" y="114069"/>
                    <a:pt x="65571" y="108117"/>
                  </a:cubicBezTo>
                  <a:lnTo>
                    <a:pt x="108292" y="65466"/>
                  </a:lnTo>
                  <a:cubicBezTo>
                    <a:pt x="114253" y="59514"/>
                    <a:pt x="128162" y="63482"/>
                    <a:pt x="139090" y="74393"/>
                  </a:cubicBezTo>
                  <a:lnTo>
                    <a:pt x="181811" y="110101"/>
                  </a:lnTo>
                  <a:cubicBezTo>
                    <a:pt x="201681" y="98198"/>
                    <a:pt x="223538" y="89271"/>
                    <a:pt x="246389" y="84312"/>
                  </a:cubicBezTo>
                  <a:lnTo>
                    <a:pt x="250363" y="27773"/>
                  </a:lnTo>
                  <a:cubicBezTo>
                    <a:pt x="250363" y="12895"/>
                    <a:pt x="258311" y="0"/>
                    <a:pt x="266259" y="0"/>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20" name="标题 1"/>
            <p:cNvSpPr txBox="1"/>
            <p:nvPr/>
          </p:nvSpPr>
          <p:spPr>
            <a:xfrm flipH="1">
              <a:off x="917972" y="5557873"/>
              <a:ext cx="350963" cy="351113"/>
            </a:xfrm>
            <a:custGeom>
              <a:avLst/>
              <a:gdLst>
                <a:gd name="connsiteX0" fmla="*/ 508291 w 606885"/>
                <a:gd name="connsiteY0" fmla="*/ 415645 h 607145"/>
                <a:gd name="connsiteX1" fmla="*/ 417168 w 606885"/>
                <a:gd name="connsiteY1" fmla="*/ 415742 h 607145"/>
                <a:gd name="connsiteX2" fmla="*/ 392859 w 606885"/>
                <a:gd name="connsiteY2" fmla="*/ 429210 h 607145"/>
                <a:gd name="connsiteX3" fmla="*/ 334489 w 606885"/>
                <a:gd name="connsiteY3" fmla="*/ 518928 h 607145"/>
                <a:gd name="connsiteX4" fmla="*/ 338710 w 606885"/>
                <a:gd name="connsiteY4" fmla="*/ 520382 h 607145"/>
                <a:gd name="connsiteX5" fmla="*/ 383980 w 606885"/>
                <a:gd name="connsiteY5" fmla="*/ 527697 h 607145"/>
                <a:gd name="connsiteX6" fmla="*/ 384126 w 606885"/>
                <a:gd name="connsiteY6" fmla="*/ 527697 h 607145"/>
                <a:gd name="connsiteX7" fmla="*/ 429541 w 606885"/>
                <a:gd name="connsiteY7" fmla="*/ 520333 h 607145"/>
                <a:gd name="connsiteX8" fmla="*/ 448125 w 606885"/>
                <a:gd name="connsiteY8" fmla="*/ 512631 h 607145"/>
                <a:gd name="connsiteX9" fmla="*/ 512318 w 606885"/>
                <a:gd name="connsiteY9" fmla="*/ 448394 h 607145"/>
                <a:gd name="connsiteX10" fmla="*/ 519984 w 606885"/>
                <a:gd name="connsiteY10" fmla="*/ 429888 h 607145"/>
                <a:gd name="connsiteX11" fmla="*/ 523914 w 606885"/>
                <a:gd name="connsiteY11" fmla="*/ 415645 h 607145"/>
                <a:gd name="connsiteX12" fmla="*/ 383980 w 606885"/>
                <a:gd name="connsiteY12" fmla="*/ 363568 h 607145"/>
                <a:gd name="connsiteX13" fmla="*/ 375101 w 606885"/>
                <a:gd name="connsiteY13" fmla="*/ 365506 h 607145"/>
                <a:gd name="connsiteX14" fmla="*/ 362922 w 606885"/>
                <a:gd name="connsiteY14" fmla="*/ 384641 h 607145"/>
                <a:gd name="connsiteX15" fmla="*/ 376993 w 606885"/>
                <a:gd name="connsiteY15" fmla="*/ 404503 h 607145"/>
                <a:gd name="connsiteX16" fmla="*/ 384029 w 606885"/>
                <a:gd name="connsiteY16" fmla="*/ 405666 h 607145"/>
                <a:gd name="connsiteX17" fmla="*/ 405087 w 606885"/>
                <a:gd name="connsiteY17" fmla="*/ 385755 h 607145"/>
                <a:gd name="connsiteX18" fmla="*/ 405087 w 606885"/>
                <a:gd name="connsiteY18" fmla="*/ 385465 h 607145"/>
                <a:gd name="connsiteX19" fmla="*/ 405087 w 606885"/>
                <a:gd name="connsiteY19" fmla="*/ 384593 h 607145"/>
                <a:gd name="connsiteX20" fmla="*/ 384029 w 606885"/>
                <a:gd name="connsiteY20" fmla="*/ 363568 h 607145"/>
                <a:gd name="connsiteX21" fmla="*/ 383980 w 606885"/>
                <a:gd name="connsiteY21" fmla="*/ 363568 h 607145"/>
                <a:gd name="connsiteX22" fmla="*/ 279951 w 606885"/>
                <a:gd name="connsiteY22" fmla="*/ 286251 h 607145"/>
                <a:gd name="connsiteX23" fmla="*/ 269616 w 606885"/>
                <a:gd name="connsiteY23" fmla="*/ 298459 h 607145"/>
                <a:gd name="connsiteX24" fmla="*/ 255691 w 606885"/>
                <a:gd name="connsiteY24" fmla="*/ 320840 h 607145"/>
                <a:gd name="connsiteX25" fmla="*/ 250596 w 606885"/>
                <a:gd name="connsiteY25" fmla="*/ 332322 h 607145"/>
                <a:gd name="connsiteX26" fmla="*/ 248024 w 606885"/>
                <a:gd name="connsiteY26" fmla="*/ 339394 h 607145"/>
                <a:gd name="connsiteX27" fmla="*/ 247005 w 606885"/>
                <a:gd name="connsiteY27" fmla="*/ 342592 h 607145"/>
                <a:gd name="connsiteX28" fmla="*/ 244434 w 606885"/>
                <a:gd name="connsiteY28" fmla="*/ 352135 h 607145"/>
                <a:gd name="connsiteX29" fmla="*/ 240698 w 606885"/>
                <a:gd name="connsiteY29" fmla="*/ 384738 h 607145"/>
                <a:gd name="connsiteX30" fmla="*/ 248121 w 606885"/>
                <a:gd name="connsiteY30" fmla="*/ 430082 h 607145"/>
                <a:gd name="connsiteX31" fmla="*/ 255836 w 606885"/>
                <a:gd name="connsiteY31" fmla="*/ 448636 h 607145"/>
                <a:gd name="connsiteX32" fmla="*/ 280873 w 606885"/>
                <a:gd name="connsiteY32" fmla="*/ 483952 h 607145"/>
                <a:gd name="connsiteX33" fmla="*/ 291839 w 606885"/>
                <a:gd name="connsiteY33" fmla="*/ 467578 h 607145"/>
                <a:gd name="connsiteX34" fmla="*/ 339874 w 606885"/>
                <a:gd name="connsiteY34" fmla="*/ 395638 h 607145"/>
                <a:gd name="connsiteX35" fmla="*/ 338516 w 606885"/>
                <a:gd name="connsiteY35" fmla="*/ 384641 h 607145"/>
                <a:gd name="connsiteX36" fmla="*/ 339486 w 606885"/>
                <a:gd name="connsiteY36" fmla="*/ 375146 h 607145"/>
                <a:gd name="connsiteX37" fmla="*/ 315129 w 606885"/>
                <a:gd name="connsiteY37" fmla="*/ 338765 h 607145"/>
                <a:gd name="connsiteX38" fmla="*/ 310519 w 606885"/>
                <a:gd name="connsiteY38" fmla="*/ 331886 h 607145"/>
                <a:gd name="connsiteX39" fmla="*/ 305910 w 606885"/>
                <a:gd name="connsiteY39" fmla="*/ 325055 h 607145"/>
                <a:gd name="connsiteX40" fmla="*/ 290868 w 606885"/>
                <a:gd name="connsiteY40" fmla="*/ 302625 h 607145"/>
                <a:gd name="connsiteX41" fmla="*/ 281455 w 606885"/>
                <a:gd name="connsiteY41" fmla="*/ 288528 h 607145"/>
                <a:gd name="connsiteX42" fmla="*/ 383883 w 606885"/>
                <a:gd name="connsiteY42" fmla="*/ 241537 h 607145"/>
                <a:gd name="connsiteX43" fmla="*/ 352296 w 606885"/>
                <a:gd name="connsiteY43" fmla="*/ 245074 h 607145"/>
                <a:gd name="connsiteX44" fmla="*/ 342689 w 606885"/>
                <a:gd name="connsiteY44" fmla="*/ 247593 h 607145"/>
                <a:gd name="connsiteX45" fmla="*/ 338467 w 606885"/>
                <a:gd name="connsiteY45" fmla="*/ 248949 h 607145"/>
                <a:gd name="connsiteX46" fmla="*/ 333227 w 606885"/>
                <a:gd name="connsiteY46" fmla="*/ 250790 h 607145"/>
                <a:gd name="connsiteX47" fmla="*/ 338031 w 606885"/>
                <a:gd name="connsiteY47" fmla="*/ 258202 h 607145"/>
                <a:gd name="connsiteX48" fmla="*/ 343125 w 606885"/>
                <a:gd name="connsiteY48" fmla="*/ 266050 h 607145"/>
                <a:gd name="connsiteX49" fmla="*/ 391355 w 606885"/>
                <a:gd name="connsiteY49" fmla="*/ 339782 h 607145"/>
                <a:gd name="connsiteX50" fmla="*/ 417120 w 606885"/>
                <a:gd name="connsiteY50" fmla="*/ 353492 h 607145"/>
                <a:gd name="connsiteX51" fmla="*/ 508242 w 606885"/>
                <a:gd name="connsiteY51" fmla="*/ 353395 h 607145"/>
                <a:gd name="connsiteX52" fmla="*/ 523866 w 606885"/>
                <a:gd name="connsiteY52" fmla="*/ 353395 h 607145"/>
                <a:gd name="connsiteX53" fmla="*/ 519936 w 606885"/>
                <a:gd name="connsiteY53" fmla="*/ 339152 h 607145"/>
                <a:gd name="connsiteX54" fmla="*/ 512172 w 606885"/>
                <a:gd name="connsiteY54" fmla="*/ 320647 h 607145"/>
                <a:gd name="connsiteX55" fmla="*/ 447882 w 606885"/>
                <a:gd name="connsiteY55" fmla="*/ 256555 h 607145"/>
                <a:gd name="connsiteX56" fmla="*/ 429347 w 606885"/>
                <a:gd name="connsiteY56" fmla="*/ 248852 h 607145"/>
                <a:gd name="connsiteX57" fmla="*/ 384029 w 606885"/>
                <a:gd name="connsiteY57" fmla="*/ 241537 h 607145"/>
                <a:gd name="connsiteX58" fmla="*/ 184993 w 606885"/>
                <a:gd name="connsiteY58" fmla="*/ 167283 h 607145"/>
                <a:gd name="connsiteX59" fmla="*/ 172476 w 606885"/>
                <a:gd name="connsiteY59" fmla="*/ 172515 h 607145"/>
                <a:gd name="connsiteX60" fmla="*/ 169322 w 606885"/>
                <a:gd name="connsiteY60" fmla="*/ 192426 h 607145"/>
                <a:gd name="connsiteX61" fmla="*/ 172767 w 606885"/>
                <a:gd name="connsiteY61" fmla="*/ 197222 h 607145"/>
                <a:gd name="connsiteX62" fmla="*/ 184993 w 606885"/>
                <a:gd name="connsiteY62" fmla="*/ 202164 h 607145"/>
                <a:gd name="connsiteX63" fmla="*/ 196831 w 606885"/>
                <a:gd name="connsiteY63" fmla="*/ 197610 h 607145"/>
                <a:gd name="connsiteX64" fmla="*/ 196976 w 606885"/>
                <a:gd name="connsiteY64" fmla="*/ 197416 h 607145"/>
                <a:gd name="connsiteX65" fmla="*/ 197510 w 606885"/>
                <a:gd name="connsiteY65" fmla="*/ 196932 h 607145"/>
                <a:gd name="connsiteX66" fmla="*/ 197219 w 606885"/>
                <a:gd name="connsiteY66" fmla="*/ 172224 h 607145"/>
                <a:gd name="connsiteX67" fmla="*/ 190815 w 606885"/>
                <a:gd name="connsiteY67" fmla="*/ 168252 h 607145"/>
                <a:gd name="connsiteX68" fmla="*/ 184993 w 606885"/>
                <a:gd name="connsiteY68" fmla="*/ 167283 h 607145"/>
                <a:gd name="connsiteX69" fmla="*/ 411880 w 606885"/>
                <a:gd name="connsiteY69" fmla="*/ 162089 h 607145"/>
                <a:gd name="connsiteX70" fmla="*/ 424932 w 606885"/>
                <a:gd name="connsiteY70" fmla="*/ 175072 h 607145"/>
                <a:gd name="connsiteX71" fmla="*/ 426096 w 606885"/>
                <a:gd name="connsiteY71" fmla="*/ 194401 h 607145"/>
                <a:gd name="connsiteX72" fmla="*/ 488688 w 606885"/>
                <a:gd name="connsiteY72" fmla="*/ 220222 h 607145"/>
                <a:gd name="connsiteX73" fmla="*/ 503196 w 606885"/>
                <a:gd name="connsiteY73" fmla="*/ 207384 h 607145"/>
                <a:gd name="connsiteX74" fmla="*/ 512415 w 606885"/>
                <a:gd name="connsiteY74" fmla="*/ 203557 h 607145"/>
                <a:gd name="connsiteX75" fmla="*/ 521585 w 606885"/>
                <a:gd name="connsiteY75" fmla="*/ 207336 h 607145"/>
                <a:gd name="connsiteX76" fmla="*/ 561324 w 606885"/>
                <a:gd name="connsiteY76" fmla="*/ 246963 h 607145"/>
                <a:gd name="connsiteX77" fmla="*/ 561324 w 606885"/>
                <a:gd name="connsiteY77" fmla="*/ 265323 h 607145"/>
                <a:gd name="connsiteX78" fmla="*/ 548466 w 606885"/>
                <a:gd name="connsiteY78" fmla="*/ 279857 h 607145"/>
                <a:gd name="connsiteX79" fmla="*/ 574473 w 606885"/>
                <a:gd name="connsiteY79" fmla="*/ 342253 h 607145"/>
                <a:gd name="connsiteX80" fmla="*/ 593833 w 606885"/>
                <a:gd name="connsiteY80" fmla="*/ 343415 h 607145"/>
                <a:gd name="connsiteX81" fmla="*/ 606837 w 606885"/>
                <a:gd name="connsiteY81" fmla="*/ 356398 h 607145"/>
                <a:gd name="connsiteX82" fmla="*/ 606885 w 606885"/>
                <a:gd name="connsiteY82" fmla="*/ 412448 h 607145"/>
                <a:gd name="connsiteX83" fmla="*/ 593882 w 606885"/>
                <a:gd name="connsiteY83" fmla="*/ 425480 h 607145"/>
                <a:gd name="connsiteX84" fmla="*/ 574522 w 606885"/>
                <a:gd name="connsiteY84" fmla="*/ 426642 h 607145"/>
                <a:gd name="connsiteX85" fmla="*/ 548660 w 606885"/>
                <a:gd name="connsiteY85" fmla="*/ 489135 h 607145"/>
                <a:gd name="connsiteX86" fmla="*/ 561567 w 606885"/>
                <a:gd name="connsiteY86" fmla="*/ 503620 h 607145"/>
                <a:gd name="connsiteX87" fmla="*/ 561567 w 606885"/>
                <a:gd name="connsiteY87" fmla="*/ 521980 h 607145"/>
                <a:gd name="connsiteX88" fmla="*/ 521877 w 606885"/>
                <a:gd name="connsiteY88" fmla="*/ 561656 h 607145"/>
                <a:gd name="connsiteX89" fmla="*/ 512706 w 606885"/>
                <a:gd name="connsiteY89" fmla="*/ 565483 h 607145"/>
                <a:gd name="connsiteX90" fmla="*/ 503487 w 606885"/>
                <a:gd name="connsiteY90" fmla="*/ 561704 h 607145"/>
                <a:gd name="connsiteX91" fmla="*/ 488931 w 606885"/>
                <a:gd name="connsiteY91" fmla="*/ 548867 h 607145"/>
                <a:gd name="connsiteX92" fmla="*/ 426436 w 606885"/>
                <a:gd name="connsiteY92" fmla="*/ 574784 h 607145"/>
                <a:gd name="connsiteX93" fmla="*/ 425271 w 606885"/>
                <a:gd name="connsiteY93" fmla="*/ 594114 h 607145"/>
                <a:gd name="connsiteX94" fmla="*/ 412268 w 606885"/>
                <a:gd name="connsiteY94" fmla="*/ 607097 h 607145"/>
                <a:gd name="connsiteX95" fmla="*/ 356129 w 606885"/>
                <a:gd name="connsiteY95" fmla="*/ 607145 h 607145"/>
                <a:gd name="connsiteX96" fmla="*/ 343077 w 606885"/>
                <a:gd name="connsiteY96" fmla="*/ 594162 h 607145"/>
                <a:gd name="connsiteX97" fmla="*/ 341912 w 606885"/>
                <a:gd name="connsiteY97" fmla="*/ 574833 h 607145"/>
                <a:gd name="connsiteX98" fmla="*/ 279369 w 606885"/>
                <a:gd name="connsiteY98" fmla="*/ 549012 h 607145"/>
                <a:gd name="connsiteX99" fmla="*/ 264813 w 606885"/>
                <a:gd name="connsiteY99" fmla="*/ 561898 h 607145"/>
                <a:gd name="connsiteX100" fmla="*/ 255642 w 606885"/>
                <a:gd name="connsiteY100" fmla="*/ 565677 h 607145"/>
                <a:gd name="connsiteX101" fmla="*/ 246423 w 606885"/>
                <a:gd name="connsiteY101" fmla="*/ 561898 h 607145"/>
                <a:gd name="connsiteX102" fmla="*/ 206684 w 606885"/>
                <a:gd name="connsiteY102" fmla="*/ 522319 h 607145"/>
                <a:gd name="connsiteX103" fmla="*/ 206684 w 606885"/>
                <a:gd name="connsiteY103" fmla="*/ 503911 h 607145"/>
                <a:gd name="connsiteX104" fmla="*/ 219542 w 606885"/>
                <a:gd name="connsiteY104" fmla="*/ 489377 h 607145"/>
                <a:gd name="connsiteX105" fmla="*/ 193584 w 606885"/>
                <a:gd name="connsiteY105" fmla="*/ 426981 h 607145"/>
                <a:gd name="connsiteX106" fmla="*/ 174224 w 606885"/>
                <a:gd name="connsiteY106" fmla="*/ 425819 h 607145"/>
                <a:gd name="connsiteX107" fmla="*/ 174175 w 606885"/>
                <a:gd name="connsiteY107" fmla="*/ 425819 h 607145"/>
                <a:gd name="connsiteX108" fmla="*/ 161172 w 606885"/>
                <a:gd name="connsiteY108" fmla="*/ 412836 h 607145"/>
                <a:gd name="connsiteX109" fmla="*/ 161123 w 606885"/>
                <a:gd name="connsiteY109" fmla="*/ 385465 h 607145"/>
                <a:gd name="connsiteX110" fmla="*/ 161123 w 606885"/>
                <a:gd name="connsiteY110" fmla="*/ 377326 h 607145"/>
                <a:gd name="connsiteX111" fmla="*/ 161123 w 606885"/>
                <a:gd name="connsiteY111" fmla="*/ 369139 h 607145"/>
                <a:gd name="connsiteX112" fmla="*/ 161123 w 606885"/>
                <a:gd name="connsiteY112" fmla="*/ 356786 h 607145"/>
                <a:gd name="connsiteX113" fmla="*/ 174127 w 606885"/>
                <a:gd name="connsiteY113" fmla="*/ 343754 h 607145"/>
                <a:gd name="connsiteX114" fmla="*/ 193487 w 606885"/>
                <a:gd name="connsiteY114" fmla="*/ 342592 h 607145"/>
                <a:gd name="connsiteX115" fmla="*/ 197902 w 606885"/>
                <a:gd name="connsiteY115" fmla="*/ 326072 h 607145"/>
                <a:gd name="connsiteX116" fmla="*/ 207703 w 606885"/>
                <a:gd name="connsiteY116" fmla="*/ 301124 h 607145"/>
                <a:gd name="connsiteX117" fmla="*/ 212458 w 606885"/>
                <a:gd name="connsiteY117" fmla="*/ 291774 h 607145"/>
                <a:gd name="connsiteX118" fmla="*/ 218426 w 606885"/>
                <a:gd name="connsiteY118" fmla="*/ 281601 h 607145"/>
                <a:gd name="connsiteX119" fmla="*/ 219348 w 606885"/>
                <a:gd name="connsiteY119" fmla="*/ 280147 h 607145"/>
                <a:gd name="connsiteX120" fmla="*/ 206490 w 606885"/>
                <a:gd name="connsiteY120" fmla="*/ 265614 h 607145"/>
                <a:gd name="connsiteX121" fmla="*/ 203822 w 606885"/>
                <a:gd name="connsiteY121" fmla="*/ 261787 h 607145"/>
                <a:gd name="connsiteX122" fmla="*/ 204016 w 606885"/>
                <a:gd name="connsiteY122" fmla="*/ 250693 h 607145"/>
                <a:gd name="connsiteX123" fmla="*/ 206442 w 606885"/>
                <a:gd name="connsiteY123" fmla="*/ 247254 h 607145"/>
                <a:gd name="connsiteX124" fmla="*/ 209208 w 606885"/>
                <a:gd name="connsiteY124" fmla="*/ 244492 h 607145"/>
                <a:gd name="connsiteX125" fmla="*/ 245744 w 606885"/>
                <a:gd name="connsiteY125" fmla="*/ 207966 h 607145"/>
                <a:gd name="connsiteX126" fmla="*/ 246132 w 606885"/>
                <a:gd name="connsiteY126" fmla="*/ 207578 h 607145"/>
                <a:gd name="connsiteX127" fmla="*/ 253216 w 606885"/>
                <a:gd name="connsiteY127" fmla="*/ 203945 h 607145"/>
                <a:gd name="connsiteX128" fmla="*/ 255351 w 606885"/>
                <a:gd name="connsiteY128" fmla="*/ 203751 h 607145"/>
                <a:gd name="connsiteX129" fmla="*/ 264521 w 606885"/>
                <a:gd name="connsiteY129" fmla="*/ 207578 h 607145"/>
                <a:gd name="connsiteX130" fmla="*/ 279078 w 606885"/>
                <a:gd name="connsiteY130" fmla="*/ 220416 h 607145"/>
                <a:gd name="connsiteX131" fmla="*/ 280630 w 606885"/>
                <a:gd name="connsiteY131" fmla="*/ 219447 h 607145"/>
                <a:gd name="connsiteX132" fmla="*/ 281795 w 606885"/>
                <a:gd name="connsiteY132" fmla="*/ 218720 h 607145"/>
                <a:gd name="connsiteX133" fmla="*/ 292033 w 606885"/>
                <a:gd name="connsiteY133" fmla="*/ 212810 h 607145"/>
                <a:gd name="connsiteX134" fmla="*/ 301446 w 606885"/>
                <a:gd name="connsiteY134" fmla="*/ 208111 h 607145"/>
                <a:gd name="connsiteX135" fmla="*/ 325755 w 606885"/>
                <a:gd name="connsiteY135" fmla="*/ 198713 h 607145"/>
                <a:gd name="connsiteX136" fmla="*/ 341573 w 606885"/>
                <a:gd name="connsiteY136" fmla="*/ 194498 h 607145"/>
                <a:gd name="connsiteX137" fmla="*/ 342737 w 606885"/>
                <a:gd name="connsiteY137" fmla="*/ 175169 h 607145"/>
                <a:gd name="connsiteX138" fmla="*/ 355741 w 606885"/>
                <a:gd name="connsiteY138" fmla="*/ 162137 h 607145"/>
                <a:gd name="connsiteX139" fmla="*/ 369472 w 606885"/>
                <a:gd name="connsiteY139" fmla="*/ 162137 h 607145"/>
                <a:gd name="connsiteX140" fmla="*/ 377575 w 606885"/>
                <a:gd name="connsiteY140" fmla="*/ 162137 h 607145"/>
                <a:gd name="connsiteX141" fmla="*/ 385630 w 606885"/>
                <a:gd name="connsiteY141" fmla="*/ 162137 h 607145"/>
                <a:gd name="connsiteX142" fmla="*/ 180481 w 606885"/>
                <a:gd name="connsiteY142" fmla="*/ 66177 h 607145"/>
                <a:gd name="connsiteX143" fmla="*/ 146082 w 606885"/>
                <a:gd name="connsiteY143" fmla="*/ 72620 h 607145"/>
                <a:gd name="connsiteX144" fmla="*/ 130751 w 606885"/>
                <a:gd name="connsiteY144" fmla="*/ 79160 h 607145"/>
                <a:gd name="connsiteX145" fmla="*/ 100041 w 606885"/>
                <a:gd name="connsiteY145" fmla="*/ 101784 h 607145"/>
                <a:gd name="connsiteX146" fmla="*/ 78111 w 606885"/>
                <a:gd name="connsiteY146" fmla="*/ 132935 h 607145"/>
                <a:gd name="connsiteX147" fmla="*/ 71901 w 606885"/>
                <a:gd name="connsiteY147" fmla="*/ 148389 h 607145"/>
                <a:gd name="connsiteX148" fmla="*/ 66225 w 606885"/>
                <a:gd name="connsiteY148" fmla="*/ 183851 h 607145"/>
                <a:gd name="connsiteX149" fmla="*/ 82235 w 606885"/>
                <a:gd name="connsiteY149" fmla="*/ 180460 h 607145"/>
                <a:gd name="connsiteX150" fmla="*/ 152438 w 606885"/>
                <a:gd name="connsiteY150" fmla="*/ 165684 h 607145"/>
                <a:gd name="connsiteX151" fmla="*/ 158017 w 606885"/>
                <a:gd name="connsiteY151" fmla="*/ 158417 h 607145"/>
                <a:gd name="connsiteX152" fmla="*/ 164131 w 606885"/>
                <a:gd name="connsiteY152" fmla="*/ 153331 h 607145"/>
                <a:gd name="connsiteX153" fmla="*/ 177473 w 606885"/>
                <a:gd name="connsiteY153" fmla="*/ 82212 h 607145"/>
                <a:gd name="connsiteX154" fmla="*/ 206194 w 606885"/>
                <a:gd name="connsiteY154" fmla="*/ 0 h 607145"/>
                <a:gd name="connsiteX155" fmla="*/ 206291 w 606885"/>
                <a:gd name="connsiteY155" fmla="*/ 0 h 607145"/>
                <a:gd name="connsiteX156" fmla="*/ 217111 w 606885"/>
                <a:gd name="connsiteY156" fmla="*/ 10658 h 607145"/>
                <a:gd name="connsiteX157" fmla="*/ 218226 w 606885"/>
                <a:gd name="connsiteY157" fmla="*/ 26694 h 607145"/>
                <a:gd name="connsiteX158" fmla="*/ 270333 w 606885"/>
                <a:gd name="connsiteY158" fmla="*/ 47525 h 607145"/>
                <a:gd name="connsiteX159" fmla="*/ 282268 w 606885"/>
                <a:gd name="connsiteY159" fmla="*/ 36722 h 607145"/>
                <a:gd name="connsiteX160" fmla="*/ 289982 w 606885"/>
                <a:gd name="connsiteY160" fmla="*/ 33524 h 607145"/>
                <a:gd name="connsiteX161" fmla="*/ 297502 w 606885"/>
                <a:gd name="connsiteY161" fmla="*/ 36577 h 607145"/>
                <a:gd name="connsiteX162" fmla="*/ 330784 w 606885"/>
                <a:gd name="connsiteY162" fmla="*/ 69084 h 607145"/>
                <a:gd name="connsiteX163" fmla="*/ 330978 w 606885"/>
                <a:gd name="connsiteY163" fmla="*/ 84296 h 607145"/>
                <a:gd name="connsiteX164" fmla="*/ 320450 w 606885"/>
                <a:gd name="connsiteY164" fmla="*/ 96455 h 607145"/>
                <a:gd name="connsiteX165" fmla="*/ 342476 w 606885"/>
                <a:gd name="connsiteY165" fmla="*/ 147953 h 607145"/>
                <a:gd name="connsiteX166" fmla="*/ 335150 w 606885"/>
                <a:gd name="connsiteY166" fmla="*/ 154542 h 607145"/>
                <a:gd name="connsiteX167" fmla="*/ 326611 w 606885"/>
                <a:gd name="connsiteY167" fmla="*/ 174598 h 607145"/>
                <a:gd name="connsiteX168" fmla="*/ 326320 w 606885"/>
                <a:gd name="connsiteY168" fmla="*/ 179394 h 607145"/>
                <a:gd name="connsiteX169" fmla="*/ 326175 w 606885"/>
                <a:gd name="connsiteY169" fmla="*/ 181720 h 607145"/>
                <a:gd name="connsiteX170" fmla="*/ 303663 w 606885"/>
                <a:gd name="connsiteY170" fmla="*/ 189520 h 607145"/>
                <a:gd name="connsiteX171" fmla="*/ 297259 w 606885"/>
                <a:gd name="connsiteY171" fmla="*/ 145870 h 607145"/>
                <a:gd name="connsiteX172" fmla="*/ 290710 w 606885"/>
                <a:gd name="connsiteY172" fmla="*/ 130561 h 607145"/>
                <a:gd name="connsiteX173" fmla="*/ 268052 w 606885"/>
                <a:gd name="connsiteY173" fmla="*/ 99895 h 607145"/>
                <a:gd name="connsiteX174" fmla="*/ 236857 w 606885"/>
                <a:gd name="connsiteY174" fmla="*/ 77998 h 607145"/>
                <a:gd name="connsiteX175" fmla="*/ 232636 w 606885"/>
                <a:gd name="connsiteY175" fmla="*/ 76060 h 607145"/>
                <a:gd name="connsiteX176" fmla="*/ 215412 w 606885"/>
                <a:gd name="connsiteY176" fmla="*/ 162390 h 607145"/>
                <a:gd name="connsiteX177" fmla="*/ 222690 w 606885"/>
                <a:gd name="connsiteY177" fmla="*/ 185450 h 607145"/>
                <a:gd name="connsiteX178" fmla="*/ 234237 w 606885"/>
                <a:gd name="connsiteY178" fmla="*/ 196690 h 607145"/>
                <a:gd name="connsiteX179" fmla="*/ 197704 w 606885"/>
                <a:gd name="connsiteY179" fmla="*/ 233218 h 607145"/>
                <a:gd name="connsiteX180" fmla="*/ 186594 w 606885"/>
                <a:gd name="connsiteY180" fmla="*/ 222366 h 607145"/>
                <a:gd name="connsiteX181" fmla="*/ 184993 w 606885"/>
                <a:gd name="connsiteY181" fmla="*/ 222366 h 607145"/>
                <a:gd name="connsiteX182" fmla="*/ 164373 w 606885"/>
                <a:gd name="connsiteY182" fmla="*/ 216262 h 607145"/>
                <a:gd name="connsiteX183" fmla="*/ 77675 w 606885"/>
                <a:gd name="connsiteY183" fmla="*/ 235591 h 607145"/>
                <a:gd name="connsiteX184" fmla="*/ 79276 w 606885"/>
                <a:gd name="connsiteY184" fmla="*/ 238886 h 607145"/>
                <a:gd name="connsiteX185" fmla="*/ 101981 w 606885"/>
                <a:gd name="connsiteY185" fmla="*/ 269552 h 607145"/>
                <a:gd name="connsiteX186" fmla="*/ 133177 w 606885"/>
                <a:gd name="connsiteY186" fmla="*/ 291498 h 607145"/>
                <a:gd name="connsiteX187" fmla="*/ 148605 w 606885"/>
                <a:gd name="connsiteY187" fmla="*/ 297650 h 607145"/>
                <a:gd name="connsiteX188" fmla="*/ 184993 w 606885"/>
                <a:gd name="connsiteY188" fmla="*/ 303319 h 607145"/>
                <a:gd name="connsiteX189" fmla="*/ 189117 w 606885"/>
                <a:gd name="connsiteY189" fmla="*/ 303270 h 607145"/>
                <a:gd name="connsiteX190" fmla="*/ 180917 w 606885"/>
                <a:gd name="connsiteY190" fmla="*/ 326669 h 607145"/>
                <a:gd name="connsiteX191" fmla="*/ 180723 w 606885"/>
                <a:gd name="connsiteY191" fmla="*/ 327202 h 607145"/>
                <a:gd name="connsiteX192" fmla="*/ 173592 w 606885"/>
                <a:gd name="connsiteY192" fmla="*/ 327638 h 607145"/>
                <a:gd name="connsiteX193" fmla="*/ 153505 w 606885"/>
                <a:gd name="connsiteY193" fmla="*/ 336213 h 607145"/>
                <a:gd name="connsiteX194" fmla="*/ 148945 w 606885"/>
                <a:gd name="connsiteY194" fmla="*/ 342172 h 607145"/>
                <a:gd name="connsiteX195" fmla="*/ 99652 w 606885"/>
                <a:gd name="connsiteY195" fmla="*/ 321922 h 607145"/>
                <a:gd name="connsiteX196" fmla="*/ 87766 w 606885"/>
                <a:gd name="connsiteY196" fmla="*/ 332725 h 607145"/>
                <a:gd name="connsiteX197" fmla="*/ 80052 w 606885"/>
                <a:gd name="connsiteY197" fmla="*/ 335971 h 607145"/>
                <a:gd name="connsiteX198" fmla="*/ 72483 w 606885"/>
                <a:gd name="connsiteY198" fmla="*/ 332870 h 607145"/>
                <a:gd name="connsiteX199" fmla="*/ 39201 w 606885"/>
                <a:gd name="connsiteY199" fmla="*/ 300412 h 607145"/>
                <a:gd name="connsiteX200" fmla="*/ 39056 w 606885"/>
                <a:gd name="connsiteY200" fmla="*/ 285151 h 607145"/>
                <a:gd name="connsiteX201" fmla="*/ 49584 w 606885"/>
                <a:gd name="connsiteY201" fmla="*/ 272992 h 607145"/>
                <a:gd name="connsiteX202" fmla="*/ 27509 w 606885"/>
                <a:gd name="connsiteY202" fmla="*/ 221494 h 607145"/>
                <a:gd name="connsiteX203" fmla="*/ 11450 w 606885"/>
                <a:gd name="connsiteY203" fmla="*/ 220719 h 607145"/>
                <a:gd name="connsiteX204" fmla="*/ 11305 w 606885"/>
                <a:gd name="connsiteY204" fmla="*/ 220719 h 607145"/>
                <a:gd name="connsiteX205" fmla="*/ 534 w 606885"/>
                <a:gd name="connsiteY205" fmla="*/ 210061 h 607145"/>
                <a:gd name="connsiteX206" fmla="*/ 0 w 606885"/>
                <a:gd name="connsiteY206" fmla="*/ 163601 h 607145"/>
                <a:gd name="connsiteX207" fmla="*/ 10674 w 606885"/>
                <a:gd name="connsiteY207" fmla="*/ 152701 h 607145"/>
                <a:gd name="connsiteX208" fmla="*/ 26733 w 606885"/>
                <a:gd name="connsiteY208" fmla="*/ 151538 h 607145"/>
                <a:gd name="connsiteX209" fmla="*/ 47595 w 606885"/>
                <a:gd name="connsiteY209" fmla="*/ 99507 h 607145"/>
                <a:gd name="connsiteX210" fmla="*/ 36824 w 606885"/>
                <a:gd name="connsiteY210" fmla="*/ 87638 h 607145"/>
                <a:gd name="connsiteX211" fmla="*/ 36630 w 606885"/>
                <a:gd name="connsiteY211" fmla="*/ 72378 h 607145"/>
                <a:gd name="connsiteX212" fmla="*/ 69184 w 606885"/>
                <a:gd name="connsiteY212" fmla="*/ 39144 h 607145"/>
                <a:gd name="connsiteX213" fmla="*/ 76898 w 606885"/>
                <a:gd name="connsiteY213" fmla="*/ 35898 h 607145"/>
                <a:gd name="connsiteX214" fmla="*/ 84418 w 606885"/>
                <a:gd name="connsiteY214" fmla="*/ 38999 h 607145"/>
                <a:gd name="connsiteX215" fmla="*/ 96596 w 606885"/>
                <a:gd name="connsiteY215" fmla="*/ 49512 h 607145"/>
                <a:gd name="connsiteX216" fmla="*/ 148169 w 606885"/>
                <a:gd name="connsiteY216" fmla="*/ 27469 h 607145"/>
                <a:gd name="connsiteX217" fmla="*/ 148993 w 606885"/>
                <a:gd name="connsiteY217" fmla="*/ 11433 h 607145"/>
                <a:gd name="connsiteX218" fmla="*/ 159667 w 606885"/>
                <a:gd name="connsiteY218" fmla="*/ 533 h 607145"/>
              </a:gdLst>
              <a:ahLst/>
              <a:cxnLst/>
              <a:rect l="l" t="t" r="r" b="b"/>
              <a:pathLst>
                <a:path w="606885" h="607145">
                  <a:moveTo>
                    <a:pt x="508291" y="415645"/>
                  </a:moveTo>
                  <a:lnTo>
                    <a:pt x="417168" y="415742"/>
                  </a:lnTo>
                  <a:cubicBezTo>
                    <a:pt x="410812" y="422476"/>
                    <a:pt x="402369" y="427320"/>
                    <a:pt x="392859" y="429210"/>
                  </a:cubicBezTo>
                  <a:lnTo>
                    <a:pt x="334489" y="518928"/>
                  </a:lnTo>
                  <a:cubicBezTo>
                    <a:pt x="335847" y="519413"/>
                    <a:pt x="337254" y="519946"/>
                    <a:pt x="338710" y="520382"/>
                  </a:cubicBezTo>
                  <a:cubicBezTo>
                    <a:pt x="352927" y="525129"/>
                    <a:pt x="368162" y="527697"/>
                    <a:pt x="383980" y="527697"/>
                  </a:cubicBezTo>
                  <a:lnTo>
                    <a:pt x="384126" y="527697"/>
                  </a:lnTo>
                  <a:cubicBezTo>
                    <a:pt x="399992" y="527697"/>
                    <a:pt x="415276" y="525081"/>
                    <a:pt x="429541" y="520333"/>
                  </a:cubicBezTo>
                  <a:cubicBezTo>
                    <a:pt x="435946" y="518153"/>
                    <a:pt x="442157" y="515586"/>
                    <a:pt x="448125" y="512631"/>
                  </a:cubicBezTo>
                  <a:cubicBezTo>
                    <a:pt x="475830" y="498727"/>
                    <a:pt x="498441" y="476152"/>
                    <a:pt x="512318" y="448394"/>
                  </a:cubicBezTo>
                  <a:cubicBezTo>
                    <a:pt x="515278" y="442435"/>
                    <a:pt x="517849" y="436283"/>
                    <a:pt x="519984" y="429888"/>
                  </a:cubicBezTo>
                  <a:cubicBezTo>
                    <a:pt x="521537" y="425237"/>
                    <a:pt x="522847" y="420490"/>
                    <a:pt x="523914" y="415645"/>
                  </a:cubicBezTo>
                  <a:close/>
                  <a:moveTo>
                    <a:pt x="383980" y="363568"/>
                  </a:moveTo>
                  <a:cubicBezTo>
                    <a:pt x="380826" y="363568"/>
                    <a:pt x="377818" y="364295"/>
                    <a:pt x="375101" y="365506"/>
                  </a:cubicBezTo>
                  <a:cubicBezTo>
                    <a:pt x="367920" y="368897"/>
                    <a:pt x="362922" y="376163"/>
                    <a:pt x="362922" y="384641"/>
                  </a:cubicBezTo>
                  <a:cubicBezTo>
                    <a:pt x="362922" y="393797"/>
                    <a:pt x="368793" y="401597"/>
                    <a:pt x="376993" y="404503"/>
                  </a:cubicBezTo>
                  <a:cubicBezTo>
                    <a:pt x="379225" y="405278"/>
                    <a:pt x="381554" y="405666"/>
                    <a:pt x="384029" y="405666"/>
                  </a:cubicBezTo>
                  <a:cubicBezTo>
                    <a:pt x="395285" y="405666"/>
                    <a:pt x="404504" y="396849"/>
                    <a:pt x="405087" y="385755"/>
                  </a:cubicBezTo>
                  <a:cubicBezTo>
                    <a:pt x="405087" y="385659"/>
                    <a:pt x="405087" y="385562"/>
                    <a:pt x="405087" y="385465"/>
                  </a:cubicBezTo>
                  <a:cubicBezTo>
                    <a:pt x="405087" y="385174"/>
                    <a:pt x="405087" y="384883"/>
                    <a:pt x="405087" y="384593"/>
                  </a:cubicBezTo>
                  <a:cubicBezTo>
                    <a:pt x="405087" y="372966"/>
                    <a:pt x="395674" y="363568"/>
                    <a:pt x="384029" y="363568"/>
                  </a:cubicBezTo>
                  <a:cubicBezTo>
                    <a:pt x="383980" y="363568"/>
                    <a:pt x="383980" y="363568"/>
                    <a:pt x="383980" y="363568"/>
                  </a:cubicBezTo>
                  <a:close/>
                  <a:moveTo>
                    <a:pt x="279951" y="286251"/>
                  </a:moveTo>
                  <a:cubicBezTo>
                    <a:pt x="276263" y="290127"/>
                    <a:pt x="272818" y="294196"/>
                    <a:pt x="269616" y="298459"/>
                  </a:cubicBezTo>
                  <a:cubicBezTo>
                    <a:pt x="264327" y="305435"/>
                    <a:pt x="259669" y="312944"/>
                    <a:pt x="255691" y="320840"/>
                  </a:cubicBezTo>
                  <a:cubicBezTo>
                    <a:pt x="253847" y="324571"/>
                    <a:pt x="252149" y="328398"/>
                    <a:pt x="250596" y="332322"/>
                  </a:cubicBezTo>
                  <a:cubicBezTo>
                    <a:pt x="249674" y="334647"/>
                    <a:pt x="248801" y="337021"/>
                    <a:pt x="248024" y="339394"/>
                  </a:cubicBezTo>
                  <a:cubicBezTo>
                    <a:pt x="247685" y="340460"/>
                    <a:pt x="247345" y="341526"/>
                    <a:pt x="247005" y="342592"/>
                  </a:cubicBezTo>
                  <a:cubicBezTo>
                    <a:pt x="246035" y="345741"/>
                    <a:pt x="245162" y="348889"/>
                    <a:pt x="244434" y="352135"/>
                  </a:cubicBezTo>
                  <a:cubicBezTo>
                    <a:pt x="242008" y="362599"/>
                    <a:pt x="240698" y="373548"/>
                    <a:pt x="240698" y="384738"/>
                  </a:cubicBezTo>
                  <a:cubicBezTo>
                    <a:pt x="240698" y="400628"/>
                    <a:pt x="243318" y="415839"/>
                    <a:pt x="248121" y="430082"/>
                  </a:cubicBezTo>
                  <a:cubicBezTo>
                    <a:pt x="250256" y="436476"/>
                    <a:pt x="252828" y="442677"/>
                    <a:pt x="255836" y="448636"/>
                  </a:cubicBezTo>
                  <a:cubicBezTo>
                    <a:pt x="262386" y="461667"/>
                    <a:pt x="270829" y="473585"/>
                    <a:pt x="280873" y="483952"/>
                  </a:cubicBezTo>
                  <a:lnTo>
                    <a:pt x="291839" y="467578"/>
                  </a:lnTo>
                  <a:lnTo>
                    <a:pt x="339874" y="395638"/>
                  </a:lnTo>
                  <a:cubicBezTo>
                    <a:pt x="339001" y="392150"/>
                    <a:pt x="338516" y="388468"/>
                    <a:pt x="338516" y="384641"/>
                  </a:cubicBezTo>
                  <a:cubicBezTo>
                    <a:pt x="338516" y="381395"/>
                    <a:pt x="338855" y="378198"/>
                    <a:pt x="339486" y="375146"/>
                  </a:cubicBezTo>
                  <a:lnTo>
                    <a:pt x="315129" y="338765"/>
                  </a:lnTo>
                  <a:lnTo>
                    <a:pt x="310519" y="331886"/>
                  </a:lnTo>
                  <a:lnTo>
                    <a:pt x="305910" y="325055"/>
                  </a:lnTo>
                  <a:lnTo>
                    <a:pt x="290868" y="302625"/>
                  </a:lnTo>
                  <a:lnTo>
                    <a:pt x="281455" y="288528"/>
                  </a:lnTo>
                  <a:close/>
                  <a:moveTo>
                    <a:pt x="383883" y="241537"/>
                  </a:moveTo>
                  <a:cubicBezTo>
                    <a:pt x="373014" y="241537"/>
                    <a:pt x="362485" y="242797"/>
                    <a:pt x="352296" y="245074"/>
                  </a:cubicBezTo>
                  <a:cubicBezTo>
                    <a:pt x="349045" y="245800"/>
                    <a:pt x="345843" y="246672"/>
                    <a:pt x="342689" y="247593"/>
                  </a:cubicBezTo>
                  <a:cubicBezTo>
                    <a:pt x="341282" y="248029"/>
                    <a:pt x="339874" y="248465"/>
                    <a:pt x="338467" y="248949"/>
                  </a:cubicBezTo>
                  <a:cubicBezTo>
                    <a:pt x="336672" y="249531"/>
                    <a:pt x="334925" y="250160"/>
                    <a:pt x="333227" y="250790"/>
                  </a:cubicBezTo>
                  <a:lnTo>
                    <a:pt x="338031" y="258202"/>
                  </a:lnTo>
                  <a:lnTo>
                    <a:pt x="343125" y="266050"/>
                  </a:lnTo>
                  <a:lnTo>
                    <a:pt x="391355" y="339782"/>
                  </a:lnTo>
                  <a:cubicBezTo>
                    <a:pt x="401448" y="341429"/>
                    <a:pt x="410375" y="346370"/>
                    <a:pt x="417120" y="353492"/>
                  </a:cubicBezTo>
                  <a:lnTo>
                    <a:pt x="508242" y="353395"/>
                  </a:lnTo>
                  <a:lnTo>
                    <a:pt x="523866" y="353395"/>
                  </a:lnTo>
                  <a:cubicBezTo>
                    <a:pt x="522798" y="348550"/>
                    <a:pt x="521488" y="343803"/>
                    <a:pt x="519936" y="339152"/>
                  </a:cubicBezTo>
                  <a:cubicBezTo>
                    <a:pt x="517752" y="332758"/>
                    <a:pt x="515181" y="326557"/>
                    <a:pt x="512172" y="320647"/>
                  </a:cubicBezTo>
                  <a:cubicBezTo>
                    <a:pt x="498295" y="292937"/>
                    <a:pt x="475636" y="270362"/>
                    <a:pt x="447882" y="256555"/>
                  </a:cubicBezTo>
                  <a:cubicBezTo>
                    <a:pt x="441914" y="253551"/>
                    <a:pt x="435752" y="250984"/>
                    <a:pt x="429347" y="248852"/>
                  </a:cubicBezTo>
                  <a:cubicBezTo>
                    <a:pt x="415082" y="244105"/>
                    <a:pt x="399846" y="241537"/>
                    <a:pt x="384029" y="241537"/>
                  </a:cubicBezTo>
                  <a:close/>
                  <a:moveTo>
                    <a:pt x="184993" y="167283"/>
                  </a:moveTo>
                  <a:cubicBezTo>
                    <a:pt x="180481" y="167283"/>
                    <a:pt x="175920" y="169027"/>
                    <a:pt x="172476" y="172515"/>
                  </a:cubicBezTo>
                  <a:cubicBezTo>
                    <a:pt x="167187" y="177941"/>
                    <a:pt x="166120" y="185983"/>
                    <a:pt x="169322" y="192426"/>
                  </a:cubicBezTo>
                  <a:cubicBezTo>
                    <a:pt x="170147" y="194170"/>
                    <a:pt x="171311" y="195769"/>
                    <a:pt x="172767" y="197222"/>
                  </a:cubicBezTo>
                  <a:cubicBezTo>
                    <a:pt x="176163" y="200517"/>
                    <a:pt x="180578" y="202164"/>
                    <a:pt x="184993" y="202164"/>
                  </a:cubicBezTo>
                  <a:cubicBezTo>
                    <a:pt x="189262" y="202164"/>
                    <a:pt x="193483" y="200662"/>
                    <a:pt x="196831" y="197610"/>
                  </a:cubicBezTo>
                  <a:cubicBezTo>
                    <a:pt x="196879" y="197562"/>
                    <a:pt x="196928" y="197465"/>
                    <a:pt x="196976" y="197416"/>
                  </a:cubicBezTo>
                  <a:cubicBezTo>
                    <a:pt x="197170" y="197271"/>
                    <a:pt x="197316" y="197126"/>
                    <a:pt x="197510" y="196932"/>
                  </a:cubicBezTo>
                  <a:cubicBezTo>
                    <a:pt x="204254" y="190053"/>
                    <a:pt x="204108" y="178958"/>
                    <a:pt x="197219" y="172224"/>
                  </a:cubicBezTo>
                  <a:cubicBezTo>
                    <a:pt x="195327" y="170384"/>
                    <a:pt x="193144" y="169075"/>
                    <a:pt x="190815" y="168252"/>
                  </a:cubicBezTo>
                  <a:cubicBezTo>
                    <a:pt x="188971" y="167622"/>
                    <a:pt x="186982" y="167283"/>
                    <a:pt x="184993" y="167283"/>
                  </a:cubicBezTo>
                  <a:close/>
                  <a:moveTo>
                    <a:pt x="411880" y="162089"/>
                  </a:moveTo>
                  <a:cubicBezTo>
                    <a:pt x="419109" y="162089"/>
                    <a:pt x="424932" y="167902"/>
                    <a:pt x="424932" y="175072"/>
                  </a:cubicBezTo>
                  <a:lnTo>
                    <a:pt x="426096" y="194401"/>
                  </a:lnTo>
                  <a:cubicBezTo>
                    <a:pt x="448658" y="199391"/>
                    <a:pt x="469765" y="208208"/>
                    <a:pt x="488688" y="220222"/>
                  </a:cubicBezTo>
                  <a:lnTo>
                    <a:pt x="503196" y="207384"/>
                  </a:lnTo>
                  <a:cubicBezTo>
                    <a:pt x="505719" y="204817"/>
                    <a:pt x="509067" y="203557"/>
                    <a:pt x="512415" y="203557"/>
                  </a:cubicBezTo>
                  <a:cubicBezTo>
                    <a:pt x="515714" y="203557"/>
                    <a:pt x="519062" y="204817"/>
                    <a:pt x="521585" y="207336"/>
                  </a:cubicBezTo>
                  <a:lnTo>
                    <a:pt x="561324" y="246963"/>
                  </a:lnTo>
                  <a:cubicBezTo>
                    <a:pt x="566419" y="252050"/>
                    <a:pt x="566419" y="260237"/>
                    <a:pt x="561324" y="265323"/>
                  </a:cubicBezTo>
                  <a:lnTo>
                    <a:pt x="548466" y="279857"/>
                  </a:lnTo>
                  <a:cubicBezTo>
                    <a:pt x="560548" y="298701"/>
                    <a:pt x="569427" y="319726"/>
                    <a:pt x="574473" y="342253"/>
                  </a:cubicBezTo>
                  <a:lnTo>
                    <a:pt x="593833" y="343415"/>
                  </a:lnTo>
                  <a:cubicBezTo>
                    <a:pt x="601014" y="343415"/>
                    <a:pt x="606837" y="349229"/>
                    <a:pt x="606837" y="356398"/>
                  </a:cubicBezTo>
                  <a:lnTo>
                    <a:pt x="606885" y="412448"/>
                  </a:lnTo>
                  <a:cubicBezTo>
                    <a:pt x="606885" y="419666"/>
                    <a:pt x="601063" y="425480"/>
                    <a:pt x="593882" y="425480"/>
                  </a:cubicBezTo>
                  <a:lnTo>
                    <a:pt x="574522" y="426642"/>
                  </a:lnTo>
                  <a:cubicBezTo>
                    <a:pt x="569573" y="449169"/>
                    <a:pt x="560693" y="470242"/>
                    <a:pt x="548660" y="489135"/>
                  </a:cubicBezTo>
                  <a:lnTo>
                    <a:pt x="561567" y="503620"/>
                  </a:lnTo>
                  <a:cubicBezTo>
                    <a:pt x="566661" y="508707"/>
                    <a:pt x="566661" y="516894"/>
                    <a:pt x="561567" y="521980"/>
                  </a:cubicBezTo>
                  <a:lnTo>
                    <a:pt x="521877" y="561656"/>
                  </a:lnTo>
                  <a:cubicBezTo>
                    <a:pt x="519353" y="564224"/>
                    <a:pt x="516005" y="565483"/>
                    <a:pt x="512706" y="565483"/>
                  </a:cubicBezTo>
                  <a:cubicBezTo>
                    <a:pt x="509358" y="565483"/>
                    <a:pt x="506010" y="564224"/>
                    <a:pt x="503487" y="561704"/>
                  </a:cubicBezTo>
                  <a:lnTo>
                    <a:pt x="488931" y="548867"/>
                  </a:lnTo>
                  <a:cubicBezTo>
                    <a:pt x="470056" y="560881"/>
                    <a:pt x="448998" y="569795"/>
                    <a:pt x="426436" y="574784"/>
                  </a:cubicBezTo>
                  <a:lnTo>
                    <a:pt x="425271" y="594114"/>
                  </a:lnTo>
                  <a:cubicBezTo>
                    <a:pt x="425271" y="601283"/>
                    <a:pt x="419449" y="607097"/>
                    <a:pt x="412268" y="607097"/>
                  </a:cubicBezTo>
                  <a:lnTo>
                    <a:pt x="356129" y="607145"/>
                  </a:lnTo>
                  <a:cubicBezTo>
                    <a:pt x="348948" y="607145"/>
                    <a:pt x="343125" y="601332"/>
                    <a:pt x="343077" y="594162"/>
                  </a:cubicBezTo>
                  <a:lnTo>
                    <a:pt x="341912" y="574833"/>
                  </a:lnTo>
                  <a:cubicBezTo>
                    <a:pt x="319350" y="569891"/>
                    <a:pt x="298243" y="561026"/>
                    <a:pt x="279369" y="549012"/>
                  </a:cubicBezTo>
                  <a:lnTo>
                    <a:pt x="264813" y="561898"/>
                  </a:lnTo>
                  <a:cubicBezTo>
                    <a:pt x="262289" y="564417"/>
                    <a:pt x="258941" y="565677"/>
                    <a:pt x="255642" y="565677"/>
                  </a:cubicBezTo>
                  <a:cubicBezTo>
                    <a:pt x="252294" y="565677"/>
                    <a:pt x="248946" y="564417"/>
                    <a:pt x="246423" y="561898"/>
                  </a:cubicBezTo>
                  <a:lnTo>
                    <a:pt x="206684" y="522319"/>
                  </a:lnTo>
                  <a:cubicBezTo>
                    <a:pt x="201590" y="517233"/>
                    <a:pt x="201590" y="508997"/>
                    <a:pt x="206684" y="503911"/>
                  </a:cubicBezTo>
                  <a:lnTo>
                    <a:pt x="219542" y="489377"/>
                  </a:lnTo>
                  <a:cubicBezTo>
                    <a:pt x="207461" y="470581"/>
                    <a:pt x="198581" y="449508"/>
                    <a:pt x="193584" y="426981"/>
                  </a:cubicBezTo>
                  <a:lnTo>
                    <a:pt x="174224" y="425819"/>
                  </a:lnTo>
                  <a:lnTo>
                    <a:pt x="174175" y="425819"/>
                  </a:lnTo>
                  <a:cubicBezTo>
                    <a:pt x="166994" y="425819"/>
                    <a:pt x="161172" y="420005"/>
                    <a:pt x="161172" y="412836"/>
                  </a:cubicBezTo>
                  <a:lnTo>
                    <a:pt x="161123" y="385465"/>
                  </a:lnTo>
                  <a:lnTo>
                    <a:pt x="161123" y="377326"/>
                  </a:lnTo>
                  <a:lnTo>
                    <a:pt x="161123" y="369139"/>
                  </a:lnTo>
                  <a:lnTo>
                    <a:pt x="161123" y="356786"/>
                  </a:lnTo>
                  <a:cubicBezTo>
                    <a:pt x="161123" y="349616"/>
                    <a:pt x="166946" y="343803"/>
                    <a:pt x="174127" y="343754"/>
                  </a:cubicBezTo>
                  <a:lnTo>
                    <a:pt x="193487" y="342592"/>
                  </a:lnTo>
                  <a:cubicBezTo>
                    <a:pt x="194748" y="336972"/>
                    <a:pt x="196204" y="331498"/>
                    <a:pt x="197902" y="326072"/>
                  </a:cubicBezTo>
                  <a:cubicBezTo>
                    <a:pt x="200619" y="317498"/>
                    <a:pt x="203919" y="309165"/>
                    <a:pt x="207703" y="301124"/>
                  </a:cubicBezTo>
                  <a:cubicBezTo>
                    <a:pt x="209208" y="297975"/>
                    <a:pt x="210809" y="294874"/>
                    <a:pt x="212458" y="291774"/>
                  </a:cubicBezTo>
                  <a:cubicBezTo>
                    <a:pt x="214351" y="288334"/>
                    <a:pt x="216340" y="284943"/>
                    <a:pt x="218426" y="281601"/>
                  </a:cubicBezTo>
                  <a:cubicBezTo>
                    <a:pt x="218766" y="281116"/>
                    <a:pt x="219057" y="280632"/>
                    <a:pt x="219348" y="280147"/>
                  </a:cubicBezTo>
                  <a:lnTo>
                    <a:pt x="206490" y="265614"/>
                  </a:lnTo>
                  <a:cubicBezTo>
                    <a:pt x="205326" y="264500"/>
                    <a:pt x="204452" y="263192"/>
                    <a:pt x="203822" y="261787"/>
                  </a:cubicBezTo>
                  <a:cubicBezTo>
                    <a:pt x="202220" y="258251"/>
                    <a:pt x="202269" y="254181"/>
                    <a:pt x="204016" y="250693"/>
                  </a:cubicBezTo>
                  <a:cubicBezTo>
                    <a:pt x="204598" y="249434"/>
                    <a:pt x="205423" y="248271"/>
                    <a:pt x="206442" y="247254"/>
                  </a:cubicBezTo>
                  <a:lnTo>
                    <a:pt x="209208" y="244492"/>
                  </a:lnTo>
                  <a:lnTo>
                    <a:pt x="245744" y="207966"/>
                  </a:lnTo>
                  <a:lnTo>
                    <a:pt x="246132" y="207578"/>
                  </a:lnTo>
                  <a:cubicBezTo>
                    <a:pt x="248121" y="205592"/>
                    <a:pt x="250596" y="204381"/>
                    <a:pt x="253216" y="203945"/>
                  </a:cubicBezTo>
                  <a:cubicBezTo>
                    <a:pt x="253895" y="203848"/>
                    <a:pt x="254623" y="203751"/>
                    <a:pt x="255351" y="203751"/>
                  </a:cubicBezTo>
                  <a:cubicBezTo>
                    <a:pt x="258650" y="203751"/>
                    <a:pt x="261998" y="205059"/>
                    <a:pt x="264521" y="207578"/>
                  </a:cubicBezTo>
                  <a:lnTo>
                    <a:pt x="279078" y="220416"/>
                  </a:lnTo>
                  <a:cubicBezTo>
                    <a:pt x="279563" y="220077"/>
                    <a:pt x="280097" y="219737"/>
                    <a:pt x="280630" y="219447"/>
                  </a:cubicBezTo>
                  <a:cubicBezTo>
                    <a:pt x="281019" y="219205"/>
                    <a:pt x="281407" y="218962"/>
                    <a:pt x="281795" y="218720"/>
                  </a:cubicBezTo>
                  <a:cubicBezTo>
                    <a:pt x="285143" y="216637"/>
                    <a:pt x="288539" y="214699"/>
                    <a:pt x="292033" y="212810"/>
                  </a:cubicBezTo>
                  <a:cubicBezTo>
                    <a:pt x="295138" y="211163"/>
                    <a:pt x="298243" y="209613"/>
                    <a:pt x="301446" y="208111"/>
                  </a:cubicBezTo>
                  <a:cubicBezTo>
                    <a:pt x="309258" y="204478"/>
                    <a:pt x="317361" y="201329"/>
                    <a:pt x="325755" y="198713"/>
                  </a:cubicBezTo>
                  <a:cubicBezTo>
                    <a:pt x="330947" y="197066"/>
                    <a:pt x="336235" y="195661"/>
                    <a:pt x="341573" y="194498"/>
                  </a:cubicBezTo>
                  <a:lnTo>
                    <a:pt x="342737" y="175169"/>
                  </a:lnTo>
                  <a:cubicBezTo>
                    <a:pt x="342737" y="167951"/>
                    <a:pt x="348560" y="162137"/>
                    <a:pt x="355741" y="162137"/>
                  </a:cubicBezTo>
                  <a:lnTo>
                    <a:pt x="369472" y="162137"/>
                  </a:lnTo>
                  <a:lnTo>
                    <a:pt x="377575" y="162137"/>
                  </a:lnTo>
                  <a:lnTo>
                    <a:pt x="385630" y="162137"/>
                  </a:lnTo>
                  <a:close/>
                  <a:moveTo>
                    <a:pt x="180481" y="66177"/>
                  </a:moveTo>
                  <a:cubicBezTo>
                    <a:pt x="168837" y="66661"/>
                    <a:pt x="157241" y="68793"/>
                    <a:pt x="146082" y="72620"/>
                  </a:cubicBezTo>
                  <a:cubicBezTo>
                    <a:pt x="140843" y="74461"/>
                    <a:pt x="135748" y="76641"/>
                    <a:pt x="130751" y="79160"/>
                  </a:cubicBezTo>
                  <a:cubicBezTo>
                    <a:pt x="119641" y="84877"/>
                    <a:pt x="109259" y="92386"/>
                    <a:pt x="100041" y="101784"/>
                  </a:cubicBezTo>
                  <a:cubicBezTo>
                    <a:pt x="90871" y="111183"/>
                    <a:pt x="83545" y="121744"/>
                    <a:pt x="78111" y="132935"/>
                  </a:cubicBezTo>
                  <a:cubicBezTo>
                    <a:pt x="75637" y="137973"/>
                    <a:pt x="73599" y="143157"/>
                    <a:pt x="71901" y="148389"/>
                  </a:cubicBezTo>
                  <a:cubicBezTo>
                    <a:pt x="68214" y="159919"/>
                    <a:pt x="66322" y="171885"/>
                    <a:pt x="66225" y="183851"/>
                  </a:cubicBezTo>
                  <a:lnTo>
                    <a:pt x="82235" y="180460"/>
                  </a:lnTo>
                  <a:lnTo>
                    <a:pt x="152438" y="165684"/>
                  </a:lnTo>
                  <a:cubicBezTo>
                    <a:pt x="153991" y="163117"/>
                    <a:pt x="155834" y="160646"/>
                    <a:pt x="158017" y="158417"/>
                  </a:cubicBezTo>
                  <a:cubicBezTo>
                    <a:pt x="159909" y="156480"/>
                    <a:pt x="161996" y="154784"/>
                    <a:pt x="164131" y="153331"/>
                  </a:cubicBezTo>
                  <a:lnTo>
                    <a:pt x="177473" y="82212"/>
                  </a:lnTo>
                  <a:close/>
                  <a:moveTo>
                    <a:pt x="206194" y="0"/>
                  </a:moveTo>
                  <a:cubicBezTo>
                    <a:pt x="206243" y="0"/>
                    <a:pt x="206243" y="0"/>
                    <a:pt x="206291" y="0"/>
                  </a:cubicBezTo>
                  <a:cubicBezTo>
                    <a:pt x="212210" y="0"/>
                    <a:pt x="217013" y="4748"/>
                    <a:pt x="217111" y="10658"/>
                  </a:cubicBezTo>
                  <a:lnTo>
                    <a:pt x="218226" y="26694"/>
                  </a:lnTo>
                  <a:cubicBezTo>
                    <a:pt x="236420" y="30472"/>
                    <a:pt x="254080" y="37400"/>
                    <a:pt x="270333" y="47525"/>
                  </a:cubicBezTo>
                  <a:lnTo>
                    <a:pt x="282268" y="36722"/>
                  </a:lnTo>
                  <a:cubicBezTo>
                    <a:pt x="284354" y="34590"/>
                    <a:pt x="287168" y="33524"/>
                    <a:pt x="289982" y="33524"/>
                  </a:cubicBezTo>
                  <a:cubicBezTo>
                    <a:pt x="292699" y="33524"/>
                    <a:pt x="295416" y="34542"/>
                    <a:pt x="297502" y="36577"/>
                  </a:cubicBezTo>
                  <a:lnTo>
                    <a:pt x="330784" y="69084"/>
                  </a:lnTo>
                  <a:cubicBezTo>
                    <a:pt x="335053" y="73201"/>
                    <a:pt x="335150" y="80032"/>
                    <a:pt x="330978" y="84296"/>
                  </a:cubicBezTo>
                  <a:lnTo>
                    <a:pt x="320450" y="96455"/>
                  </a:lnTo>
                  <a:cubicBezTo>
                    <a:pt x="330929" y="112442"/>
                    <a:pt x="338255" y="129883"/>
                    <a:pt x="342476" y="147953"/>
                  </a:cubicBezTo>
                  <a:cubicBezTo>
                    <a:pt x="342476" y="147953"/>
                    <a:pt x="337964" y="151732"/>
                    <a:pt x="335150" y="154542"/>
                  </a:cubicBezTo>
                  <a:cubicBezTo>
                    <a:pt x="329765" y="159919"/>
                    <a:pt x="326757" y="167041"/>
                    <a:pt x="326611" y="174598"/>
                  </a:cubicBezTo>
                  <a:lnTo>
                    <a:pt x="326320" y="179394"/>
                  </a:lnTo>
                  <a:lnTo>
                    <a:pt x="326175" y="181720"/>
                  </a:lnTo>
                  <a:cubicBezTo>
                    <a:pt x="318509" y="183900"/>
                    <a:pt x="311038" y="186516"/>
                    <a:pt x="303663" y="189520"/>
                  </a:cubicBezTo>
                  <a:cubicBezTo>
                    <a:pt x="304294" y="174792"/>
                    <a:pt x="302111" y="159919"/>
                    <a:pt x="297259" y="145870"/>
                  </a:cubicBezTo>
                  <a:cubicBezTo>
                    <a:pt x="295464" y="140638"/>
                    <a:pt x="293281" y="135503"/>
                    <a:pt x="290710" y="130561"/>
                  </a:cubicBezTo>
                  <a:cubicBezTo>
                    <a:pt x="285033" y="119467"/>
                    <a:pt x="277465" y="109100"/>
                    <a:pt x="268052" y="99895"/>
                  </a:cubicBezTo>
                  <a:cubicBezTo>
                    <a:pt x="258640" y="90739"/>
                    <a:pt x="248064" y="83423"/>
                    <a:pt x="236857" y="77998"/>
                  </a:cubicBezTo>
                  <a:cubicBezTo>
                    <a:pt x="235450" y="77319"/>
                    <a:pt x="234043" y="76641"/>
                    <a:pt x="232636" y="76060"/>
                  </a:cubicBezTo>
                  <a:lnTo>
                    <a:pt x="215412" y="162390"/>
                  </a:lnTo>
                  <a:cubicBezTo>
                    <a:pt x="220410" y="169221"/>
                    <a:pt x="222884" y="177360"/>
                    <a:pt x="222690" y="185450"/>
                  </a:cubicBezTo>
                  <a:lnTo>
                    <a:pt x="234237" y="196690"/>
                  </a:lnTo>
                  <a:lnTo>
                    <a:pt x="197704" y="233218"/>
                  </a:lnTo>
                  <a:lnTo>
                    <a:pt x="186594" y="222366"/>
                  </a:lnTo>
                  <a:cubicBezTo>
                    <a:pt x="186060" y="222366"/>
                    <a:pt x="185527" y="222366"/>
                    <a:pt x="184993" y="222366"/>
                  </a:cubicBezTo>
                  <a:cubicBezTo>
                    <a:pt x="177812" y="222366"/>
                    <a:pt x="170632" y="220331"/>
                    <a:pt x="164373" y="216262"/>
                  </a:cubicBezTo>
                  <a:lnTo>
                    <a:pt x="77675" y="235591"/>
                  </a:lnTo>
                  <a:cubicBezTo>
                    <a:pt x="78160" y="236706"/>
                    <a:pt x="78742" y="237820"/>
                    <a:pt x="79276" y="238886"/>
                  </a:cubicBezTo>
                  <a:cubicBezTo>
                    <a:pt x="85001" y="249980"/>
                    <a:pt x="92569" y="260347"/>
                    <a:pt x="101981" y="269552"/>
                  </a:cubicBezTo>
                  <a:cubicBezTo>
                    <a:pt x="111393" y="278757"/>
                    <a:pt x="121921" y="286023"/>
                    <a:pt x="133177" y="291498"/>
                  </a:cubicBezTo>
                  <a:cubicBezTo>
                    <a:pt x="138174" y="293920"/>
                    <a:pt x="143365" y="295955"/>
                    <a:pt x="148605" y="297650"/>
                  </a:cubicBezTo>
                  <a:cubicBezTo>
                    <a:pt x="160443" y="301429"/>
                    <a:pt x="172718" y="303319"/>
                    <a:pt x="184993" y="303319"/>
                  </a:cubicBezTo>
                  <a:cubicBezTo>
                    <a:pt x="186351" y="303319"/>
                    <a:pt x="187710" y="303319"/>
                    <a:pt x="189117" y="303270"/>
                  </a:cubicBezTo>
                  <a:cubicBezTo>
                    <a:pt x="185915" y="310876"/>
                    <a:pt x="183149" y="318676"/>
                    <a:pt x="180917" y="326669"/>
                  </a:cubicBezTo>
                  <a:cubicBezTo>
                    <a:pt x="180820" y="326863"/>
                    <a:pt x="180772" y="327009"/>
                    <a:pt x="180723" y="327202"/>
                  </a:cubicBezTo>
                  <a:lnTo>
                    <a:pt x="173592" y="327638"/>
                  </a:lnTo>
                  <a:cubicBezTo>
                    <a:pt x="166023" y="327784"/>
                    <a:pt x="158891" y="330836"/>
                    <a:pt x="153505" y="336213"/>
                  </a:cubicBezTo>
                  <a:cubicBezTo>
                    <a:pt x="151710" y="338006"/>
                    <a:pt x="150206" y="339992"/>
                    <a:pt x="148945" y="342172"/>
                  </a:cubicBezTo>
                  <a:cubicBezTo>
                    <a:pt x="131770" y="338248"/>
                    <a:pt x="115081" y="331514"/>
                    <a:pt x="99652" y="321922"/>
                  </a:cubicBezTo>
                  <a:lnTo>
                    <a:pt x="87766" y="332725"/>
                  </a:lnTo>
                  <a:cubicBezTo>
                    <a:pt x="85631" y="334857"/>
                    <a:pt x="82817" y="335971"/>
                    <a:pt x="80052" y="335971"/>
                  </a:cubicBezTo>
                  <a:cubicBezTo>
                    <a:pt x="77335" y="335971"/>
                    <a:pt x="74570" y="334954"/>
                    <a:pt x="72483" y="332870"/>
                  </a:cubicBezTo>
                  <a:lnTo>
                    <a:pt x="39201" y="300412"/>
                  </a:lnTo>
                  <a:cubicBezTo>
                    <a:pt x="34932" y="296245"/>
                    <a:pt x="34883" y="289415"/>
                    <a:pt x="39056" y="285151"/>
                  </a:cubicBezTo>
                  <a:lnTo>
                    <a:pt x="49584" y="272992"/>
                  </a:lnTo>
                  <a:cubicBezTo>
                    <a:pt x="39104" y="257004"/>
                    <a:pt x="31730" y="239564"/>
                    <a:pt x="27509" y="221494"/>
                  </a:cubicBezTo>
                  <a:lnTo>
                    <a:pt x="11450" y="220719"/>
                  </a:lnTo>
                  <a:cubicBezTo>
                    <a:pt x="11402" y="220719"/>
                    <a:pt x="11353" y="220719"/>
                    <a:pt x="11305" y="220719"/>
                  </a:cubicBezTo>
                  <a:cubicBezTo>
                    <a:pt x="5434" y="220719"/>
                    <a:pt x="582" y="215971"/>
                    <a:pt x="534" y="210061"/>
                  </a:cubicBezTo>
                  <a:lnTo>
                    <a:pt x="0" y="163601"/>
                  </a:lnTo>
                  <a:cubicBezTo>
                    <a:pt x="-48" y="157642"/>
                    <a:pt x="4706" y="152749"/>
                    <a:pt x="10674" y="152701"/>
                  </a:cubicBezTo>
                  <a:lnTo>
                    <a:pt x="26733" y="151538"/>
                  </a:lnTo>
                  <a:cubicBezTo>
                    <a:pt x="30517" y="133371"/>
                    <a:pt x="37503" y="115737"/>
                    <a:pt x="47595" y="99507"/>
                  </a:cubicBezTo>
                  <a:lnTo>
                    <a:pt x="36824" y="87638"/>
                  </a:lnTo>
                  <a:cubicBezTo>
                    <a:pt x="32555" y="83472"/>
                    <a:pt x="32458" y="76641"/>
                    <a:pt x="36630" y="72378"/>
                  </a:cubicBezTo>
                  <a:lnTo>
                    <a:pt x="69184" y="39144"/>
                  </a:lnTo>
                  <a:cubicBezTo>
                    <a:pt x="71270" y="37013"/>
                    <a:pt x="74084" y="35898"/>
                    <a:pt x="76898" y="35898"/>
                  </a:cubicBezTo>
                  <a:cubicBezTo>
                    <a:pt x="79615" y="35898"/>
                    <a:pt x="82332" y="36916"/>
                    <a:pt x="84418" y="38999"/>
                  </a:cubicBezTo>
                  <a:lnTo>
                    <a:pt x="96596" y="49512"/>
                  </a:lnTo>
                  <a:cubicBezTo>
                    <a:pt x="112606" y="38999"/>
                    <a:pt x="130121" y="31683"/>
                    <a:pt x="148169" y="27469"/>
                  </a:cubicBezTo>
                  <a:lnTo>
                    <a:pt x="148993" y="11433"/>
                  </a:lnTo>
                  <a:cubicBezTo>
                    <a:pt x="148896" y="5474"/>
                    <a:pt x="153699" y="581"/>
                    <a:pt x="159667" y="533"/>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pic>
        <p:nvPicPr>
          <p:cNvPr id="24" name="Imagen 23">
            <a:extLst>
              <a:ext uri="{FF2B5EF4-FFF2-40B4-BE49-F238E27FC236}">
                <a16:creationId xmlns:a16="http://schemas.microsoft.com/office/drawing/2014/main" id="{676A8ABF-CE5B-DE28-F813-E2C2500CDC71}"/>
              </a:ext>
            </a:extLst>
          </p:cNvPr>
          <p:cNvPicPr>
            <a:picLocks noChangeAspect="1"/>
          </p:cNvPicPr>
          <p:nvPr/>
        </p:nvPicPr>
        <p:blipFill>
          <a:blip r:embed="rId3"/>
          <a:stretch>
            <a:fillRect/>
          </a:stretch>
        </p:blipFill>
        <p:spPr>
          <a:xfrm>
            <a:off x="740250" y="1504680"/>
            <a:ext cx="5753903" cy="408362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01960DF4-93A9-9367-68CB-F112E739D2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标题 1"/>
          <p:cNvSpPr txBox="1"/>
          <p:nvPr/>
        </p:nvSpPr>
        <p:spPr>
          <a:xfrm>
            <a:off x="661068" y="1780673"/>
            <a:ext cx="5134003" cy="3609474"/>
          </a:xfrm>
          <a:prstGeom prst="roundRect">
            <a:avLst>
              <a:gd name="adj" fmla="val 4223"/>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661068" y="1780673"/>
            <a:ext cx="795324" cy="842211"/>
          </a:xfrm>
          <a:prstGeom prst="diagStrip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flipH="1" flipV="1">
            <a:off x="4999747" y="4547936"/>
            <a:ext cx="795324" cy="842211"/>
          </a:xfrm>
          <a:prstGeom prst="diagStrip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968326" y="3160296"/>
            <a:ext cx="4594132" cy="1708483"/>
          </a:xfrm>
          <a:prstGeom prst="rect">
            <a:avLst/>
          </a:prstGeom>
          <a:noFill/>
          <a:ln cap="sq">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La computación en la nube permite el almacenamiento y la gestión de datos de manera flexible y accesible, facilitando el trabajo colaborativo y la escalabilidad de recursos para las organizaciones.</a:t>
            </a:r>
            <a:endParaRPr kumimoji="1" lang="zh-CN" altLang="en-US"/>
          </a:p>
        </p:txBody>
      </p:sp>
      <p:sp>
        <p:nvSpPr>
          <p:cNvPr id="7" name="标题 1"/>
          <p:cNvSpPr txBox="1"/>
          <p:nvPr/>
        </p:nvSpPr>
        <p:spPr>
          <a:xfrm>
            <a:off x="968326" y="2589782"/>
            <a:ext cx="4594274" cy="401966"/>
          </a:xfrm>
          <a:prstGeom prst="rect">
            <a:avLst/>
          </a:prstGeom>
          <a:noFill/>
          <a:ln cap="sq">
            <a:noFill/>
          </a:ln>
        </p:spPr>
        <p:txBody>
          <a:bodyPr vert="horz" wrap="square" lIns="0" tIns="0" rIns="0" bIns="0" rtlCol="0" anchor="b"/>
          <a:lstStyle/>
          <a:p>
            <a:pPr algn="l"/>
            <a:r>
              <a:rPr kumimoji="1" lang="en-US" altLang="zh-CN" sz="1600">
                <a:ln w="12700">
                  <a:noFill/>
                </a:ln>
                <a:solidFill>
                  <a:srgbClr val="0499FE">
                    <a:alpha val="100000"/>
                  </a:srgbClr>
                </a:solidFill>
                <a:latin typeface="poppins-bold"/>
                <a:ea typeface="poppins-bold"/>
                <a:cs typeface="poppins-bold"/>
              </a:rPr>
              <a:t>Cloud computing</a:t>
            </a:r>
            <a:endParaRPr kumimoji="1" lang="zh-CN" altLang="en-US"/>
          </a:p>
        </p:txBody>
      </p:sp>
      <p:sp>
        <p:nvSpPr>
          <p:cNvPr id="8" name="标题 1"/>
          <p:cNvSpPr txBox="1"/>
          <p:nvPr/>
        </p:nvSpPr>
        <p:spPr>
          <a:xfrm>
            <a:off x="6384229" y="1780673"/>
            <a:ext cx="5134003" cy="3609474"/>
          </a:xfrm>
          <a:prstGeom prst="roundRect">
            <a:avLst>
              <a:gd name="adj" fmla="val 4223"/>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6384229" y="1780673"/>
            <a:ext cx="795324" cy="842211"/>
          </a:xfrm>
          <a:prstGeom prst="diagStrip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flipH="1" flipV="1">
            <a:off x="10722908" y="4547936"/>
            <a:ext cx="795324" cy="842211"/>
          </a:xfrm>
          <a:prstGeom prst="diagStrip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6691487" y="3160296"/>
            <a:ext cx="4594132" cy="1708483"/>
          </a:xfrm>
          <a:prstGeom prst="rect">
            <a:avLst/>
          </a:prstGeom>
          <a:noFill/>
          <a:ln cap="sq">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La automatización de procesos reduce errores humanos y mejora la eficiencia operativa al implementar tecnologías que optimizan tareas repetitivas y permiten a los empleados concentrarse en actividades estratégicas.</a:t>
            </a:r>
            <a:endParaRPr kumimoji="1" lang="zh-CN" altLang="en-US"/>
          </a:p>
        </p:txBody>
      </p:sp>
      <p:sp>
        <p:nvSpPr>
          <p:cNvPr id="12" name="标题 1"/>
          <p:cNvSpPr txBox="1"/>
          <p:nvPr/>
        </p:nvSpPr>
        <p:spPr>
          <a:xfrm>
            <a:off x="6691487" y="2589782"/>
            <a:ext cx="4598813" cy="401966"/>
          </a:xfrm>
          <a:prstGeom prst="rect">
            <a:avLst/>
          </a:prstGeom>
          <a:noFill/>
          <a:ln cap="sq">
            <a:noFill/>
          </a:ln>
        </p:spPr>
        <p:txBody>
          <a:bodyPr vert="horz" wrap="square" lIns="0" tIns="0" rIns="0" bIns="0" rtlCol="0" anchor="b"/>
          <a:lstStyle/>
          <a:p>
            <a:pPr algn="l"/>
            <a:r>
              <a:rPr kumimoji="1" lang="en-US" altLang="zh-CN" sz="1600">
                <a:ln w="12700">
                  <a:noFill/>
                </a:ln>
                <a:solidFill>
                  <a:srgbClr val="0499FE">
                    <a:alpha val="100000"/>
                  </a:srgbClr>
                </a:solidFill>
                <a:latin typeface="poppins-bold"/>
                <a:ea typeface="poppins-bold"/>
                <a:cs typeface="poppins-bold"/>
              </a:rPr>
              <a:t>Automatización de procesos</a:t>
            </a:r>
            <a:endParaRPr kumimoji="1" lang="zh-CN" altLang="en-US"/>
          </a:p>
        </p:txBody>
      </p:sp>
      <p:sp>
        <p:nvSpPr>
          <p:cNvPr id="13" name="标题 1"/>
          <p:cNvSpPr txBox="1"/>
          <p:nvPr/>
        </p:nvSpPr>
        <p:spPr>
          <a:xfrm>
            <a:off x="836650" y="475975"/>
            <a:ext cx="8410220" cy="468000"/>
          </a:xfrm>
          <a:prstGeom prst="rect">
            <a:avLst/>
          </a:prstGeom>
          <a:noFill/>
          <a:ln>
            <a:noFill/>
          </a:ln>
        </p:spPr>
        <p:txBody>
          <a:bodyPr vert="horz" wrap="square" lIns="0" tIns="0" rIns="0" bIns="0" rtlCol="0" anchor="ctr"/>
          <a:lstStyle/>
          <a:p>
            <a:pPr algn="l"/>
            <a:r>
              <a:rPr kumimoji="1" lang="en-US" altLang="zh-CN" sz="3200">
                <a:ln w="12700">
                  <a:noFill/>
                </a:ln>
                <a:solidFill>
                  <a:srgbClr val="0499FE">
                    <a:alpha val="100000"/>
                  </a:srgbClr>
                </a:solidFill>
                <a:latin typeface="poppins-bold"/>
                <a:ea typeface="poppins-bold"/>
                <a:cs typeface="poppins-bold"/>
              </a:rPr>
              <a:t>Tendencias en Centros de Cómputo</a:t>
            </a:r>
            <a:endParaRPr kumimoji="1" lang="zh-CN" altLang="en-US"/>
          </a:p>
        </p:txBody>
      </p:sp>
      <p:sp>
        <p:nvSpPr>
          <p:cNvPr id="14" name="标题 1"/>
          <p:cNvSpPr txBox="1"/>
          <p:nvPr/>
        </p:nvSpPr>
        <p:spPr>
          <a:xfrm>
            <a:off x="169743" y="-1"/>
            <a:ext cx="603407" cy="965451"/>
          </a:xfrm>
          <a:prstGeom prst="parallelogram">
            <a:avLst>
              <a:gd name="adj" fmla="val 73502"/>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438153" y="454500"/>
            <a:ext cx="319344" cy="510950"/>
          </a:xfrm>
          <a:prstGeom prst="parallelogram">
            <a:avLst>
              <a:gd name="adj" fmla="val 73502"/>
            </a:avLst>
          </a:prstGeom>
          <a:solidFill>
            <a:schemeClr val="bg1">
              <a:lumMod val="85000"/>
            </a:schemeClr>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1" name="Imagen 30">
            <a:extLst>
              <a:ext uri="{FF2B5EF4-FFF2-40B4-BE49-F238E27FC236}">
                <a16:creationId xmlns:a16="http://schemas.microsoft.com/office/drawing/2014/main" id="{18897B27-A79A-F688-A9D9-273F5DDB24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4" name="标题 1"/>
          <p:cNvSpPr txBox="1"/>
          <p:nvPr/>
        </p:nvSpPr>
        <p:spPr>
          <a:xfrm>
            <a:off x="536002" y="1508760"/>
            <a:ext cx="5464748" cy="3260633"/>
          </a:xfrm>
          <a:prstGeom prst="rect">
            <a:avLst/>
          </a:prstGeom>
          <a:noFill/>
          <a:ln>
            <a:noFill/>
          </a:ln>
        </p:spPr>
        <p:txBody>
          <a:bodyPr vert="horz" wrap="square" lIns="91440" tIns="45720" rIns="91440" bIns="45720" rtlCol="0" anchor="ctr"/>
          <a:lstStyle/>
          <a:p>
            <a:r>
              <a:rPr kumimoji="1" lang="es-MX" altLang="zh-CN" sz="1600" dirty="0">
                <a:ln w="12700">
                  <a:noFill/>
                </a:ln>
                <a:solidFill>
                  <a:srgbClr val="0B144C">
                    <a:alpha val="100000"/>
                  </a:srgbClr>
                </a:solidFill>
                <a:latin typeface="Arial" panose="020B0604020202020204" pitchFamily="34" charset="0"/>
                <a:ea typeface="poppins-bold"/>
                <a:cs typeface="Arial" panose="020B0604020202020204" pitchFamily="34" charset="0"/>
              </a:rPr>
              <a:t>El centro de cómputo es mucho más que cables y servidores; es un socio estratégico fundamental para el éxito de cualquier empresa moderna.</a:t>
            </a:r>
          </a:p>
          <a:p>
            <a:endParaRPr kumimoji="1" lang="es-MX" altLang="zh-CN" sz="1600" dirty="0">
              <a:ln w="12700">
                <a:noFill/>
              </a:ln>
              <a:solidFill>
                <a:srgbClr val="0B144C">
                  <a:alpha val="100000"/>
                </a:srgbClr>
              </a:solidFill>
              <a:latin typeface="Arial" panose="020B0604020202020204" pitchFamily="34" charset="0"/>
              <a:ea typeface="poppins-bold"/>
              <a:cs typeface="Arial" panose="020B0604020202020204" pitchFamily="34" charset="0"/>
            </a:endParaRPr>
          </a:p>
          <a:p>
            <a:r>
              <a:rPr kumimoji="1" lang="es-MX" altLang="zh-CN" sz="1600" dirty="0">
                <a:ln w="12700">
                  <a:noFill/>
                </a:ln>
                <a:solidFill>
                  <a:srgbClr val="0B144C">
                    <a:alpha val="100000"/>
                  </a:srgbClr>
                </a:solidFill>
                <a:latin typeface="Arial" panose="020B0604020202020204" pitchFamily="34" charset="0"/>
                <a:ea typeface="poppins-bold"/>
                <a:cs typeface="Arial" panose="020B0604020202020204" pitchFamily="34" charset="0"/>
              </a:rPr>
              <a:t> Su correcta estructuración y la clara definición de sus objetivos son clave para garantizar que la tecnología no solo funcione, sino que también impulse a la organización hacia el futuro.</a:t>
            </a:r>
            <a:endParaRPr kumimoji="1" lang="zh-CN" altLang="en-US" sz="1600" dirty="0">
              <a:latin typeface="Arial" panose="020B0604020202020204" pitchFamily="34" charset="0"/>
              <a:cs typeface="Arial" panose="020B0604020202020204" pitchFamily="34" charset="0"/>
            </a:endParaRPr>
          </a:p>
        </p:txBody>
      </p:sp>
      <p:sp>
        <p:nvSpPr>
          <p:cNvPr id="5" name="标题 1"/>
          <p:cNvSpPr txBox="1"/>
          <p:nvPr/>
        </p:nvSpPr>
        <p:spPr>
          <a:xfrm>
            <a:off x="699615" y="4806814"/>
            <a:ext cx="3986786" cy="458595"/>
          </a:xfrm>
          <a:prstGeom prst="rect">
            <a:avLst/>
          </a:prstGeom>
          <a:noFill/>
          <a:ln w="12700" cap="sq">
            <a:noFill/>
            <a:miter/>
          </a:ln>
        </p:spPr>
        <p:txBody>
          <a:bodyPr vert="horz" wrap="square" lIns="0" tIns="0" rIns="0" bIns="0" rtlCol="0" anchor="ctr"/>
          <a:lstStyle/>
          <a:p>
            <a:pPr algn="l"/>
            <a:r>
              <a:rPr kumimoji="1" lang="en-US" altLang="zh-CN" sz="1600" dirty="0">
                <a:ln w="12700">
                  <a:noFill/>
                </a:ln>
                <a:solidFill>
                  <a:srgbClr val="0B144C">
                    <a:alpha val="100000"/>
                  </a:srgbClr>
                </a:solidFill>
                <a:latin typeface="Poppins"/>
                <a:ea typeface="Poppins"/>
                <a:cs typeface="Poppins"/>
              </a:rPr>
              <a:t>MGS. JOSE FRANCO LAMILLA</a:t>
            </a:r>
            <a:endParaRPr kumimoji="1" lang="zh-CN" altLang="en-US" dirty="0"/>
          </a:p>
        </p:txBody>
      </p:sp>
      <p:sp>
        <p:nvSpPr>
          <p:cNvPr id="6" name="标题 1"/>
          <p:cNvSpPr txBox="1"/>
          <p:nvPr/>
        </p:nvSpPr>
        <p:spPr>
          <a:xfrm>
            <a:off x="4762600" y="4971224"/>
            <a:ext cx="181380" cy="153263"/>
          </a:xfrm>
          <a:custGeom>
            <a:avLst/>
            <a:gdLst>
              <a:gd name="connsiteX0" fmla="*/ 280800 w 608627"/>
              <a:gd name="connsiteY0" fmla="*/ 0 h 514281"/>
              <a:gd name="connsiteX1" fmla="*/ 595097 w 608627"/>
              <a:gd name="connsiteY1" fmla="*/ 230387 h 514281"/>
              <a:gd name="connsiteX2" fmla="*/ 608627 w 608627"/>
              <a:gd name="connsiteY2" fmla="*/ 257141 h 514281"/>
              <a:gd name="connsiteX3" fmla="*/ 595097 w 608627"/>
              <a:gd name="connsiteY3" fmla="*/ 283806 h 514281"/>
              <a:gd name="connsiteX4" fmla="*/ 280800 w 608627"/>
              <a:gd name="connsiteY4" fmla="*/ 514281 h 514281"/>
              <a:gd name="connsiteX5" fmla="*/ 241546 w 608627"/>
              <a:gd name="connsiteY5" fmla="*/ 460862 h 514281"/>
              <a:gd name="connsiteX6" fmla="*/ 519349 w 608627"/>
              <a:gd name="connsiteY6" fmla="*/ 257141 h 514281"/>
              <a:gd name="connsiteX7" fmla="*/ 241546 w 608627"/>
              <a:gd name="connsiteY7" fmla="*/ 53419 h 514281"/>
              <a:gd name="connsiteX8" fmla="*/ 39254 w 608627"/>
              <a:gd name="connsiteY8" fmla="*/ 0 h 514281"/>
              <a:gd name="connsiteX9" fmla="*/ 353551 w 608627"/>
              <a:gd name="connsiteY9" fmla="*/ 230387 h 514281"/>
              <a:gd name="connsiteX10" fmla="*/ 367081 w 608627"/>
              <a:gd name="connsiteY10" fmla="*/ 257141 h 514281"/>
              <a:gd name="connsiteX11" fmla="*/ 353551 w 608627"/>
              <a:gd name="connsiteY11" fmla="*/ 283806 h 514281"/>
              <a:gd name="connsiteX12" fmla="*/ 39254 w 608627"/>
              <a:gd name="connsiteY12" fmla="*/ 514281 h 514281"/>
              <a:gd name="connsiteX13" fmla="*/ 0 w 608627"/>
              <a:gd name="connsiteY13" fmla="*/ 460862 h 514281"/>
              <a:gd name="connsiteX14" fmla="*/ 277803 w 608627"/>
              <a:gd name="connsiteY14" fmla="*/ 257141 h 514281"/>
              <a:gd name="connsiteX15" fmla="*/ 0 w 608627"/>
              <a:gd name="connsiteY15" fmla="*/ 53419 h 514281"/>
            </a:gdLst>
            <a:ahLst/>
            <a:cxnLst/>
            <a:rect l="l" t="t" r="r" b="b"/>
            <a:pathLst>
              <a:path w="608627" h="514281">
                <a:moveTo>
                  <a:pt x="280800" y="0"/>
                </a:moveTo>
                <a:lnTo>
                  <a:pt x="595097" y="230387"/>
                </a:lnTo>
                <a:cubicBezTo>
                  <a:pt x="603553" y="236697"/>
                  <a:pt x="608627" y="246563"/>
                  <a:pt x="608627" y="257141"/>
                </a:cubicBezTo>
                <a:cubicBezTo>
                  <a:pt x="608627" y="267629"/>
                  <a:pt x="603553" y="277584"/>
                  <a:pt x="595097" y="283806"/>
                </a:cubicBezTo>
                <a:lnTo>
                  <a:pt x="280800" y="514281"/>
                </a:lnTo>
                <a:lnTo>
                  <a:pt x="241546" y="460862"/>
                </a:lnTo>
                <a:lnTo>
                  <a:pt x="519349" y="257141"/>
                </a:lnTo>
                <a:lnTo>
                  <a:pt x="241546" y="53419"/>
                </a:lnTo>
                <a:close/>
                <a:moveTo>
                  <a:pt x="39254" y="0"/>
                </a:moveTo>
                <a:lnTo>
                  <a:pt x="353551" y="230387"/>
                </a:lnTo>
                <a:cubicBezTo>
                  <a:pt x="362096" y="236697"/>
                  <a:pt x="367081" y="246563"/>
                  <a:pt x="367081" y="257141"/>
                </a:cubicBezTo>
                <a:cubicBezTo>
                  <a:pt x="367081" y="267629"/>
                  <a:pt x="362096" y="277584"/>
                  <a:pt x="353551" y="283806"/>
                </a:cubicBezTo>
                <a:lnTo>
                  <a:pt x="39254" y="514281"/>
                </a:lnTo>
                <a:lnTo>
                  <a:pt x="0" y="460862"/>
                </a:lnTo>
                <a:lnTo>
                  <a:pt x="277803" y="257141"/>
                </a:lnTo>
                <a:lnTo>
                  <a:pt x="0" y="53419"/>
                </a:lnTo>
                <a:close/>
              </a:path>
            </a:pathLst>
          </a:custGeom>
          <a:solidFill>
            <a:schemeClr val="accent2"/>
          </a:solidFill>
          <a:ln w="12700" cap="sq">
            <a:noFill/>
            <a:miter/>
          </a:ln>
        </p:spPr>
        <p:txBody>
          <a:bodyPr vert="horz" wrap="square" lIns="91440" tIns="45720" rIns="91440" bIns="45720" rtlCol="0" anchor="ctr"/>
          <a:lstStyle/>
          <a:p>
            <a:pPr algn="ctr"/>
            <a:endParaRPr kumimoji="1" lang="zh-CN" altLang="en-US"/>
          </a:p>
        </p:txBody>
      </p:sp>
      <p:grpSp>
        <p:nvGrpSpPr>
          <p:cNvPr id="7" name="Grupo 6"/>
          <p:cNvGrpSpPr/>
          <p:nvPr/>
        </p:nvGrpSpPr>
        <p:grpSpPr>
          <a:xfrm>
            <a:off x="365877" y="6308908"/>
            <a:ext cx="2106697" cy="246048"/>
            <a:chOff x="365877" y="6308908"/>
            <a:chExt cx="2106697" cy="246048"/>
          </a:xfrm>
        </p:grpSpPr>
        <p:sp>
          <p:nvSpPr>
            <p:cNvPr id="8" name="标题 1"/>
            <p:cNvSpPr txBox="1"/>
            <p:nvPr/>
          </p:nvSpPr>
          <p:spPr>
            <a:xfrm rot="5400000">
              <a:off x="348909"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rot="5400000">
              <a:off x="619563" y="6325877"/>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rot="5400000">
              <a:off x="2243498" y="6325880"/>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5400000">
              <a:off x="1160874"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5400000">
              <a:off x="890220"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5400000">
              <a:off x="1431531"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5400000">
              <a:off x="1702188" y="6325879"/>
              <a:ext cx="246043" cy="212108"/>
            </a:xfrm>
            <a:prstGeom prst="triangle">
              <a:avLst/>
            </a:pr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rot="5400000">
              <a:off x="1972842" y="6325876"/>
              <a:ext cx="246047" cy="212111"/>
            </a:xfrm>
            <a:custGeom>
              <a:avLst/>
              <a:gdLst>
                <a:gd name="connsiteX0" fmla="*/ 8472 w 69978"/>
                <a:gd name="connsiteY0" fmla="*/ 53024 h 60326"/>
                <a:gd name="connsiteX1" fmla="*/ 61506 w 69978"/>
                <a:gd name="connsiteY1" fmla="*/ 53024 h 60326"/>
                <a:gd name="connsiteX2" fmla="*/ 34989 w 69978"/>
                <a:gd name="connsiteY2" fmla="*/ 7303 h 60326"/>
                <a:gd name="connsiteX3" fmla="*/ 0 w 69978"/>
                <a:gd name="connsiteY3" fmla="*/ 60326 h 60326"/>
                <a:gd name="connsiteX4" fmla="*/ 34990 w 69978"/>
                <a:gd name="connsiteY4" fmla="*/ 0 h 60326"/>
                <a:gd name="connsiteX5" fmla="*/ 69978 w 69978"/>
                <a:gd name="connsiteY5" fmla="*/ 60326 h 60326"/>
              </a:gdLst>
              <a:ahLst/>
              <a:cxnLst/>
              <a:rect l="l" t="t" r="r" b="b"/>
              <a:pathLst>
                <a:path w="69978" h="60326">
                  <a:moveTo>
                    <a:pt x="8472" y="53024"/>
                  </a:moveTo>
                  <a:lnTo>
                    <a:pt x="61506" y="53024"/>
                  </a:lnTo>
                  <a:lnTo>
                    <a:pt x="34989" y="7303"/>
                  </a:lnTo>
                  <a:close/>
                  <a:moveTo>
                    <a:pt x="0" y="60326"/>
                  </a:moveTo>
                  <a:lnTo>
                    <a:pt x="34990" y="0"/>
                  </a:lnTo>
                  <a:lnTo>
                    <a:pt x="69978" y="60326"/>
                  </a:ln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sp>
        <p:nvSpPr>
          <p:cNvPr id="16" name="标题 1"/>
          <p:cNvSpPr txBox="1"/>
          <p:nvPr/>
        </p:nvSpPr>
        <p:spPr>
          <a:xfrm rot="1911629">
            <a:off x="1406415" y="1094591"/>
            <a:ext cx="932727" cy="771788"/>
          </a:xfrm>
          <a:custGeom>
            <a:avLst/>
            <a:gdLst>
              <a:gd name="T0" fmla="*/ 269 w 16830"/>
              <a:gd name="T1" fmla="*/ 4499 h 13925"/>
              <a:gd name="T2" fmla="*/ 269 w 16830"/>
              <a:gd name="T3" fmla="*/ 5474 h 13925"/>
              <a:gd name="T4" fmla="*/ 1244 w 16830"/>
              <a:gd name="T5" fmla="*/ 5474 h 13925"/>
              <a:gd name="T6" fmla="*/ 15586 w 16830"/>
              <a:gd name="T7" fmla="*/ 5474 h 13925"/>
              <a:gd name="T8" fmla="*/ 16561 w 16830"/>
              <a:gd name="T9" fmla="*/ 5474 h 13925"/>
              <a:gd name="T10" fmla="*/ 16561 w 16830"/>
              <a:gd name="T11" fmla="*/ 4499 h 13925"/>
              <a:gd name="T12" fmla="*/ 269 w 16830"/>
              <a:gd name="T13" fmla="*/ 4499 h 13925"/>
              <a:gd name="T14" fmla="*/ 13609 w 16830"/>
              <a:gd name="T15" fmla="*/ 6664 h 13925"/>
              <a:gd name="T16" fmla="*/ 3026 w 16830"/>
              <a:gd name="T17" fmla="*/ 6664 h 13925"/>
              <a:gd name="T18" fmla="*/ 3026 w 16830"/>
              <a:gd name="T19" fmla="*/ 7639 h 13925"/>
              <a:gd name="T20" fmla="*/ 4001 w 16830"/>
              <a:gd name="T21" fmla="*/ 7639 h 13925"/>
              <a:gd name="T22" fmla="*/ 12634 w 16830"/>
              <a:gd name="T23" fmla="*/ 7639 h 13925"/>
              <a:gd name="T24" fmla="*/ 13609 w 16830"/>
              <a:gd name="T25" fmla="*/ 7639 h 13925"/>
              <a:gd name="T26" fmla="*/ 13609 w 16830"/>
              <a:gd name="T27" fmla="*/ 6664 h 13925"/>
              <a:gd name="T28" fmla="*/ 11154 w 16830"/>
              <a:gd name="T29" fmla="*/ 8790 h 13925"/>
              <a:gd name="T30" fmla="*/ 5374 w 16830"/>
              <a:gd name="T31" fmla="*/ 8790 h 13925"/>
              <a:gd name="T32" fmla="*/ 5374 w 16830"/>
              <a:gd name="T33" fmla="*/ 9765 h 13925"/>
              <a:gd name="T34" fmla="*/ 6348 w 16830"/>
              <a:gd name="T35" fmla="*/ 9765 h 13925"/>
              <a:gd name="T36" fmla="*/ 10179 w 16830"/>
              <a:gd name="T37" fmla="*/ 9765 h 13925"/>
              <a:gd name="T38" fmla="*/ 11154 w 16830"/>
              <a:gd name="T39" fmla="*/ 9765 h 13925"/>
              <a:gd name="T40" fmla="*/ 11154 w 16830"/>
              <a:gd name="T41" fmla="*/ 8790 h 13925"/>
              <a:gd name="T42" fmla="*/ 9716 w 16830"/>
              <a:gd name="T43" fmla="*/ 12448 h 13925"/>
              <a:gd name="T44" fmla="*/ 8239 w 16830"/>
              <a:gd name="T45" fmla="*/ 10971 h 13925"/>
              <a:gd name="T46" fmla="*/ 6762 w 16830"/>
              <a:gd name="T47" fmla="*/ 12448 h 13925"/>
              <a:gd name="T48" fmla="*/ 8239 w 16830"/>
              <a:gd name="T49" fmla="*/ 13925 h 13925"/>
              <a:gd name="T50" fmla="*/ 9716 w 16830"/>
              <a:gd name="T51" fmla="*/ 12448 h 13925"/>
            </a:gdLst>
            <a:ahLst/>
            <a:cxnLst/>
            <a:rect l="0" t="0" r="r" b="b"/>
            <a:pathLst>
              <a:path w="16830" h="13925">
                <a:moveTo>
                  <a:pt x="269" y="4499"/>
                </a:moveTo>
                <a:cubicBezTo>
                  <a:pt x="0" y="4768"/>
                  <a:pt x="0" y="5205"/>
                  <a:pt x="269" y="5474"/>
                </a:cubicBezTo>
                <a:cubicBezTo>
                  <a:pt x="538" y="5743"/>
                  <a:pt x="974" y="5743"/>
                  <a:pt x="1244" y="5474"/>
                </a:cubicBezTo>
                <a:cubicBezTo>
                  <a:pt x="5204" y="1513"/>
                  <a:pt x="11625" y="1513"/>
                  <a:pt x="15586" y="5474"/>
                </a:cubicBezTo>
                <a:cubicBezTo>
                  <a:pt x="15855" y="5743"/>
                  <a:pt x="16291" y="5743"/>
                  <a:pt x="16561" y="5474"/>
                </a:cubicBezTo>
                <a:cubicBezTo>
                  <a:pt x="16830" y="5205"/>
                  <a:pt x="16830" y="4768"/>
                  <a:pt x="16561" y="4499"/>
                </a:cubicBezTo>
                <a:cubicBezTo>
                  <a:pt x="12062" y="0"/>
                  <a:pt x="4768" y="0"/>
                  <a:pt x="269" y="4499"/>
                </a:cubicBezTo>
                <a:close/>
                <a:moveTo>
                  <a:pt x="13609" y="6664"/>
                </a:moveTo>
                <a:cubicBezTo>
                  <a:pt x="10686" y="3742"/>
                  <a:pt x="5948" y="3742"/>
                  <a:pt x="3026" y="6664"/>
                </a:cubicBezTo>
                <a:cubicBezTo>
                  <a:pt x="2757" y="6934"/>
                  <a:pt x="2757" y="7370"/>
                  <a:pt x="3026" y="7639"/>
                </a:cubicBezTo>
                <a:cubicBezTo>
                  <a:pt x="3295" y="7908"/>
                  <a:pt x="3731" y="7908"/>
                  <a:pt x="4001" y="7639"/>
                </a:cubicBezTo>
                <a:cubicBezTo>
                  <a:pt x="6385" y="5255"/>
                  <a:pt x="10250" y="5255"/>
                  <a:pt x="12634" y="7639"/>
                </a:cubicBezTo>
                <a:cubicBezTo>
                  <a:pt x="12903" y="7908"/>
                  <a:pt x="13339" y="7908"/>
                  <a:pt x="13609" y="7639"/>
                </a:cubicBezTo>
                <a:cubicBezTo>
                  <a:pt x="13878" y="7370"/>
                  <a:pt x="13878" y="6934"/>
                  <a:pt x="13609" y="6664"/>
                </a:cubicBezTo>
                <a:close/>
                <a:moveTo>
                  <a:pt x="11154" y="8790"/>
                </a:moveTo>
                <a:cubicBezTo>
                  <a:pt x="9558" y="7194"/>
                  <a:pt x="6970" y="7194"/>
                  <a:pt x="5374" y="8790"/>
                </a:cubicBezTo>
                <a:cubicBezTo>
                  <a:pt x="5105" y="9059"/>
                  <a:pt x="5105" y="9496"/>
                  <a:pt x="5374" y="9765"/>
                </a:cubicBezTo>
                <a:cubicBezTo>
                  <a:pt x="5643" y="10034"/>
                  <a:pt x="6079" y="10034"/>
                  <a:pt x="6348" y="9765"/>
                </a:cubicBezTo>
                <a:cubicBezTo>
                  <a:pt x="7406" y="8707"/>
                  <a:pt x="9121" y="8707"/>
                  <a:pt x="10179" y="9765"/>
                </a:cubicBezTo>
                <a:cubicBezTo>
                  <a:pt x="10448" y="10034"/>
                  <a:pt x="10885" y="10034"/>
                  <a:pt x="11154" y="9765"/>
                </a:cubicBezTo>
                <a:cubicBezTo>
                  <a:pt x="11423" y="9496"/>
                  <a:pt x="11423" y="9059"/>
                  <a:pt x="11154" y="8790"/>
                </a:cubicBezTo>
                <a:close/>
                <a:moveTo>
                  <a:pt x="9716" y="12448"/>
                </a:moveTo>
                <a:cubicBezTo>
                  <a:pt x="9716" y="11632"/>
                  <a:pt x="9055" y="10971"/>
                  <a:pt x="8239" y="10971"/>
                </a:cubicBezTo>
                <a:cubicBezTo>
                  <a:pt x="7424" y="10971"/>
                  <a:pt x="6762" y="11632"/>
                  <a:pt x="6762" y="12448"/>
                </a:cubicBezTo>
                <a:cubicBezTo>
                  <a:pt x="6762" y="13264"/>
                  <a:pt x="7424" y="13925"/>
                  <a:pt x="8239" y="13925"/>
                </a:cubicBezTo>
                <a:cubicBezTo>
                  <a:pt x="9055" y="13925"/>
                  <a:pt x="9716" y="13264"/>
                  <a:pt x="9716" y="12448"/>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nvGrpSpPr>
          <p:cNvPr id="26" name="Grupo 25"/>
          <p:cNvGrpSpPr/>
          <p:nvPr/>
        </p:nvGrpSpPr>
        <p:grpSpPr>
          <a:xfrm>
            <a:off x="10219417" y="5557873"/>
            <a:ext cx="1412831" cy="591671"/>
            <a:chOff x="10219417" y="5557873"/>
            <a:chExt cx="1412831" cy="591671"/>
          </a:xfrm>
        </p:grpSpPr>
        <p:sp>
          <p:nvSpPr>
            <p:cNvPr id="27" name="标题 1"/>
            <p:cNvSpPr txBox="1"/>
            <p:nvPr/>
          </p:nvSpPr>
          <p:spPr>
            <a:xfrm flipH="1">
              <a:off x="11188547" y="5588307"/>
              <a:ext cx="443701" cy="514550"/>
            </a:xfrm>
            <a:custGeom>
              <a:avLst/>
              <a:gdLst>
                <a:gd name="T0" fmla="*/ 330 w 440"/>
                <a:gd name="T1" fmla="*/ 215 h 511"/>
                <a:gd name="T2" fmla="*/ 269 w 440"/>
                <a:gd name="T3" fmla="*/ 209 h 511"/>
                <a:gd name="T4" fmla="*/ 207 w 440"/>
                <a:gd name="T5" fmla="*/ 144 h 511"/>
                <a:gd name="T6" fmla="*/ 160 w 440"/>
                <a:gd name="T7" fmla="*/ 183 h 511"/>
                <a:gd name="T8" fmla="*/ 71 w 440"/>
                <a:gd name="T9" fmla="*/ 181 h 511"/>
                <a:gd name="T10" fmla="*/ 65 w 440"/>
                <a:gd name="T11" fmla="*/ 242 h 511"/>
                <a:gd name="T12" fmla="*/ 0 w 440"/>
                <a:gd name="T13" fmla="*/ 304 h 511"/>
                <a:gd name="T14" fmla="*/ 39 w 440"/>
                <a:gd name="T15" fmla="*/ 351 h 511"/>
                <a:gd name="T16" fmla="*/ 37 w 440"/>
                <a:gd name="T17" fmla="*/ 440 h 511"/>
                <a:gd name="T18" fmla="*/ 98 w 440"/>
                <a:gd name="T19" fmla="*/ 446 h 511"/>
                <a:gd name="T20" fmla="*/ 160 w 440"/>
                <a:gd name="T21" fmla="*/ 511 h 511"/>
                <a:gd name="T22" fmla="*/ 207 w 440"/>
                <a:gd name="T23" fmla="*/ 472 h 511"/>
                <a:gd name="T24" fmla="*/ 296 w 440"/>
                <a:gd name="T25" fmla="*/ 474 h 511"/>
                <a:gd name="T26" fmla="*/ 302 w 440"/>
                <a:gd name="T27" fmla="*/ 413 h 511"/>
                <a:gd name="T28" fmla="*/ 367 w 440"/>
                <a:gd name="T29" fmla="*/ 351 h 511"/>
                <a:gd name="T30" fmla="*/ 328 w 440"/>
                <a:gd name="T31" fmla="*/ 304 h 511"/>
                <a:gd name="T32" fmla="*/ 184 w 440"/>
                <a:gd name="T33" fmla="*/ 412 h 511"/>
                <a:gd name="T34" fmla="*/ 184 w 440"/>
                <a:gd name="T35" fmla="*/ 243 h 511"/>
                <a:gd name="T36" fmla="*/ 184 w 440"/>
                <a:gd name="T37" fmla="*/ 412 h 511"/>
                <a:gd name="T38" fmla="*/ 440 w 440"/>
                <a:gd name="T39" fmla="*/ 77 h 511"/>
                <a:gd name="T40" fmla="*/ 415 w 440"/>
                <a:gd name="T41" fmla="*/ 47 h 511"/>
                <a:gd name="T42" fmla="*/ 402 w 440"/>
                <a:gd name="T43" fmla="*/ 16 h 511"/>
                <a:gd name="T44" fmla="*/ 363 w 440"/>
                <a:gd name="T45" fmla="*/ 13 h 511"/>
                <a:gd name="T46" fmla="*/ 332 w 440"/>
                <a:gd name="T47" fmla="*/ 0 h 511"/>
                <a:gd name="T48" fmla="*/ 302 w 440"/>
                <a:gd name="T49" fmla="*/ 25 h 511"/>
                <a:gd name="T50" fmla="*/ 271 w 440"/>
                <a:gd name="T51" fmla="*/ 38 h 511"/>
                <a:gd name="T52" fmla="*/ 268 w 440"/>
                <a:gd name="T53" fmla="*/ 77 h 511"/>
                <a:gd name="T54" fmla="*/ 255 w 440"/>
                <a:gd name="T55" fmla="*/ 108 h 511"/>
                <a:gd name="T56" fmla="*/ 280 w 440"/>
                <a:gd name="T57" fmla="*/ 138 h 511"/>
                <a:gd name="T58" fmla="*/ 293 w 440"/>
                <a:gd name="T59" fmla="*/ 169 h 511"/>
                <a:gd name="T60" fmla="*/ 332 w 440"/>
                <a:gd name="T61" fmla="*/ 172 h 511"/>
                <a:gd name="T62" fmla="*/ 363 w 440"/>
                <a:gd name="T63" fmla="*/ 185 h 511"/>
                <a:gd name="T64" fmla="*/ 393 w 440"/>
                <a:gd name="T65" fmla="*/ 160 h 511"/>
                <a:gd name="T66" fmla="*/ 424 w 440"/>
                <a:gd name="T67" fmla="*/ 147 h 511"/>
                <a:gd name="T68" fmla="*/ 427 w 440"/>
                <a:gd name="T69" fmla="*/ 108 h 511"/>
                <a:gd name="T70" fmla="*/ 440 w 440"/>
                <a:gd name="T71" fmla="*/ 108 h 511"/>
                <a:gd name="T72" fmla="*/ 298 w 440"/>
                <a:gd name="T73" fmla="*/ 92 h 511"/>
                <a:gd name="T74" fmla="*/ 398 w 440"/>
                <a:gd name="T75" fmla="*/ 92 h 511"/>
              </a:gdLst>
              <a:ahLst/>
              <a:cxnLst/>
              <a:rect l="0" t="0" r="r" b="b"/>
              <a:pathLst>
                <a:path w="440" h="511">
                  <a:moveTo>
                    <a:pt x="302" y="242"/>
                  </a:moveTo>
                  <a:lnTo>
                    <a:pt x="330" y="215"/>
                  </a:lnTo>
                  <a:lnTo>
                    <a:pt x="296" y="181"/>
                  </a:lnTo>
                  <a:lnTo>
                    <a:pt x="269" y="209"/>
                  </a:lnTo>
                  <a:cubicBezTo>
                    <a:pt x="251" y="196"/>
                    <a:pt x="230" y="187"/>
                    <a:pt x="207" y="183"/>
                  </a:cubicBezTo>
                  <a:lnTo>
                    <a:pt x="207" y="144"/>
                  </a:lnTo>
                  <a:lnTo>
                    <a:pt x="160" y="144"/>
                  </a:lnTo>
                  <a:lnTo>
                    <a:pt x="160" y="183"/>
                  </a:lnTo>
                  <a:cubicBezTo>
                    <a:pt x="137" y="187"/>
                    <a:pt x="116" y="196"/>
                    <a:pt x="98" y="209"/>
                  </a:cubicBezTo>
                  <a:lnTo>
                    <a:pt x="71" y="181"/>
                  </a:lnTo>
                  <a:lnTo>
                    <a:pt x="37" y="215"/>
                  </a:lnTo>
                  <a:lnTo>
                    <a:pt x="65" y="242"/>
                  </a:lnTo>
                  <a:cubicBezTo>
                    <a:pt x="52" y="260"/>
                    <a:pt x="43" y="281"/>
                    <a:pt x="39" y="304"/>
                  </a:cubicBezTo>
                  <a:lnTo>
                    <a:pt x="0" y="304"/>
                  </a:lnTo>
                  <a:lnTo>
                    <a:pt x="0" y="351"/>
                  </a:lnTo>
                  <a:lnTo>
                    <a:pt x="39" y="351"/>
                  </a:lnTo>
                  <a:cubicBezTo>
                    <a:pt x="43" y="374"/>
                    <a:pt x="52" y="395"/>
                    <a:pt x="65" y="413"/>
                  </a:cubicBezTo>
                  <a:lnTo>
                    <a:pt x="37" y="440"/>
                  </a:lnTo>
                  <a:lnTo>
                    <a:pt x="71" y="474"/>
                  </a:lnTo>
                  <a:lnTo>
                    <a:pt x="98" y="446"/>
                  </a:lnTo>
                  <a:cubicBezTo>
                    <a:pt x="116" y="459"/>
                    <a:pt x="137" y="468"/>
                    <a:pt x="160" y="472"/>
                  </a:cubicBezTo>
                  <a:lnTo>
                    <a:pt x="160" y="511"/>
                  </a:lnTo>
                  <a:lnTo>
                    <a:pt x="207" y="511"/>
                  </a:lnTo>
                  <a:lnTo>
                    <a:pt x="207" y="472"/>
                  </a:lnTo>
                  <a:cubicBezTo>
                    <a:pt x="230" y="468"/>
                    <a:pt x="251" y="459"/>
                    <a:pt x="269" y="446"/>
                  </a:cubicBezTo>
                  <a:lnTo>
                    <a:pt x="296" y="474"/>
                  </a:lnTo>
                  <a:lnTo>
                    <a:pt x="330" y="440"/>
                  </a:lnTo>
                  <a:lnTo>
                    <a:pt x="302" y="413"/>
                  </a:lnTo>
                  <a:cubicBezTo>
                    <a:pt x="316" y="395"/>
                    <a:pt x="325" y="374"/>
                    <a:pt x="328" y="351"/>
                  </a:cubicBezTo>
                  <a:lnTo>
                    <a:pt x="367" y="351"/>
                  </a:lnTo>
                  <a:lnTo>
                    <a:pt x="367" y="304"/>
                  </a:lnTo>
                  <a:lnTo>
                    <a:pt x="328" y="304"/>
                  </a:lnTo>
                  <a:cubicBezTo>
                    <a:pt x="325" y="281"/>
                    <a:pt x="316" y="260"/>
                    <a:pt x="302" y="242"/>
                  </a:cubicBezTo>
                  <a:close/>
                  <a:moveTo>
                    <a:pt x="184" y="412"/>
                  </a:moveTo>
                  <a:cubicBezTo>
                    <a:pt x="137" y="412"/>
                    <a:pt x="99" y="374"/>
                    <a:pt x="99" y="327"/>
                  </a:cubicBezTo>
                  <a:cubicBezTo>
                    <a:pt x="99" y="281"/>
                    <a:pt x="137" y="243"/>
                    <a:pt x="184" y="243"/>
                  </a:cubicBezTo>
                  <a:cubicBezTo>
                    <a:pt x="230" y="243"/>
                    <a:pt x="268" y="281"/>
                    <a:pt x="268" y="327"/>
                  </a:cubicBezTo>
                  <a:cubicBezTo>
                    <a:pt x="268" y="374"/>
                    <a:pt x="230" y="412"/>
                    <a:pt x="184" y="412"/>
                  </a:cubicBezTo>
                  <a:close/>
                  <a:moveTo>
                    <a:pt x="440" y="108"/>
                  </a:moveTo>
                  <a:lnTo>
                    <a:pt x="440" y="77"/>
                  </a:lnTo>
                  <a:lnTo>
                    <a:pt x="427" y="77"/>
                  </a:lnTo>
                  <a:cubicBezTo>
                    <a:pt x="425" y="66"/>
                    <a:pt x="421" y="56"/>
                    <a:pt x="415" y="47"/>
                  </a:cubicBezTo>
                  <a:lnTo>
                    <a:pt x="424" y="38"/>
                  </a:lnTo>
                  <a:lnTo>
                    <a:pt x="402" y="16"/>
                  </a:lnTo>
                  <a:lnTo>
                    <a:pt x="393" y="25"/>
                  </a:lnTo>
                  <a:cubicBezTo>
                    <a:pt x="384" y="19"/>
                    <a:pt x="374" y="15"/>
                    <a:pt x="363" y="13"/>
                  </a:cubicBezTo>
                  <a:lnTo>
                    <a:pt x="363" y="0"/>
                  </a:lnTo>
                  <a:lnTo>
                    <a:pt x="332" y="0"/>
                  </a:lnTo>
                  <a:lnTo>
                    <a:pt x="332" y="13"/>
                  </a:lnTo>
                  <a:cubicBezTo>
                    <a:pt x="321" y="15"/>
                    <a:pt x="311" y="19"/>
                    <a:pt x="302" y="25"/>
                  </a:cubicBezTo>
                  <a:lnTo>
                    <a:pt x="293" y="16"/>
                  </a:lnTo>
                  <a:lnTo>
                    <a:pt x="271" y="38"/>
                  </a:lnTo>
                  <a:lnTo>
                    <a:pt x="280" y="47"/>
                  </a:lnTo>
                  <a:cubicBezTo>
                    <a:pt x="274" y="56"/>
                    <a:pt x="270" y="66"/>
                    <a:pt x="268" y="77"/>
                  </a:cubicBezTo>
                  <a:lnTo>
                    <a:pt x="255" y="77"/>
                  </a:lnTo>
                  <a:lnTo>
                    <a:pt x="255" y="108"/>
                  </a:lnTo>
                  <a:lnTo>
                    <a:pt x="268" y="108"/>
                  </a:lnTo>
                  <a:cubicBezTo>
                    <a:pt x="270" y="119"/>
                    <a:pt x="274" y="129"/>
                    <a:pt x="280" y="138"/>
                  </a:cubicBezTo>
                  <a:lnTo>
                    <a:pt x="271" y="147"/>
                  </a:lnTo>
                  <a:lnTo>
                    <a:pt x="293" y="169"/>
                  </a:lnTo>
                  <a:lnTo>
                    <a:pt x="302" y="160"/>
                  </a:lnTo>
                  <a:cubicBezTo>
                    <a:pt x="311" y="166"/>
                    <a:pt x="321" y="170"/>
                    <a:pt x="332" y="172"/>
                  </a:cubicBezTo>
                  <a:lnTo>
                    <a:pt x="332" y="185"/>
                  </a:lnTo>
                  <a:lnTo>
                    <a:pt x="363" y="185"/>
                  </a:lnTo>
                  <a:lnTo>
                    <a:pt x="363" y="172"/>
                  </a:lnTo>
                  <a:cubicBezTo>
                    <a:pt x="374" y="170"/>
                    <a:pt x="384" y="166"/>
                    <a:pt x="393" y="160"/>
                  </a:cubicBezTo>
                  <a:lnTo>
                    <a:pt x="402" y="169"/>
                  </a:lnTo>
                  <a:lnTo>
                    <a:pt x="424" y="147"/>
                  </a:lnTo>
                  <a:lnTo>
                    <a:pt x="415" y="138"/>
                  </a:lnTo>
                  <a:cubicBezTo>
                    <a:pt x="421" y="129"/>
                    <a:pt x="425" y="119"/>
                    <a:pt x="427" y="108"/>
                  </a:cubicBezTo>
                  <a:lnTo>
                    <a:pt x="440" y="108"/>
                  </a:lnTo>
                  <a:lnTo>
                    <a:pt x="440" y="108"/>
                  </a:lnTo>
                  <a:close/>
                  <a:moveTo>
                    <a:pt x="348" y="142"/>
                  </a:moveTo>
                  <a:cubicBezTo>
                    <a:pt x="320" y="142"/>
                    <a:pt x="298" y="120"/>
                    <a:pt x="298" y="92"/>
                  </a:cubicBezTo>
                  <a:cubicBezTo>
                    <a:pt x="298" y="65"/>
                    <a:pt x="320" y="43"/>
                    <a:pt x="348" y="43"/>
                  </a:cubicBezTo>
                  <a:cubicBezTo>
                    <a:pt x="375" y="43"/>
                    <a:pt x="398" y="65"/>
                    <a:pt x="398" y="92"/>
                  </a:cubicBezTo>
                  <a:cubicBezTo>
                    <a:pt x="398" y="120"/>
                    <a:pt x="375" y="142"/>
                    <a:pt x="348" y="142"/>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28" name="标题 1"/>
            <p:cNvSpPr txBox="1"/>
            <p:nvPr/>
          </p:nvSpPr>
          <p:spPr>
            <a:xfrm>
              <a:off x="10219417" y="5634994"/>
              <a:ext cx="515382" cy="514550"/>
            </a:xfrm>
            <a:custGeom>
              <a:avLst/>
              <a:gdLst>
                <a:gd name="connsiteX0" fmla="*/ 296083 w 593121"/>
                <a:gd name="connsiteY0" fmla="*/ 178541 h 592165"/>
                <a:gd name="connsiteX1" fmla="*/ 413306 w 593121"/>
                <a:gd name="connsiteY1" fmla="*/ 295605 h 592165"/>
                <a:gd name="connsiteX2" fmla="*/ 296083 w 593121"/>
                <a:gd name="connsiteY2" fmla="*/ 412669 h 592165"/>
                <a:gd name="connsiteX3" fmla="*/ 178860 w 593121"/>
                <a:gd name="connsiteY3" fmla="*/ 295605 h 592165"/>
                <a:gd name="connsiteX4" fmla="*/ 296083 w 593121"/>
                <a:gd name="connsiteY4" fmla="*/ 178541 h 592165"/>
                <a:gd name="connsiteX5" fmla="*/ 296064 w 593121"/>
                <a:gd name="connsiteY5" fmla="*/ 146801 h 592165"/>
                <a:gd name="connsiteX6" fmla="*/ 147038 w 593121"/>
                <a:gd name="connsiteY6" fmla="*/ 295587 h 592165"/>
                <a:gd name="connsiteX7" fmla="*/ 296064 w 593121"/>
                <a:gd name="connsiteY7" fmla="*/ 445364 h 592165"/>
                <a:gd name="connsiteX8" fmla="*/ 446083 w 593121"/>
                <a:gd name="connsiteY8" fmla="*/ 295587 h 592165"/>
                <a:gd name="connsiteX9" fmla="*/ 296064 w 593121"/>
                <a:gd name="connsiteY9" fmla="*/ 146801 h 592165"/>
                <a:gd name="connsiteX10" fmla="*/ 266259 w 593121"/>
                <a:gd name="connsiteY10" fmla="*/ 0 h 592165"/>
                <a:gd name="connsiteX11" fmla="*/ 325869 w 593121"/>
                <a:gd name="connsiteY11" fmla="*/ 0 h 592165"/>
                <a:gd name="connsiteX12" fmla="*/ 341765 w 593121"/>
                <a:gd name="connsiteY12" fmla="*/ 27773 h 592165"/>
                <a:gd name="connsiteX13" fmla="*/ 346732 w 593121"/>
                <a:gd name="connsiteY13" fmla="*/ 84312 h 592165"/>
                <a:gd name="connsiteX14" fmla="*/ 411310 w 593121"/>
                <a:gd name="connsiteY14" fmla="*/ 110101 h 592165"/>
                <a:gd name="connsiteX15" fmla="*/ 454031 w 593121"/>
                <a:gd name="connsiteY15" fmla="*/ 74393 h 592165"/>
                <a:gd name="connsiteX16" fmla="*/ 484829 w 593121"/>
                <a:gd name="connsiteY16" fmla="*/ 65466 h 592165"/>
                <a:gd name="connsiteX17" fmla="*/ 526556 w 593121"/>
                <a:gd name="connsiteY17" fmla="*/ 108117 h 592165"/>
                <a:gd name="connsiteX18" fmla="*/ 518608 w 593121"/>
                <a:gd name="connsiteY18" fmla="*/ 138866 h 592165"/>
                <a:gd name="connsiteX19" fmla="*/ 481849 w 593121"/>
                <a:gd name="connsiteY19" fmla="*/ 181518 h 592165"/>
                <a:gd name="connsiteX20" fmla="*/ 508673 w 593121"/>
                <a:gd name="connsiteY20" fmla="*/ 245992 h 592165"/>
                <a:gd name="connsiteX21" fmla="*/ 565303 w 593121"/>
                <a:gd name="connsiteY21" fmla="*/ 249959 h 592165"/>
                <a:gd name="connsiteX22" fmla="*/ 593121 w 593121"/>
                <a:gd name="connsiteY22" fmla="*/ 265830 h 592165"/>
                <a:gd name="connsiteX23" fmla="*/ 593121 w 593121"/>
                <a:gd name="connsiteY23" fmla="*/ 325344 h 592165"/>
                <a:gd name="connsiteX24" fmla="*/ 565303 w 593121"/>
                <a:gd name="connsiteY24" fmla="*/ 341214 h 592165"/>
                <a:gd name="connsiteX25" fmla="*/ 508673 w 593121"/>
                <a:gd name="connsiteY25" fmla="*/ 346174 h 592165"/>
                <a:gd name="connsiteX26" fmla="*/ 481849 w 593121"/>
                <a:gd name="connsiteY26" fmla="*/ 410647 h 592165"/>
                <a:gd name="connsiteX27" fmla="*/ 518608 w 593121"/>
                <a:gd name="connsiteY27" fmla="*/ 453299 h 592165"/>
                <a:gd name="connsiteX28" fmla="*/ 526556 w 593121"/>
                <a:gd name="connsiteY28" fmla="*/ 484048 h 592165"/>
                <a:gd name="connsiteX29" fmla="*/ 484829 w 593121"/>
                <a:gd name="connsiteY29" fmla="*/ 525708 h 592165"/>
                <a:gd name="connsiteX30" fmla="*/ 454031 w 593121"/>
                <a:gd name="connsiteY30" fmla="*/ 517772 h 592165"/>
                <a:gd name="connsiteX31" fmla="*/ 411310 w 593121"/>
                <a:gd name="connsiteY31" fmla="*/ 481072 h 592165"/>
                <a:gd name="connsiteX32" fmla="*/ 346732 w 593121"/>
                <a:gd name="connsiteY32" fmla="*/ 507853 h 592165"/>
                <a:gd name="connsiteX33" fmla="*/ 341765 w 593121"/>
                <a:gd name="connsiteY33" fmla="*/ 564392 h 592165"/>
                <a:gd name="connsiteX34" fmla="*/ 325869 w 593121"/>
                <a:gd name="connsiteY34" fmla="*/ 592165 h 592165"/>
                <a:gd name="connsiteX35" fmla="*/ 266259 w 593121"/>
                <a:gd name="connsiteY35" fmla="*/ 592165 h 592165"/>
                <a:gd name="connsiteX36" fmla="*/ 250363 w 593121"/>
                <a:gd name="connsiteY36" fmla="*/ 564392 h 592165"/>
                <a:gd name="connsiteX37" fmla="*/ 246389 w 593121"/>
                <a:gd name="connsiteY37" fmla="*/ 507853 h 592165"/>
                <a:gd name="connsiteX38" fmla="*/ 181811 w 593121"/>
                <a:gd name="connsiteY38" fmla="*/ 481072 h 592165"/>
                <a:gd name="connsiteX39" fmla="*/ 139090 w 593121"/>
                <a:gd name="connsiteY39" fmla="*/ 517772 h 592165"/>
                <a:gd name="connsiteX40" fmla="*/ 108292 w 593121"/>
                <a:gd name="connsiteY40" fmla="*/ 525708 h 592165"/>
                <a:gd name="connsiteX41" fmla="*/ 65571 w 593121"/>
                <a:gd name="connsiteY41" fmla="*/ 484048 h 592165"/>
                <a:gd name="connsiteX42" fmla="*/ 74513 w 593121"/>
                <a:gd name="connsiteY42" fmla="*/ 453299 h 592165"/>
                <a:gd name="connsiteX43" fmla="*/ 110279 w 593121"/>
                <a:gd name="connsiteY43" fmla="*/ 410647 h 592165"/>
                <a:gd name="connsiteX44" fmla="*/ 84448 w 593121"/>
                <a:gd name="connsiteY44" fmla="*/ 346174 h 592165"/>
                <a:gd name="connsiteX45" fmla="*/ 27818 w 593121"/>
                <a:gd name="connsiteY45" fmla="*/ 341214 h 592165"/>
                <a:gd name="connsiteX46" fmla="*/ 0 w 593121"/>
                <a:gd name="connsiteY46" fmla="*/ 325344 h 592165"/>
                <a:gd name="connsiteX47" fmla="*/ 0 w 593121"/>
                <a:gd name="connsiteY47" fmla="*/ 265830 h 592165"/>
                <a:gd name="connsiteX48" fmla="*/ 27818 w 593121"/>
                <a:gd name="connsiteY48" fmla="*/ 249959 h 592165"/>
                <a:gd name="connsiteX49" fmla="*/ 84448 w 593121"/>
                <a:gd name="connsiteY49" fmla="*/ 245992 h 592165"/>
                <a:gd name="connsiteX50" fmla="*/ 110279 w 593121"/>
                <a:gd name="connsiteY50" fmla="*/ 181518 h 592165"/>
                <a:gd name="connsiteX51" fmla="*/ 74513 w 593121"/>
                <a:gd name="connsiteY51" fmla="*/ 138866 h 592165"/>
                <a:gd name="connsiteX52" fmla="*/ 65571 w 593121"/>
                <a:gd name="connsiteY52" fmla="*/ 108117 h 592165"/>
                <a:gd name="connsiteX53" fmla="*/ 108292 w 593121"/>
                <a:gd name="connsiteY53" fmla="*/ 65466 h 592165"/>
                <a:gd name="connsiteX54" fmla="*/ 139090 w 593121"/>
                <a:gd name="connsiteY54" fmla="*/ 74393 h 592165"/>
                <a:gd name="connsiteX55" fmla="*/ 181811 w 593121"/>
                <a:gd name="connsiteY55" fmla="*/ 110101 h 592165"/>
                <a:gd name="connsiteX56" fmla="*/ 246389 w 593121"/>
                <a:gd name="connsiteY56" fmla="*/ 84312 h 592165"/>
                <a:gd name="connsiteX57" fmla="*/ 250363 w 593121"/>
                <a:gd name="connsiteY57" fmla="*/ 27773 h 592165"/>
                <a:gd name="connsiteX58" fmla="*/ 266259 w 593121"/>
                <a:gd name="connsiteY58" fmla="*/ 0 h 592165"/>
              </a:gdLst>
              <a:ahLst/>
              <a:cxnLst/>
              <a:rect l="l" t="t" r="r" b="b"/>
              <a:pathLst>
                <a:path w="593121" h="592165">
                  <a:moveTo>
                    <a:pt x="296083" y="178541"/>
                  </a:moveTo>
                  <a:cubicBezTo>
                    <a:pt x="360823" y="178541"/>
                    <a:pt x="413306" y="230952"/>
                    <a:pt x="413306" y="295605"/>
                  </a:cubicBezTo>
                  <a:cubicBezTo>
                    <a:pt x="413306" y="360258"/>
                    <a:pt x="360823" y="412669"/>
                    <a:pt x="296083" y="412669"/>
                  </a:cubicBezTo>
                  <a:cubicBezTo>
                    <a:pt x="231343" y="412669"/>
                    <a:pt x="178860" y="360258"/>
                    <a:pt x="178860" y="295605"/>
                  </a:cubicBezTo>
                  <a:cubicBezTo>
                    <a:pt x="178860" y="230952"/>
                    <a:pt x="231343" y="178541"/>
                    <a:pt x="296083" y="178541"/>
                  </a:cubicBezTo>
                  <a:close/>
                  <a:moveTo>
                    <a:pt x="296064" y="146801"/>
                  </a:moveTo>
                  <a:cubicBezTo>
                    <a:pt x="213603" y="146801"/>
                    <a:pt x="147038" y="213259"/>
                    <a:pt x="147038" y="295587"/>
                  </a:cubicBezTo>
                  <a:cubicBezTo>
                    <a:pt x="147038" y="377914"/>
                    <a:pt x="213603" y="445364"/>
                    <a:pt x="296064" y="445364"/>
                  </a:cubicBezTo>
                  <a:cubicBezTo>
                    <a:pt x="378525" y="445364"/>
                    <a:pt x="446083" y="377914"/>
                    <a:pt x="446083" y="295587"/>
                  </a:cubicBezTo>
                  <a:cubicBezTo>
                    <a:pt x="446083" y="213259"/>
                    <a:pt x="378525" y="146801"/>
                    <a:pt x="296064" y="146801"/>
                  </a:cubicBezTo>
                  <a:close/>
                  <a:moveTo>
                    <a:pt x="266259" y="0"/>
                  </a:moveTo>
                  <a:lnTo>
                    <a:pt x="325869" y="0"/>
                  </a:lnTo>
                  <a:cubicBezTo>
                    <a:pt x="334810" y="0"/>
                    <a:pt x="341765" y="12895"/>
                    <a:pt x="341765" y="27773"/>
                  </a:cubicBezTo>
                  <a:lnTo>
                    <a:pt x="346732" y="84312"/>
                  </a:lnTo>
                  <a:cubicBezTo>
                    <a:pt x="369583" y="89271"/>
                    <a:pt x="391440" y="98198"/>
                    <a:pt x="411310" y="110101"/>
                  </a:cubicBezTo>
                  <a:lnTo>
                    <a:pt x="454031" y="74393"/>
                  </a:lnTo>
                  <a:cubicBezTo>
                    <a:pt x="464959" y="63482"/>
                    <a:pt x="478868" y="59514"/>
                    <a:pt x="484829" y="65466"/>
                  </a:cubicBezTo>
                  <a:lnTo>
                    <a:pt x="526556" y="108117"/>
                  </a:lnTo>
                  <a:cubicBezTo>
                    <a:pt x="533511" y="114069"/>
                    <a:pt x="529537" y="127955"/>
                    <a:pt x="518608" y="138866"/>
                  </a:cubicBezTo>
                  <a:lnTo>
                    <a:pt x="481849" y="181518"/>
                  </a:lnTo>
                  <a:cubicBezTo>
                    <a:pt x="493771" y="201356"/>
                    <a:pt x="503706" y="223178"/>
                    <a:pt x="508673" y="245992"/>
                  </a:cubicBezTo>
                  <a:lnTo>
                    <a:pt x="565303" y="249959"/>
                  </a:lnTo>
                  <a:cubicBezTo>
                    <a:pt x="580206" y="249959"/>
                    <a:pt x="593121" y="257894"/>
                    <a:pt x="593121" y="265830"/>
                  </a:cubicBezTo>
                  <a:lnTo>
                    <a:pt x="593121" y="325344"/>
                  </a:lnTo>
                  <a:cubicBezTo>
                    <a:pt x="593121" y="334271"/>
                    <a:pt x="580206" y="341214"/>
                    <a:pt x="565303" y="341214"/>
                  </a:cubicBezTo>
                  <a:lnTo>
                    <a:pt x="508673" y="346174"/>
                  </a:lnTo>
                  <a:cubicBezTo>
                    <a:pt x="503706" y="368987"/>
                    <a:pt x="493771" y="390809"/>
                    <a:pt x="481849" y="410647"/>
                  </a:cubicBezTo>
                  <a:lnTo>
                    <a:pt x="518608" y="453299"/>
                  </a:lnTo>
                  <a:cubicBezTo>
                    <a:pt x="529537" y="464210"/>
                    <a:pt x="533511" y="478096"/>
                    <a:pt x="526556" y="484048"/>
                  </a:cubicBezTo>
                  <a:lnTo>
                    <a:pt x="484829" y="525708"/>
                  </a:lnTo>
                  <a:cubicBezTo>
                    <a:pt x="478868" y="532651"/>
                    <a:pt x="464959" y="528683"/>
                    <a:pt x="454031" y="517772"/>
                  </a:cubicBezTo>
                  <a:lnTo>
                    <a:pt x="411310" y="481072"/>
                  </a:lnTo>
                  <a:cubicBezTo>
                    <a:pt x="391440" y="492975"/>
                    <a:pt x="369583" y="502894"/>
                    <a:pt x="346732" y="507853"/>
                  </a:cubicBezTo>
                  <a:lnTo>
                    <a:pt x="341765" y="564392"/>
                  </a:lnTo>
                  <a:cubicBezTo>
                    <a:pt x="341765" y="579270"/>
                    <a:pt x="334810" y="592165"/>
                    <a:pt x="325869" y="592165"/>
                  </a:cubicBezTo>
                  <a:lnTo>
                    <a:pt x="266259" y="592165"/>
                  </a:lnTo>
                  <a:cubicBezTo>
                    <a:pt x="258311" y="592165"/>
                    <a:pt x="250363" y="579270"/>
                    <a:pt x="250363" y="564392"/>
                  </a:cubicBezTo>
                  <a:lnTo>
                    <a:pt x="246389" y="507853"/>
                  </a:lnTo>
                  <a:cubicBezTo>
                    <a:pt x="223538" y="502894"/>
                    <a:pt x="201681" y="492975"/>
                    <a:pt x="181811" y="481072"/>
                  </a:cubicBezTo>
                  <a:lnTo>
                    <a:pt x="139090" y="517772"/>
                  </a:lnTo>
                  <a:cubicBezTo>
                    <a:pt x="128162" y="528683"/>
                    <a:pt x="114253" y="532651"/>
                    <a:pt x="108292" y="525708"/>
                  </a:cubicBezTo>
                  <a:lnTo>
                    <a:pt x="65571" y="484048"/>
                  </a:lnTo>
                  <a:cubicBezTo>
                    <a:pt x="59610" y="478096"/>
                    <a:pt x="63584" y="464210"/>
                    <a:pt x="74513" y="453299"/>
                  </a:cubicBezTo>
                  <a:lnTo>
                    <a:pt x="110279" y="410647"/>
                  </a:lnTo>
                  <a:cubicBezTo>
                    <a:pt x="98357" y="390809"/>
                    <a:pt x="89415" y="368987"/>
                    <a:pt x="84448" y="346174"/>
                  </a:cubicBezTo>
                  <a:lnTo>
                    <a:pt x="27818" y="341214"/>
                  </a:lnTo>
                  <a:cubicBezTo>
                    <a:pt x="12916" y="341214"/>
                    <a:pt x="0" y="334271"/>
                    <a:pt x="0" y="325344"/>
                  </a:cubicBezTo>
                  <a:lnTo>
                    <a:pt x="0" y="265830"/>
                  </a:lnTo>
                  <a:cubicBezTo>
                    <a:pt x="0" y="257894"/>
                    <a:pt x="12916" y="249959"/>
                    <a:pt x="27818" y="249959"/>
                  </a:cubicBezTo>
                  <a:lnTo>
                    <a:pt x="84448" y="245992"/>
                  </a:lnTo>
                  <a:cubicBezTo>
                    <a:pt x="89415" y="223178"/>
                    <a:pt x="98357" y="201356"/>
                    <a:pt x="110279" y="181518"/>
                  </a:cubicBezTo>
                  <a:lnTo>
                    <a:pt x="74513" y="138866"/>
                  </a:lnTo>
                  <a:cubicBezTo>
                    <a:pt x="63584" y="127955"/>
                    <a:pt x="59610" y="114069"/>
                    <a:pt x="65571" y="108117"/>
                  </a:cubicBezTo>
                  <a:lnTo>
                    <a:pt x="108292" y="65466"/>
                  </a:lnTo>
                  <a:cubicBezTo>
                    <a:pt x="114253" y="59514"/>
                    <a:pt x="128162" y="63482"/>
                    <a:pt x="139090" y="74393"/>
                  </a:cubicBezTo>
                  <a:lnTo>
                    <a:pt x="181811" y="110101"/>
                  </a:lnTo>
                  <a:cubicBezTo>
                    <a:pt x="201681" y="98198"/>
                    <a:pt x="223538" y="89271"/>
                    <a:pt x="246389" y="84312"/>
                  </a:cubicBezTo>
                  <a:lnTo>
                    <a:pt x="250363" y="27773"/>
                  </a:lnTo>
                  <a:cubicBezTo>
                    <a:pt x="250363" y="12895"/>
                    <a:pt x="258311" y="0"/>
                    <a:pt x="266259" y="0"/>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sp>
          <p:nvSpPr>
            <p:cNvPr id="29" name="标题 1"/>
            <p:cNvSpPr txBox="1"/>
            <p:nvPr/>
          </p:nvSpPr>
          <p:spPr>
            <a:xfrm flipH="1">
              <a:off x="10771512" y="5557873"/>
              <a:ext cx="350963" cy="351113"/>
            </a:xfrm>
            <a:custGeom>
              <a:avLst/>
              <a:gdLst>
                <a:gd name="connsiteX0" fmla="*/ 508291 w 606885"/>
                <a:gd name="connsiteY0" fmla="*/ 415645 h 607145"/>
                <a:gd name="connsiteX1" fmla="*/ 417168 w 606885"/>
                <a:gd name="connsiteY1" fmla="*/ 415742 h 607145"/>
                <a:gd name="connsiteX2" fmla="*/ 392859 w 606885"/>
                <a:gd name="connsiteY2" fmla="*/ 429210 h 607145"/>
                <a:gd name="connsiteX3" fmla="*/ 334489 w 606885"/>
                <a:gd name="connsiteY3" fmla="*/ 518928 h 607145"/>
                <a:gd name="connsiteX4" fmla="*/ 338710 w 606885"/>
                <a:gd name="connsiteY4" fmla="*/ 520382 h 607145"/>
                <a:gd name="connsiteX5" fmla="*/ 383980 w 606885"/>
                <a:gd name="connsiteY5" fmla="*/ 527697 h 607145"/>
                <a:gd name="connsiteX6" fmla="*/ 384126 w 606885"/>
                <a:gd name="connsiteY6" fmla="*/ 527697 h 607145"/>
                <a:gd name="connsiteX7" fmla="*/ 429541 w 606885"/>
                <a:gd name="connsiteY7" fmla="*/ 520333 h 607145"/>
                <a:gd name="connsiteX8" fmla="*/ 448125 w 606885"/>
                <a:gd name="connsiteY8" fmla="*/ 512631 h 607145"/>
                <a:gd name="connsiteX9" fmla="*/ 512318 w 606885"/>
                <a:gd name="connsiteY9" fmla="*/ 448394 h 607145"/>
                <a:gd name="connsiteX10" fmla="*/ 519984 w 606885"/>
                <a:gd name="connsiteY10" fmla="*/ 429888 h 607145"/>
                <a:gd name="connsiteX11" fmla="*/ 523914 w 606885"/>
                <a:gd name="connsiteY11" fmla="*/ 415645 h 607145"/>
                <a:gd name="connsiteX12" fmla="*/ 383980 w 606885"/>
                <a:gd name="connsiteY12" fmla="*/ 363568 h 607145"/>
                <a:gd name="connsiteX13" fmla="*/ 375101 w 606885"/>
                <a:gd name="connsiteY13" fmla="*/ 365506 h 607145"/>
                <a:gd name="connsiteX14" fmla="*/ 362922 w 606885"/>
                <a:gd name="connsiteY14" fmla="*/ 384641 h 607145"/>
                <a:gd name="connsiteX15" fmla="*/ 376993 w 606885"/>
                <a:gd name="connsiteY15" fmla="*/ 404503 h 607145"/>
                <a:gd name="connsiteX16" fmla="*/ 384029 w 606885"/>
                <a:gd name="connsiteY16" fmla="*/ 405666 h 607145"/>
                <a:gd name="connsiteX17" fmla="*/ 405087 w 606885"/>
                <a:gd name="connsiteY17" fmla="*/ 385755 h 607145"/>
                <a:gd name="connsiteX18" fmla="*/ 405087 w 606885"/>
                <a:gd name="connsiteY18" fmla="*/ 385465 h 607145"/>
                <a:gd name="connsiteX19" fmla="*/ 405087 w 606885"/>
                <a:gd name="connsiteY19" fmla="*/ 384593 h 607145"/>
                <a:gd name="connsiteX20" fmla="*/ 384029 w 606885"/>
                <a:gd name="connsiteY20" fmla="*/ 363568 h 607145"/>
                <a:gd name="connsiteX21" fmla="*/ 383980 w 606885"/>
                <a:gd name="connsiteY21" fmla="*/ 363568 h 607145"/>
                <a:gd name="connsiteX22" fmla="*/ 279951 w 606885"/>
                <a:gd name="connsiteY22" fmla="*/ 286251 h 607145"/>
                <a:gd name="connsiteX23" fmla="*/ 269616 w 606885"/>
                <a:gd name="connsiteY23" fmla="*/ 298459 h 607145"/>
                <a:gd name="connsiteX24" fmla="*/ 255691 w 606885"/>
                <a:gd name="connsiteY24" fmla="*/ 320840 h 607145"/>
                <a:gd name="connsiteX25" fmla="*/ 250596 w 606885"/>
                <a:gd name="connsiteY25" fmla="*/ 332322 h 607145"/>
                <a:gd name="connsiteX26" fmla="*/ 248024 w 606885"/>
                <a:gd name="connsiteY26" fmla="*/ 339394 h 607145"/>
                <a:gd name="connsiteX27" fmla="*/ 247005 w 606885"/>
                <a:gd name="connsiteY27" fmla="*/ 342592 h 607145"/>
                <a:gd name="connsiteX28" fmla="*/ 244434 w 606885"/>
                <a:gd name="connsiteY28" fmla="*/ 352135 h 607145"/>
                <a:gd name="connsiteX29" fmla="*/ 240698 w 606885"/>
                <a:gd name="connsiteY29" fmla="*/ 384738 h 607145"/>
                <a:gd name="connsiteX30" fmla="*/ 248121 w 606885"/>
                <a:gd name="connsiteY30" fmla="*/ 430082 h 607145"/>
                <a:gd name="connsiteX31" fmla="*/ 255836 w 606885"/>
                <a:gd name="connsiteY31" fmla="*/ 448636 h 607145"/>
                <a:gd name="connsiteX32" fmla="*/ 280873 w 606885"/>
                <a:gd name="connsiteY32" fmla="*/ 483952 h 607145"/>
                <a:gd name="connsiteX33" fmla="*/ 291839 w 606885"/>
                <a:gd name="connsiteY33" fmla="*/ 467578 h 607145"/>
                <a:gd name="connsiteX34" fmla="*/ 339874 w 606885"/>
                <a:gd name="connsiteY34" fmla="*/ 395638 h 607145"/>
                <a:gd name="connsiteX35" fmla="*/ 338516 w 606885"/>
                <a:gd name="connsiteY35" fmla="*/ 384641 h 607145"/>
                <a:gd name="connsiteX36" fmla="*/ 339486 w 606885"/>
                <a:gd name="connsiteY36" fmla="*/ 375146 h 607145"/>
                <a:gd name="connsiteX37" fmla="*/ 315129 w 606885"/>
                <a:gd name="connsiteY37" fmla="*/ 338765 h 607145"/>
                <a:gd name="connsiteX38" fmla="*/ 310519 w 606885"/>
                <a:gd name="connsiteY38" fmla="*/ 331886 h 607145"/>
                <a:gd name="connsiteX39" fmla="*/ 305910 w 606885"/>
                <a:gd name="connsiteY39" fmla="*/ 325055 h 607145"/>
                <a:gd name="connsiteX40" fmla="*/ 290868 w 606885"/>
                <a:gd name="connsiteY40" fmla="*/ 302625 h 607145"/>
                <a:gd name="connsiteX41" fmla="*/ 281455 w 606885"/>
                <a:gd name="connsiteY41" fmla="*/ 288528 h 607145"/>
                <a:gd name="connsiteX42" fmla="*/ 383883 w 606885"/>
                <a:gd name="connsiteY42" fmla="*/ 241537 h 607145"/>
                <a:gd name="connsiteX43" fmla="*/ 352296 w 606885"/>
                <a:gd name="connsiteY43" fmla="*/ 245074 h 607145"/>
                <a:gd name="connsiteX44" fmla="*/ 342689 w 606885"/>
                <a:gd name="connsiteY44" fmla="*/ 247593 h 607145"/>
                <a:gd name="connsiteX45" fmla="*/ 338467 w 606885"/>
                <a:gd name="connsiteY45" fmla="*/ 248949 h 607145"/>
                <a:gd name="connsiteX46" fmla="*/ 333227 w 606885"/>
                <a:gd name="connsiteY46" fmla="*/ 250790 h 607145"/>
                <a:gd name="connsiteX47" fmla="*/ 338031 w 606885"/>
                <a:gd name="connsiteY47" fmla="*/ 258202 h 607145"/>
                <a:gd name="connsiteX48" fmla="*/ 343125 w 606885"/>
                <a:gd name="connsiteY48" fmla="*/ 266050 h 607145"/>
                <a:gd name="connsiteX49" fmla="*/ 391355 w 606885"/>
                <a:gd name="connsiteY49" fmla="*/ 339782 h 607145"/>
                <a:gd name="connsiteX50" fmla="*/ 417120 w 606885"/>
                <a:gd name="connsiteY50" fmla="*/ 353492 h 607145"/>
                <a:gd name="connsiteX51" fmla="*/ 508242 w 606885"/>
                <a:gd name="connsiteY51" fmla="*/ 353395 h 607145"/>
                <a:gd name="connsiteX52" fmla="*/ 523866 w 606885"/>
                <a:gd name="connsiteY52" fmla="*/ 353395 h 607145"/>
                <a:gd name="connsiteX53" fmla="*/ 519936 w 606885"/>
                <a:gd name="connsiteY53" fmla="*/ 339152 h 607145"/>
                <a:gd name="connsiteX54" fmla="*/ 512172 w 606885"/>
                <a:gd name="connsiteY54" fmla="*/ 320647 h 607145"/>
                <a:gd name="connsiteX55" fmla="*/ 447882 w 606885"/>
                <a:gd name="connsiteY55" fmla="*/ 256555 h 607145"/>
                <a:gd name="connsiteX56" fmla="*/ 429347 w 606885"/>
                <a:gd name="connsiteY56" fmla="*/ 248852 h 607145"/>
                <a:gd name="connsiteX57" fmla="*/ 384029 w 606885"/>
                <a:gd name="connsiteY57" fmla="*/ 241537 h 607145"/>
                <a:gd name="connsiteX58" fmla="*/ 184993 w 606885"/>
                <a:gd name="connsiteY58" fmla="*/ 167283 h 607145"/>
                <a:gd name="connsiteX59" fmla="*/ 172476 w 606885"/>
                <a:gd name="connsiteY59" fmla="*/ 172515 h 607145"/>
                <a:gd name="connsiteX60" fmla="*/ 169322 w 606885"/>
                <a:gd name="connsiteY60" fmla="*/ 192426 h 607145"/>
                <a:gd name="connsiteX61" fmla="*/ 172767 w 606885"/>
                <a:gd name="connsiteY61" fmla="*/ 197222 h 607145"/>
                <a:gd name="connsiteX62" fmla="*/ 184993 w 606885"/>
                <a:gd name="connsiteY62" fmla="*/ 202164 h 607145"/>
                <a:gd name="connsiteX63" fmla="*/ 196831 w 606885"/>
                <a:gd name="connsiteY63" fmla="*/ 197610 h 607145"/>
                <a:gd name="connsiteX64" fmla="*/ 196976 w 606885"/>
                <a:gd name="connsiteY64" fmla="*/ 197416 h 607145"/>
                <a:gd name="connsiteX65" fmla="*/ 197510 w 606885"/>
                <a:gd name="connsiteY65" fmla="*/ 196932 h 607145"/>
                <a:gd name="connsiteX66" fmla="*/ 197219 w 606885"/>
                <a:gd name="connsiteY66" fmla="*/ 172224 h 607145"/>
                <a:gd name="connsiteX67" fmla="*/ 190815 w 606885"/>
                <a:gd name="connsiteY67" fmla="*/ 168252 h 607145"/>
                <a:gd name="connsiteX68" fmla="*/ 184993 w 606885"/>
                <a:gd name="connsiteY68" fmla="*/ 167283 h 607145"/>
                <a:gd name="connsiteX69" fmla="*/ 411880 w 606885"/>
                <a:gd name="connsiteY69" fmla="*/ 162089 h 607145"/>
                <a:gd name="connsiteX70" fmla="*/ 424932 w 606885"/>
                <a:gd name="connsiteY70" fmla="*/ 175072 h 607145"/>
                <a:gd name="connsiteX71" fmla="*/ 426096 w 606885"/>
                <a:gd name="connsiteY71" fmla="*/ 194401 h 607145"/>
                <a:gd name="connsiteX72" fmla="*/ 488688 w 606885"/>
                <a:gd name="connsiteY72" fmla="*/ 220222 h 607145"/>
                <a:gd name="connsiteX73" fmla="*/ 503196 w 606885"/>
                <a:gd name="connsiteY73" fmla="*/ 207384 h 607145"/>
                <a:gd name="connsiteX74" fmla="*/ 512415 w 606885"/>
                <a:gd name="connsiteY74" fmla="*/ 203557 h 607145"/>
                <a:gd name="connsiteX75" fmla="*/ 521585 w 606885"/>
                <a:gd name="connsiteY75" fmla="*/ 207336 h 607145"/>
                <a:gd name="connsiteX76" fmla="*/ 561324 w 606885"/>
                <a:gd name="connsiteY76" fmla="*/ 246963 h 607145"/>
                <a:gd name="connsiteX77" fmla="*/ 561324 w 606885"/>
                <a:gd name="connsiteY77" fmla="*/ 265323 h 607145"/>
                <a:gd name="connsiteX78" fmla="*/ 548466 w 606885"/>
                <a:gd name="connsiteY78" fmla="*/ 279857 h 607145"/>
                <a:gd name="connsiteX79" fmla="*/ 574473 w 606885"/>
                <a:gd name="connsiteY79" fmla="*/ 342253 h 607145"/>
                <a:gd name="connsiteX80" fmla="*/ 593833 w 606885"/>
                <a:gd name="connsiteY80" fmla="*/ 343415 h 607145"/>
                <a:gd name="connsiteX81" fmla="*/ 606837 w 606885"/>
                <a:gd name="connsiteY81" fmla="*/ 356398 h 607145"/>
                <a:gd name="connsiteX82" fmla="*/ 606885 w 606885"/>
                <a:gd name="connsiteY82" fmla="*/ 412448 h 607145"/>
                <a:gd name="connsiteX83" fmla="*/ 593882 w 606885"/>
                <a:gd name="connsiteY83" fmla="*/ 425480 h 607145"/>
                <a:gd name="connsiteX84" fmla="*/ 574522 w 606885"/>
                <a:gd name="connsiteY84" fmla="*/ 426642 h 607145"/>
                <a:gd name="connsiteX85" fmla="*/ 548660 w 606885"/>
                <a:gd name="connsiteY85" fmla="*/ 489135 h 607145"/>
                <a:gd name="connsiteX86" fmla="*/ 561567 w 606885"/>
                <a:gd name="connsiteY86" fmla="*/ 503620 h 607145"/>
                <a:gd name="connsiteX87" fmla="*/ 561567 w 606885"/>
                <a:gd name="connsiteY87" fmla="*/ 521980 h 607145"/>
                <a:gd name="connsiteX88" fmla="*/ 521877 w 606885"/>
                <a:gd name="connsiteY88" fmla="*/ 561656 h 607145"/>
                <a:gd name="connsiteX89" fmla="*/ 512706 w 606885"/>
                <a:gd name="connsiteY89" fmla="*/ 565483 h 607145"/>
                <a:gd name="connsiteX90" fmla="*/ 503487 w 606885"/>
                <a:gd name="connsiteY90" fmla="*/ 561704 h 607145"/>
                <a:gd name="connsiteX91" fmla="*/ 488931 w 606885"/>
                <a:gd name="connsiteY91" fmla="*/ 548867 h 607145"/>
                <a:gd name="connsiteX92" fmla="*/ 426436 w 606885"/>
                <a:gd name="connsiteY92" fmla="*/ 574784 h 607145"/>
                <a:gd name="connsiteX93" fmla="*/ 425271 w 606885"/>
                <a:gd name="connsiteY93" fmla="*/ 594114 h 607145"/>
                <a:gd name="connsiteX94" fmla="*/ 412268 w 606885"/>
                <a:gd name="connsiteY94" fmla="*/ 607097 h 607145"/>
                <a:gd name="connsiteX95" fmla="*/ 356129 w 606885"/>
                <a:gd name="connsiteY95" fmla="*/ 607145 h 607145"/>
                <a:gd name="connsiteX96" fmla="*/ 343077 w 606885"/>
                <a:gd name="connsiteY96" fmla="*/ 594162 h 607145"/>
                <a:gd name="connsiteX97" fmla="*/ 341912 w 606885"/>
                <a:gd name="connsiteY97" fmla="*/ 574833 h 607145"/>
                <a:gd name="connsiteX98" fmla="*/ 279369 w 606885"/>
                <a:gd name="connsiteY98" fmla="*/ 549012 h 607145"/>
                <a:gd name="connsiteX99" fmla="*/ 264813 w 606885"/>
                <a:gd name="connsiteY99" fmla="*/ 561898 h 607145"/>
                <a:gd name="connsiteX100" fmla="*/ 255642 w 606885"/>
                <a:gd name="connsiteY100" fmla="*/ 565677 h 607145"/>
                <a:gd name="connsiteX101" fmla="*/ 246423 w 606885"/>
                <a:gd name="connsiteY101" fmla="*/ 561898 h 607145"/>
                <a:gd name="connsiteX102" fmla="*/ 206684 w 606885"/>
                <a:gd name="connsiteY102" fmla="*/ 522319 h 607145"/>
                <a:gd name="connsiteX103" fmla="*/ 206684 w 606885"/>
                <a:gd name="connsiteY103" fmla="*/ 503911 h 607145"/>
                <a:gd name="connsiteX104" fmla="*/ 219542 w 606885"/>
                <a:gd name="connsiteY104" fmla="*/ 489377 h 607145"/>
                <a:gd name="connsiteX105" fmla="*/ 193584 w 606885"/>
                <a:gd name="connsiteY105" fmla="*/ 426981 h 607145"/>
                <a:gd name="connsiteX106" fmla="*/ 174224 w 606885"/>
                <a:gd name="connsiteY106" fmla="*/ 425819 h 607145"/>
                <a:gd name="connsiteX107" fmla="*/ 174175 w 606885"/>
                <a:gd name="connsiteY107" fmla="*/ 425819 h 607145"/>
                <a:gd name="connsiteX108" fmla="*/ 161172 w 606885"/>
                <a:gd name="connsiteY108" fmla="*/ 412836 h 607145"/>
                <a:gd name="connsiteX109" fmla="*/ 161123 w 606885"/>
                <a:gd name="connsiteY109" fmla="*/ 385465 h 607145"/>
                <a:gd name="connsiteX110" fmla="*/ 161123 w 606885"/>
                <a:gd name="connsiteY110" fmla="*/ 377326 h 607145"/>
                <a:gd name="connsiteX111" fmla="*/ 161123 w 606885"/>
                <a:gd name="connsiteY111" fmla="*/ 369139 h 607145"/>
                <a:gd name="connsiteX112" fmla="*/ 161123 w 606885"/>
                <a:gd name="connsiteY112" fmla="*/ 356786 h 607145"/>
                <a:gd name="connsiteX113" fmla="*/ 174127 w 606885"/>
                <a:gd name="connsiteY113" fmla="*/ 343754 h 607145"/>
                <a:gd name="connsiteX114" fmla="*/ 193487 w 606885"/>
                <a:gd name="connsiteY114" fmla="*/ 342592 h 607145"/>
                <a:gd name="connsiteX115" fmla="*/ 197902 w 606885"/>
                <a:gd name="connsiteY115" fmla="*/ 326072 h 607145"/>
                <a:gd name="connsiteX116" fmla="*/ 207703 w 606885"/>
                <a:gd name="connsiteY116" fmla="*/ 301124 h 607145"/>
                <a:gd name="connsiteX117" fmla="*/ 212458 w 606885"/>
                <a:gd name="connsiteY117" fmla="*/ 291774 h 607145"/>
                <a:gd name="connsiteX118" fmla="*/ 218426 w 606885"/>
                <a:gd name="connsiteY118" fmla="*/ 281601 h 607145"/>
                <a:gd name="connsiteX119" fmla="*/ 219348 w 606885"/>
                <a:gd name="connsiteY119" fmla="*/ 280147 h 607145"/>
                <a:gd name="connsiteX120" fmla="*/ 206490 w 606885"/>
                <a:gd name="connsiteY120" fmla="*/ 265614 h 607145"/>
                <a:gd name="connsiteX121" fmla="*/ 203822 w 606885"/>
                <a:gd name="connsiteY121" fmla="*/ 261787 h 607145"/>
                <a:gd name="connsiteX122" fmla="*/ 204016 w 606885"/>
                <a:gd name="connsiteY122" fmla="*/ 250693 h 607145"/>
                <a:gd name="connsiteX123" fmla="*/ 206442 w 606885"/>
                <a:gd name="connsiteY123" fmla="*/ 247254 h 607145"/>
                <a:gd name="connsiteX124" fmla="*/ 209208 w 606885"/>
                <a:gd name="connsiteY124" fmla="*/ 244492 h 607145"/>
                <a:gd name="connsiteX125" fmla="*/ 245744 w 606885"/>
                <a:gd name="connsiteY125" fmla="*/ 207966 h 607145"/>
                <a:gd name="connsiteX126" fmla="*/ 246132 w 606885"/>
                <a:gd name="connsiteY126" fmla="*/ 207578 h 607145"/>
                <a:gd name="connsiteX127" fmla="*/ 253216 w 606885"/>
                <a:gd name="connsiteY127" fmla="*/ 203945 h 607145"/>
                <a:gd name="connsiteX128" fmla="*/ 255351 w 606885"/>
                <a:gd name="connsiteY128" fmla="*/ 203751 h 607145"/>
                <a:gd name="connsiteX129" fmla="*/ 264521 w 606885"/>
                <a:gd name="connsiteY129" fmla="*/ 207578 h 607145"/>
                <a:gd name="connsiteX130" fmla="*/ 279078 w 606885"/>
                <a:gd name="connsiteY130" fmla="*/ 220416 h 607145"/>
                <a:gd name="connsiteX131" fmla="*/ 280630 w 606885"/>
                <a:gd name="connsiteY131" fmla="*/ 219447 h 607145"/>
                <a:gd name="connsiteX132" fmla="*/ 281795 w 606885"/>
                <a:gd name="connsiteY132" fmla="*/ 218720 h 607145"/>
                <a:gd name="connsiteX133" fmla="*/ 292033 w 606885"/>
                <a:gd name="connsiteY133" fmla="*/ 212810 h 607145"/>
                <a:gd name="connsiteX134" fmla="*/ 301446 w 606885"/>
                <a:gd name="connsiteY134" fmla="*/ 208111 h 607145"/>
                <a:gd name="connsiteX135" fmla="*/ 325755 w 606885"/>
                <a:gd name="connsiteY135" fmla="*/ 198713 h 607145"/>
                <a:gd name="connsiteX136" fmla="*/ 341573 w 606885"/>
                <a:gd name="connsiteY136" fmla="*/ 194498 h 607145"/>
                <a:gd name="connsiteX137" fmla="*/ 342737 w 606885"/>
                <a:gd name="connsiteY137" fmla="*/ 175169 h 607145"/>
                <a:gd name="connsiteX138" fmla="*/ 355741 w 606885"/>
                <a:gd name="connsiteY138" fmla="*/ 162137 h 607145"/>
                <a:gd name="connsiteX139" fmla="*/ 369472 w 606885"/>
                <a:gd name="connsiteY139" fmla="*/ 162137 h 607145"/>
                <a:gd name="connsiteX140" fmla="*/ 377575 w 606885"/>
                <a:gd name="connsiteY140" fmla="*/ 162137 h 607145"/>
                <a:gd name="connsiteX141" fmla="*/ 385630 w 606885"/>
                <a:gd name="connsiteY141" fmla="*/ 162137 h 607145"/>
                <a:gd name="connsiteX142" fmla="*/ 180481 w 606885"/>
                <a:gd name="connsiteY142" fmla="*/ 66177 h 607145"/>
                <a:gd name="connsiteX143" fmla="*/ 146082 w 606885"/>
                <a:gd name="connsiteY143" fmla="*/ 72620 h 607145"/>
                <a:gd name="connsiteX144" fmla="*/ 130751 w 606885"/>
                <a:gd name="connsiteY144" fmla="*/ 79160 h 607145"/>
                <a:gd name="connsiteX145" fmla="*/ 100041 w 606885"/>
                <a:gd name="connsiteY145" fmla="*/ 101784 h 607145"/>
                <a:gd name="connsiteX146" fmla="*/ 78111 w 606885"/>
                <a:gd name="connsiteY146" fmla="*/ 132935 h 607145"/>
                <a:gd name="connsiteX147" fmla="*/ 71901 w 606885"/>
                <a:gd name="connsiteY147" fmla="*/ 148389 h 607145"/>
                <a:gd name="connsiteX148" fmla="*/ 66225 w 606885"/>
                <a:gd name="connsiteY148" fmla="*/ 183851 h 607145"/>
                <a:gd name="connsiteX149" fmla="*/ 82235 w 606885"/>
                <a:gd name="connsiteY149" fmla="*/ 180460 h 607145"/>
                <a:gd name="connsiteX150" fmla="*/ 152438 w 606885"/>
                <a:gd name="connsiteY150" fmla="*/ 165684 h 607145"/>
                <a:gd name="connsiteX151" fmla="*/ 158017 w 606885"/>
                <a:gd name="connsiteY151" fmla="*/ 158417 h 607145"/>
                <a:gd name="connsiteX152" fmla="*/ 164131 w 606885"/>
                <a:gd name="connsiteY152" fmla="*/ 153331 h 607145"/>
                <a:gd name="connsiteX153" fmla="*/ 177473 w 606885"/>
                <a:gd name="connsiteY153" fmla="*/ 82212 h 607145"/>
                <a:gd name="connsiteX154" fmla="*/ 206194 w 606885"/>
                <a:gd name="connsiteY154" fmla="*/ 0 h 607145"/>
                <a:gd name="connsiteX155" fmla="*/ 206291 w 606885"/>
                <a:gd name="connsiteY155" fmla="*/ 0 h 607145"/>
                <a:gd name="connsiteX156" fmla="*/ 217111 w 606885"/>
                <a:gd name="connsiteY156" fmla="*/ 10658 h 607145"/>
                <a:gd name="connsiteX157" fmla="*/ 218226 w 606885"/>
                <a:gd name="connsiteY157" fmla="*/ 26694 h 607145"/>
                <a:gd name="connsiteX158" fmla="*/ 270333 w 606885"/>
                <a:gd name="connsiteY158" fmla="*/ 47525 h 607145"/>
                <a:gd name="connsiteX159" fmla="*/ 282268 w 606885"/>
                <a:gd name="connsiteY159" fmla="*/ 36722 h 607145"/>
                <a:gd name="connsiteX160" fmla="*/ 289982 w 606885"/>
                <a:gd name="connsiteY160" fmla="*/ 33524 h 607145"/>
                <a:gd name="connsiteX161" fmla="*/ 297502 w 606885"/>
                <a:gd name="connsiteY161" fmla="*/ 36577 h 607145"/>
                <a:gd name="connsiteX162" fmla="*/ 330784 w 606885"/>
                <a:gd name="connsiteY162" fmla="*/ 69084 h 607145"/>
                <a:gd name="connsiteX163" fmla="*/ 330978 w 606885"/>
                <a:gd name="connsiteY163" fmla="*/ 84296 h 607145"/>
                <a:gd name="connsiteX164" fmla="*/ 320450 w 606885"/>
                <a:gd name="connsiteY164" fmla="*/ 96455 h 607145"/>
                <a:gd name="connsiteX165" fmla="*/ 342476 w 606885"/>
                <a:gd name="connsiteY165" fmla="*/ 147953 h 607145"/>
                <a:gd name="connsiteX166" fmla="*/ 335150 w 606885"/>
                <a:gd name="connsiteY166" fmla="*/ 154542 h 607145"/>
                <a:gd name="connsiteX167" fmla="*/ 326611 w 606885"/>
                <a:gd name="connsiteY167" fmla="*/ 174598 h 607145"/>
                <a:gd name="connsiteX168" fmla="*/ 326320 w 606885"/>
                <a:gd name="connsiteY168" fmla="*/ 179394 h 607145"/>
                <a:gd name="connsiteX169" fmla="*/ 326175 w 606885"/>
                <a:gd name="connsiteY169" fmla="*/ 181720 h 607145"/>
                <a:gd name="connsiteX170" fmla="*/ 303663 w 606885"/>
                <a:gd name="connsiteY170" fmla="*/ 189520 h 607145"/>
                <a:gd name="connsiteX171" fmla="*/ 297259 w 606885"/>
                <a:gd name="connsiteY171" fmla="*/ 145870 h 607145"/>
                <a:gd name="connsiteX172" fmla="*/ 290710 w 606885"/>
                <a:gd name="connsiteY172" fmla="*/ 130561 h 607145"/>
                <a:gd name="connsiteX173" fmla="*/ 268052 w 606885"/>
                <a:gd name="connsiteY173" fmla="*/ 99895 h 607145"/>
                <a:gd name="connsiteX174" fmla="*/ 236857 w 606885"/>
                <a:gd name="connsiteY174" fmla="*/ 77998 h 607145"/>
                <a:gd name="connsiteX175" fmla="*/ 232636 w 606885"/>
                <a:gd name="connsiteY175" fmla="*/ 76060 h 607145"/>
                <a:gd name="connsiteX176" fmla="*/ 215412 w 606885"/>
                <a:gd name="connsiteY176" fmla="*/ 162390 h 607145"/>
                <a:gd name="connsiteX177" fmla="*/ 222690 w 606885"/>
                <a:gd name="connsiteY177" fmla="*/ 185450 h 607145"/>
                <a:gd name="connsiteX178" fmla="*/ 234237 w 606885"/>
                <a:gd name="connsiteY178" fmla="*/ 196690 h 607145"/>
                <a:gd name="connsiteX179" fmla="*/ 197704 w 606885"/>
                <a:gd name="connsiteY179" fmla="*/ 233218 h 607145"/>
                <a:gd name="connsiteX180" fmla="*/ 186594 w 606885"/>
                <a:gd name="connsiteY180" fmla="*/ 222366 h 607145"/>
                <a:gd name="connsiteX181" fmla="*/ 184993 w 606885"/>
                <a:gd name="connsiteY181" fmla="*/ 222366 h 607145"/>
                <a:gd name="connsiteX182" fmla="*/ 164373 w 606885"/>
                <a:gd name="connsiteY182" fmla="*/ 216262 h 607145"/>
                <a:gd name="connsiteX183" fmla="*/ 77675 w 606885"/>
                <a:gd name="connsiteY183" fmla="*/ 235591 h 607145"/>
                <a:gd name="connsiteX184" fmla="*/ 79276 w 606885"/>
                <a:gd name="connsiteY184" fmla="*/ 238886 h 607145"/>
                <a:gd name="connsiteX185" fmla="*/ 101981 w 606885"/>
                <a:gd name="connsiteY185" fmla="*/ 269552 h 607145"/>
                <a:gd name="connsiteX186" fmla="*/ 133177 w 606885"/>
                <a:gd name="connsiteY186" fmla="*/ 291498 h 607145"/>
                <a:gd name="connsiteX187" fmla="*/ 148605 w 606885"/>
                <a:gd name="connsiteY187" fmla="*/ 297650 h 607145"/>
                <a:gd name="connsiteX188" fmla="*/ 184993 w 606885"/>
                <a:gd name="connsiteY188" fmla="*/ 303319 h 607145"/>
                <a:gd name="connsiteX189" fmla="*/ 189117 w 606885"/>
                <a:gd name="connsiteY189" fmla="*/ 303270 h 607145"/>
                <a:gd name="connsiteX190" fmla="*/ 180917 w 606885"/>
                <a:gd name="connsiteY190" fmla="*/ 326669 h 607145"/>
                <a:gd name="connsiteX191" fmla="*/ 180723 w 606885"/>
                <a:gd name="connsiteY191" fmla="*/ 327202 h 607145"/>
                <a:gd name="connsiteX192" fmla="*/ 173592 w 606885"/>
                <a:gd name="connsiteY192" fmla="*/ 327638 h 607145"/>
                <a:gd name="connsiteX193" fmla="*/ 153505 w 606885"/>
                <a:gd name="connsiteY193" fmla="*/ 336213 h 607145"/>
                <a:gd name="connsiteX194" fmla="*/ 148945 w 606885"/>
                <a:gd name="connsiteY194" fmla="*/ 342172 h 607145"/>
                <a:gd name="connsiteX195" fmla="*/ 99652 w 606885"/>
                <a:gd name="connsiteY195" fmla="*/ 321922 h 607145"/>
                <a:gd name="connsiteX196" fmla="*/ 87766 w 606885"/>
                <a:gd name="connsiteY196" fmla="*/ 332725 h 607145"/>
                <a:gd name="connsiteX197" fmla="*/ 80052 w 606885"/>
                <a:gd name="connsiteY197" fmla="*/ 335971 h 607145"/>
                <a:gd name="connsiteX198" fmla="*/ 72483 w 606885"/>
                <a:gd name="connsiteY198" fmla="*/ 332870 h 607145"/>
                <a:gd name="connsiteX199" fmla="*/ 39201 w 606885"/>
                <a:gd name="connsiteY199" fmla="*/ 300412 h 607145"/>
                <a:gd name="connsiteX200" fmla="*/ 39056 w 606885"/>
                <a:gd name="connsiteY200" fmla="*/ 285151 h 607145"/>
                <a:gd name="connsiteX201" fmla="*/ 49584 w 606885"/>
                <a:gd name="connsiteY201" fmla="*/ 272992 h 607145"/>
                <a:gd name="connsiteX202" fmla="*/ 27509 w 606885"/>
                <a:gd name="connsiteY202" fmla="*/ 221494 h 607145"/>
                <a:gd name="connsiteX203" fmla="*/ 11450 w 606885"/>
                <a:gd name="connsiteY203" fmla="*/ 220719 h 607145"/>
                <a:gd name="connsiteX204" fmla="*/ 11305 w 606885"/>
                <a:gd name="connsiteY204" fmla="*/ 220719 h 607145"/>
                <a:gd name="connsiteX205" fmla="*/ 534 w 606885"/>
                <a:gd name="connsiteY205" fmla="*/ 210061 h 607145"/>
                <a:gd name="connsiteX206" fmla="*/ 0 w 606885"/>
                <a:gd name="connsiteY206" fmla="*/ 163601 h 607145"/>
                <a:gd name="connsiteX207" fmla="*/ 10674 w 606885"/>
                <a:gd name="connsiteY207" fmla="*/ 152701 h 607145"/>
                <a:gd name="connsiteX208" fmla="*/ 26733 w 606885"/>
                <a:gd name="connsiteY208" fmla="*/ 151538 h 607145"/>
                <a:gd name="connsiteX209" fmla="*/ 47595 w 606885"/>
                <a:gd name="connsiteY209" fmla="*/ 99507 h 607145"/>
                <a:gd name="connsiteX210" fmla="*/ 36824 w 606885"/>
                <a:gd name="connsiteY210" fmla="*/ 87638 h 607145"/>
                <a:gd name="connsiteX211" fmla="*/ 36630 w 606885"/>
                <a:gd name="connsiteY211" fmla="*/ 72378 h 607145"/>
                <a:gd name="connsiteX212" fmla="*/ 69184 w 606885"/>
                <a:gd name="connsiteY212" fmla="*/ 39144 h 607145"/>
                <a:gd name="connsiteX213" fmla="*/ 76898 w 606885"/>
                <a:gd name="connsiteY213" fmla="*/ 35898 h 607145"/>
                <a:gd name="connsiteX214" fmla="*/ 84418 w 606885"/>
                <a:gd name="connsiteY214" fmla="*/ 38999 h 607145"/>
                <a:gd name="connsiteX215" fmla="*/ 96596 w 606885"/>
                <a:gd name="connsiteY215" fmla="*/ 49512 h 607145"/>
                <a:gd name="connsiteX216" fmla="*/ 148169 w 606885"/>
                <a:gd name="connsiteY216" fmla="*/ 27469 h 607145"/>
                <a:gd name="connsiteX217" fmla="*/ 148993 w 606885"/>
                <a:gd name="connsiteY217" fmla="*/ 11433 h 607145"/>
                <a:gd name="connsiteX218" fmla="*/ 159667 w 606885"/>
                <a:gd name="connsiteY218" fmla="*/ 533 h 607145"/>
              </a:gdLst>
              <a:ahLst/>
              <a:cxnLst/>
              <a:rect l="l" t="t" r="r" b="b"/>
              <a:pathLst>
                <a:path w="606885" h="607145">
                  <a:moveTo>
                    <a:pt x="508291" y="415645"/>
                  </a:moveTo>
                  <a:lnTo>
                    <a:pt x="417168" y="415742"/>
                  </a:lnTo>
                  <a:cubicBezTo>
                    <a:pt x="410812" y="422476"/>
                    <a:pt x="402369" y="427320"/>
                    <a:pt x="392859" y="429210"/>
                  </a:cubicBezTo>
                  <a:lnTo>
                    <a:pt x="334489" y="518928"/>
                  </a:lnTo>
                  <a:cubicBezTo>
                    <a:pt x="335847" y="519413"/>
                    <a:pt x="337254" y="519946"/>
                    <a:pt x="338710" y="520382"/>
                  </a:cubicBezTo>
                  <a:cubicBezTo>
                    <a:pt x="352927" y="525129"/>
                    <a:pt x="368162" y="527697"/>
                    <a:pt x="383980" y="527697"/>
                  </a:cubicBezTo>
                  <a:lnTo>
                    <a:pt x="384126" y="527697"/>
                  </a:lnTo>
                  <a:cubicBezTo>
                    <a:pt x="399992" y="527697"/>
                    <a:pt x="415276" y="525081"/>
                    <a:pt x="429541" y="520333"/>
                  </a:cubicBezTo>
                  <a:cubicBezTo>
                    <a:pt x="435946" y="518153"/>
                    <a:pt x="442157" y="515586"/>
                    <a:pt x="448125" y="512631"/>
                  </a:cubicBezTo>
                  <a:cubicBezTo>
                    <a:pt x="475830" y="498727"/>
                    <a:pt x="498441" y="476152"/>
                    <a:pt x="512318" y="448394"/>
                  </a:cubicBezTo>
                  <a:cubicBezTo>
                    <a:pt x="515278" y="442435"/>
                    <a:pt x="517849" y="436283"/>
                    <a:pt x="519984" y="429888"/>
                  </a:cubicBezTo>
                  <a:cubicBezTo>
                    <a:pt x="521537" y="425237"/>
                    <a:pt x="522847" y="420490"/>
                    <a:pt x="523914" y="415645"/>
                  </a:cubicBezTo>
                  <a:close/>
                  <a:moveTo>
                    <a:pt x="383980" y="363568"/>
                  </a:moveTo>
                  <a:cubicBezTo>
                    <a:pt x="380826" y="363568"/>
                    <a:pt x="377818" y="364295"/>
                    <a:pt x="375101" y="365506"/>
                  </a:cubicBezTo>
                  <a:cubicBezTo>
                    <a:pt x="367920" y="368897"/>
                    <a:pt x="362922" y="376163"/>
                    <a:pt x="362922" y="384641"/>
                  </a:cubicBezTo>
                  <a:cubicBezTo>
                    <a:pt x="362922" y="393797"/>
                    <a:pt x="368793" y="401597"/>
                    <a:pt x="376993" y="404503"/>
                  </a:cubicBezTo>
                  <a:cubicBezTo>
                    <a:pt x="379225" y="405278"/>
                    <a:pt x="381554" y="405666"/>
                    <a:pt x="384029" y="405666"/>
                  </a:cubicBezTo>
                  <a:cubicBezTo>
                    <a:pt x="395285" y="405666"/>
                    <a:pt x="404504" y="396849"/>
                    <a:pt x="405087" y="385755"/>
                  </a:cubicBezTo>
                  <a:cubicBezTo>
                    <a:pt x="405087" y="385659"/>
                    <a:pt x="405087" y="385562"/>
                    <a:pt x="405087" y="385465"/>
                  </a:cubicBezTo>
                  <a:cubicBezTo>
                    <a:pt x="405087" y="385174"/>
                    <a:pt x="405087" y="384883"/>
                    <a:pt x="405087" y="384593"/>
                  </a:cubicBezTo>
                  <a:cubicBezTo>
                    <a:pt x="405087" y="372966"/>
                    <a:pt x="395674" y="363568"/>
                    <a:pt x="384029" y="363568"/>
                  </a:cubicBezTo>
                  <a:cubicBezTo>
                    <a:pt x="383980" y="363568"/>
                    <a:pt x="383980" y="363568"/>
                    <a:pt x="383980" y="363568"/>
                  </a:cubicBezTo>
                  <a:close/>
                  <a:moveTo>
                    <a:pt x="279951" y="286251"/>
                  </a:moveTo>
                  <a:cubicBezTo>
                    <a:pt x="276263" y="290127"/>
                    <a:pt x="272818" y="294196"/>
                    <a:pt x="269616" y="298459"/>
                  </a:cubicBezTo>
                  <a:cubicBezTo>
                    <a:pt x="264327" y="305435"/>
                    <a:pt x="259669" y="312944"/>
                    <a:pt x="255691" y="320840"/>
                  </a:cubicBezTo>
                  <a:cubicBezTo>
                    <a:pt x="253847" y="324571"/>
                    <a:pt x="252149" y="328398"/>
                    <a:pt x="250596" y="332322"/>
                  </a:cubicBezTo>
                  <a:cubicBezTo>
                    <a:pt x="249674" y="334647"/>
                    <a:pt x="248801" y="337021"/>
                    <a:pt x="248024" y="339394"/>
                  </a:cubicBezTo>
                  <a:cubicBezTo>
                    <a:pt x="247685" y="340460"/>
                    <a:pt x="247345" y="341526"/>
                    <a:pt x="247005" y="342592"/>
                  </a:cubicBezTo>
                  <a:cubicBezTo>
                    <a:pt x="246035" y="345741"/>
                    <a:pt x="245162" y="348889"/>
                    <a:pt x="244434" y="352135"/>
                  </a:cubicBezTo>
                  <a:cubicBezTo>
                    <a:pt x="242008" y="362599"/>
                    <a:pt x="240698" y="373548"/>
                    <a:pt x="240698" y="384738"/>
                  </a:cubicBezTo>
                  <a:cubicBezTo>
                    <a:pt x="240698" y="400628"/>
                    <a:pt x="243318" y="415839"/>
                    <a:pt x="248121" y="430082"/>
                  </a:cubicBezTo>
                  <a:cubicBezTo>
                    <a:pt x="250256" y="436476"/>
                    <a:pt x="252828" y="442677"/>
                    <a:pt x="255836" y="448636"/>
                  </a:cubicBezTo>
                  <a:cubicBezTo>
                    <a:pt x="262386" y="461667"/>
                    <a:pt x="270829" y="473585"/>
                    <a:pt x="280873" y="483952"/>
                  </a:cubicBezTo>
                  <a:lnTo>
                    <a:pt x="291839" y="467578"/>
                  </a:lnTo>
                  <a:lnTo>
                    <a:pt x="339874" y="395638"/>
                  </a:lnTo>
                  <a:cubicBezTo>
                    <a:pt x="339001" y="392150"/>
                    <a:pt x="338516" y="388468"/>
                    <a:pt x="338516" y="384641"/>
                  </a:cubicBezTo>
                  <a:cubicBezTo>
                    <a:pt x="338516" y="381395"/>
                    <a:pt x="338855" y="378198"/>
                    <a:pt x="339486" y="375146"/>
                  </a:cubicBezTo>
                  <a:lnTo>
                    <a:pt x="315129" y="338765"/>
                  </a:lnTo>
                  <a:lnTo>
                    <a:pt x="310519" y="331886"/>
                  </a:lnTo>
                  <a:lnTo>
                    <a:pt x="305910" y="325055"/>
                  </a:lnTo>
                  <a:lnTo>
                    <a:pt x="290868" y="302625"/>
                  </a:lnTo>
                  <a:lnTo>
                    <a:pt x="281455" y="288528"/>
                  </a:lnTo>
                  <a:close/>
                  <a:moveTo>
                    <a:pt x="383883" y="241537"/>
                  </a:moveTo>
                  <a:cubicBezTo>
                    <a:pt x="373014" y="241537"/>
                    <a:pt x="362485" y="242797"/>
                    <a:pt x="352296" y="245074"/>
                  </a:cubicBezTo>
                  <a:cubicBezTo>
                    <a:pt x="349045" y="245800"/>
                    <a:pt x="345843" y="246672"/>
                    <a:pt x="342689" y="247593"/>
                  </a:cubicBezTo>
                  <a:cubicBezTo>
                    <a:pt x="341282" y="248029"/>
                    <a:pt x="339874" y="248465"/>
                    <a:pt x="338467" y="248949"/>
                  </a:cubicBezTo>
                  <a:cubicBezTo>
                    <a:pt x="336672" y="249531"/>
                    <a:pt x="334925" y="250160"/>
                    <a:pt x="333227" y="250790"/>
                  </a:cubicBezTo>
                  <a:lnTo>
                    <a:pt x="338031" y="258202"/>
                  </a:lnTo>
                  <a:lnTo>
                    <a:pt x="343125" y="266050"/>
                  </a:lnTo>
                  <a:lnTo>
                    <a:pt x="391355" y="339782"/>
                  </a:lnTo>
                  <a:cubicBezTo>
                    <a:pt x="401448" y="341429"/>
                    <a:pt x="410375" y="346370"/>
                    <a:pt x="417120" y="353492"/>
                  </a:cubicBezTo>
                  <a:lnTo>
                    <a:pt x="508242" y="353395"/>
                  </a:lnTo>
                  <a:lnTo>
                    <a:pt x="523866" y="353395"/>
                  </a:lnTo>
                  <a:cubicBezTo>
                    <a:pt x="522798" y="348550"/>
                    <a:pt x="521488" y="343803"/>
                    <a:pt x="519936" y="339152"/>
                  </a:cubicBezTo>
                  <a:cubicBezTo>
                    <a:pt x="517752" y="332758"/>
                    <a:pt x="515181" y="326557"/>
                    <a:pt x="512172" y="320647"/>
                  </a:cubicBezTo>
                  <a:cubicBezTo>
                    <a:pt x="498295" y="292937"/>
                    <a:pt x="475636" y="270362"/>
                    <a:pt x="447882" y="256555"/>
                  </a:cubicBezTo>
                  <a:cubicBezTo>
                    <a:pt x="441914" y="253551"/>
                    <a:pt x="435752" y="250984"/>
                    <a:pt x="429347" y="248852"/>
                  </a:cubicBezTo>
                  <a:cubicBezTo>
                    <a:pt x="415082" y="244105"/>
                    <a:pt x="399846" y="241537"/>
                    <a:pt x="384029" y="241537"/>
                  </a:cubicBezTo>
                  <a:close/>
                  <a:moveTo>
                    <a:pt x="184993" y="167283"/>
                  </a:moveTo>
                  <a:cubicBezTo>
                    <a:pt x="180481" y="167283"/>
                    <a:pt x="175920" y="169027"/>
                    <a:pt x="172476" y="172515"/>
                  </a:cubicBezTo>
                  <a:cubicBezTo>
                    <a:pt x="167187" y="177941"/>
                    <a:pt x="166120" y="185983"/>
                    <a:pt x="169322" y="192426"/>
                  </a:cubicBezTo>
                  <a:cubicBezTo>
                    <a:pt x="170147" y="194170"/>
                    <a:pt x="171311" y="195769"/>
                    <a:pt x="172767" y="197222"/>
                  </a:cubicBezTo>
                  <a:cubicBezTo>
                    <a:pt x="176163" y="200517"/>
                    <a:pt x="180578" y="202164"/>
                    <a:pt x="184993" y="202164"/>
                  </a:cubicBezTo>
                  <a:cubicBezTo>
                    <a:pt x="189262" y="202164"/>
                    <a:pt x="193483" y="200662"/>
                    <a:pt x="196831" y="197610"/>
                  </a:cubicBezTo>
                  <a:cubicBezTo>
                    <a:pt x="196879" y="197562"/>
                    <a:pt x="196928" y="197465"/>
                    <a:pt x="196976" y="197416"/>
                  </a:cubicBezTo>
                  <a:cubicBezTo>
                    <a:pt x="197170" y="197271"/>
                    <a:pt x="197316" y="197126"/>
                    <a:pt x="197510" y="196932"/>
                  </a:cubicBezTo>
                  <a:cubicBezTo>
                    <a:pt x="204254" y="190053"/>
                    <a:pt x="204108" y="178958"/>
                    <a:pt x="197219" y="172224"/>
                  </a:cubicBezTo>
                  <a:cubicBezTo>
                    <a:pt x="195327" y="170384"/>
                    <a:pt x="193144" y="169075"/>
                    <a:pt x="190815" y="168252"/>
                  </a:cubicBezTo>
                  <a:cubicBezTo>
                    <a:pt x="188971" y="167622"/>
                    <a:pt x="186982" y="167283"/>
                    <a:pt x="184993" y="167283"/>
                  </a:cubicBezTo>
                  <a:close/>
                  <a:moveTo>
                    <a:pt x="411880" y="162089"/>
                  </a:moveTo>
                  <a:cubicBezTo>
                    <a:pt x="419109" y="162089"/>
                    <a:pt x="424932" y="167902"/>
                    <a:pt x="424932" y="175072"/>
                  </a:cubicBezTo>
                  <a:lnTo>
                    <a:pt x="426096" y="194401"/>
                  </a:lnTo>
                  <a:cubicBezTo>
                    <a:pt x="448658" y="199391"/>
                    <a:pt x="469765" y="208208"/>
                    <a:pt x="488688" y="220222"/>
                  </a:cubicBezTo>
                  <a:lnTo>
                    <a:pt x="503196" y="207384"/>
                  </a:lnTo>
                  <a:cubicBezTo>
                    <a:pt x="505719" y="204817"/>
                    <a:pt x="509067" y="203557"/>
                    <a:pt x="512415" y="203557"/>
                  </a:cubicBezTo>
                  <a:cubicBezTo>
                    <a:pt x="515714" y="203557"/>
                    <a:pt x="519062" y="204817"/>
                    <a:pt x="521585" y="207336"/>
                  </a:cubicBezTo>
                  <a:lnTo>
                    <a:pt x="561324" y="246963"/>
                  </a:lnTo>
                  <a:cubicBezTo>
                    <a:pt x="566419" y="252050"/>
                    <a:pt x="566419" y="260237"/>
                    <a:pt x="561324" y="265323"/>
                  </a:cubicBezTo>
                  <a:lnTo>
                    <a:pt x="548466" y="279857"/>
                  </a:lnTo>
                  <a:cubicBezTo>
                    <a:pt x="560548" y="298701"/>
                    <a:pt x="569427" y="319726"/>
                    <a:pt x="574473" y="342253"/>
                  </a:cubicBezTo>
                  <a:lnTo>
                    <a:pt x="593833" y="343415"/>
                  </a:lnTo>
                  <a:cubicBezTo>
                    <a:pt x="601014" y="343415"/>
                    <a:pt x="606837" y="349229"/>
                    <a:pt x="606837" y="356398"/>
                  </a:cubicBezTo>
                  <a:lnTo>
                    <a:pt x="606885" y="412448"/>
                  </a:lnTo>
                  <a:cubicBezTo>
                    <a:pt x="606885" y="419666"/>
                    <a:pt x="601063" y="425480"/>
                    <a:pt x="593882" y="425480"/>
                  </a:cubicBezTo>
                  <a:lnTo>
                    <a:pt x="574522" y="426642"/>
                  </a:lnTo>
                  <a:cubicBezTo>
                    <a:pt x="569573" y="449169"/>
                    <a:pt x="560693" y="470242"/>
                    <a:pt x="548660" y="489135"/>
                  </a:cubicBezTo>
                  <a:lnTo>
                    <a:pt x="561567" y="503620"/>
                  </a:lnTo>
                  <a:cubicBezTo>
                    <a:pt x="566661" y="508707"/>
                    <a:pt x="566661" y="516894"/>
                    <a:pt x="561567" y="521980"/>
                  </a:cubicBezTo>
                  <a:lnTo>
                    <a:pt x="521877" y="561656"/>
                  </a:lnTo>
                  <a:cubicBezTo>
                    <a:pt x="519353" y="564224"/>
                    <a:pt x="516005" y="565483"/>
                    <a:pt x="512706" y="565483"/>
                  </a:cubicBezTo>
                  <a:cubicBezTo>
                    <a:pt x="509358" y="565483"/>
                    <a:pt x="506010" y="564224"/>
                    <a:pt x="503487" y="561704"/>
                  </a:cubicBezTo>
                  <a:lnTo>
                    <a:pt x="488931" y="548867"/>
                  </a:lnTo>
                  <a:cubicBezTo>
                    <a:pt x="470056" y="560881"/>
                    <a:pt x="448998" y="569795"/>
                    <a:pt x="426436" y="574784"/>
                  </a:cubicBezTo>
                  <a:lnTo>
                    <a:pt x="425271" y="594114"/>
                  </a:lnTo>
                  <a:cubicBezTo>
                    <a:pt x="425271" y="601283"/>
                    <a:pt x="419449" y="607097"/>
                    <a:pt x="412268" y="607097"/>
                  </a:cubicBezTo>
                  <a:lnTo>
                    <a:pt x="356129" y="607145"/>
                  </a:lnTo>
                  <a:cubicBezTo>
                    <a:pt x="348948" y="607145"/>
                    <a:pt x="343125" y="601332"/>
                    <a:pt x="343077" y="594162"/>
                  </a:cubicBezTo>
                  <a:lnTo>
                    <a:pt x="341912" y="574833"/>
                  </a:lnTo>
                  <a:cubicBezTo>
                    <a:pt x="319350" y="569891"/>
                    <a:pt x="298243" y="561026"/>
                    <a:pt x="279369" y="549012"/>
                  </a:cubicBezTo>
                  <a:lnTo>
                    <a:pt x="264813" y="561898"/>
                  </a:lnTo>
                  <a:cubicBezTo>
                    <a:pt x="262289" y="564417"/>
                    <a:pt x="258941" y="565677"/>
                    <a:pt x="255642" y="565677"/>
                  </a:cubicBezTo>
                  <a:cubicBezTo>
                    <a:pt x="252294" y="565677"/>
                    <a:pt x="248946" y="564417"/>
                    <a:pt x="246423" y="561898"/>
                  </a:cubicBezTo>
                  <a:lnTo>
                    <a:pt x="206684" y="522319"/>
                  </a:lnTo>
                  <a:cubicBezTo>
                    <a:pt x="201590" y="517233"/>
                    <a:pt x="201590" y="508997"/>
                    <a:pt x="206684" y="503911"/>
                  </a:cubicBezTo>
                  <a:lnTo>
                    <a:pt x="219542" y="489377"/>
                  </a:lnTo>
                  <a:cubicBezTo>
                    <a:pt x="207461" y="470581"/>
                    <a:pt x="198581" y="449508"/>
                    <a:pt x="193584" y="426981"/>
                  </a:cubicBezTo>
                  <a:lnTo>
                    <a:pt x="174224" y="425819"/>
                  </a:lnTo>
                  <a:lnTo>
                    <a:pt x="174175" y="425819"/>
                  </a:lnTo>
                  <a:cubicBezTo>
                    <a:pt x="166994" y="425819"/>
                    <a:pt x="161172" y="420005"/>
                    <a:pt x="161172" y="412836"/>
                  </a:cubicBezTo>
                  <a:lnTo>
                    <a:pt x="161123" y="385465"/>
                  </a:lnTo>
                  <a:lnTo>
                    <a:pt x="161123" y="377326"/>
                  </a:lnTo>
                  <a:lnTo>
                    <a:pt x="161123" y="369139"/>
                  </a:lnTo>
                  <a:lnTo>
                    <a:pt x="161123" y="356786"/>
                  </a:lnTo>
                  <a:cubicBezTo>
                    <a:pt x="161123" y="349616"/>
                    <a:pt x="166946" y="343803"/>
                    <a:pt x="174127" y="343754"/>
                  </a:cubicBezTo>
                  <a:lnTo>
                    <a:pt x="193487" y="342592"/>
                  </a:lnTo>
                  <a:cubicBezTo>
                    <a:pt x="194748" y="336972"/>
                    <a:pt x="196204" y="331498"/>
                    <a:pt x="197902" y="326072"/>
                  </a:cubicBezTo>
                  <a:cubicBezTo>
                    <a:pt x="200619" y="317498"/>
                    <a:pt x="203919" y="309165"/>
                    <a:pt x="207703" y="301124"/>
                  </a:cubicBezTo>
                  <a:cubicBezTo>
                    <a:pt x="209208" y="297975"/>
                    <a:pt x="210809" y="294874"/>
                    <a:pt x="212458" y="291774"/>
                  </a:cubicBezTo>
                  <a:cubicBezTo>
                    <a:pt x="214351" y="288334"/>
                    <a:pt x="216340" y="284943"/>
                    <a:pt x="218426" y="281601"/>
                  </a:cubicBezTo>
                  <a:cubicBezTo>
                    <a:pt x="218766" y="281116"/>
                    <a:pt x="219057" y="280632"/>
                    <a:pt x="219348" y="280147"/>
                  </a:cubicBezTo>
                  <a:lnTo>
                    <a:pt x="206490" y="265614"/>
                  </a:lnTo>
                  <a:cubicBezTo>
                    <a:pt x="205326" y="264500"/>
                    <a:pt x="204452" y="263192"/>
                    <a:pt x="203822" y="261787"/>
                  </a:cubicBezTo>
                  <a:cubicBezTo>
                    <a:pt x="202220" y="258251"/>
                    <a:pt x="202269" y="254181"/>
                    <a:pt x="204016" y="250693"/>
                  </a:cubicBezTo>
                  <a:cubicBezTo>
                    <a:pt x="204598" y="249434"/>
                    <a:pt x="205423" y="248271"/>
                    <a:pt x="206442" y="247254"/>
                  </a:cubicBezTo>
                  <a:lnTo>
                    <a:pt x="209208" y="244492"/>
                  </a:lnTo>
                  <a:lnTo>
                    <a:pt x="245744" y="207966"/>
                  </a:lnTo>
                  <a:lnTo>
                    <a:pt x="246132" y="207578"/>
                  </a:lnTo>
                  <a:cubicBezTo>
                    <a:pt x="248121" y="205592"/>
                    <a:pt x="250596" y="204381"/>
                    <a:pt x="253216" y="203945"/>
                  </a:cubicBezTo>
                  <a:cubicBezTo>
                    <a:pt x="253895" y="203848"/>
                    <a:pt x="254623" y="203751"/>
                    <a:pt x="255351" y="203751"/>
                  </a:cubicBezTo>
                  <a:cubicBezTo>
                    <a:pt x="258650" y="203751"/>
                    <a:pt x="261998" y="205059"/>
                    <a:pt x="264521" y="207578"/>
                  </a:cubicBezTo>
                  <a:lnTo>
                    <a:pt x="279078" y="220416"/>
                  </a:lnTo>
                  <a:cubicBezTo>
                    <a:pt x="279563" y="220077"/>
                    <a:pt x="280097" y="219737"/>
                    <a:pt x="280630" y="219447"/>
                  </a:cubicBezTo>
                  <a:cubicBezTo>
                    <a:pt x="281019" y="219205"/>
                    <a:pt x="281407" y="218962"/>
                    <a:pt x="281795" y="218720"/>
                  </a:cubicBezTo>
                  <a:cubicBezTo>
                    <a:pt x="285143" y="216637"/>
                    <a:pt x="288539" y="214699"/>
                    <a:pt x="292033" y="212810"/>
                  </a:cubicBezTo>
                  <a:cubicBezTo>
                    <a:pt x="295138" y="211163"/>
                    <a:pt x="298243" y="209613"/>
                    <a:pt x="301446" y="208111"/>
                  </a:cubicBezTo>
                  <a:cubicBezTo>
                    <a:pt x="309258" y="204478"/>
                    <a:pt x="317361" y="201329"/>
                    <a:pt x="325755" y="198713"/>
                  </a:cubicBezTo>
                  <a:cubicBezTo>
                    <a:pt x="330947" y="197066"/>
                    <a:pt x="336235" y="195661"/>
                    <a:pt x="341573" y="194498"/>
                  </a:cubicBezTo>
                  <a:lnTo>
                    <a:pt x="342737" y="175169"/>
                  </a:lnTo>
                  <a:cubicBezTo>
                    <a:pt x="342737" y="167951"/>
                    <a:pt x="348560" y="162137"/>
                    <a:pt x="355741" y="162137"/>
                  </a:cubicBezTo>
                  <a:lnTo>
                    <a:pt x="369472" y="162137"/>
                  </a:lnTo>
                  <a:lnTo>
                    <a:pt x="377575" y="162137"/>
                  </a:lnTo>
                  <a:lnTo>
                    <a:pt x="385630" y="162137"/>
                  </a:lnTo>
                  <a:close/>
                  <a:moveTo>
                    <a:pt x="180481" y="66177"/>
                  </a:moveTo>
                  <a:cubicBezTo>
                    <a:pt x="168837" y="66661"/>
                    <a:pt x="157241" y="68793"/>
                    <a:pt x="146082" y="72620"/>
                  </a:cubicBezTo>
                  <a:cubicBezTo>
                    <a:pt x="140843" y="74461"/>
                    <a:pt x="135748" y="76641"/>
                    <a:pt x="130751" y="79160"/>
                  </a:cubicBezTo>
                  <a:cubicBezTo>
                    <a:pt x="119641" y="84877"/>
                    <a:pt x="109259" y="92386"/>
                    <a:pt x="100041" y="101784"/>
                  </a:cubicBezTo>
                  <a:cubicBezTo>
                    <a:pt x="90871" y="111183"/>
                    <a:pt x="83545" y="121744"/>
                    <a:pt x="78111" y="132935"/>
                  </a:cubicBezTo>
                  <a:cubicBezTo>
                    <a:pt x="75637" y="137973"/>
                    <a:pt x="73599" y="143157"/>
                    <a:pt x="71901" y="148389"/>
                  </a:cubicBezTo>
                  <a:cubicBezTo>
                    <a:pt x="68214" y="159919"/>
                    <a:pt x="66322" y="171885"/>
                    <a:pt x="66225" y="183851"/>
                  </a:cubicBezTo>
                  <a:lnTo>
                    <a:pt x="82235" y="180460"/>
                  </a:lnTo>
                  <a:lnTo>
                    <a:pt x="152438" y="165684"/>
                  </a:lnTo>
                  <a:cubicBezTo>
                    <a:pt x="153991" y="163117"/>
                    <a:pt x="155834" y="160646"/>
                    <a:pt x="158017" y="158417"/>
                  </a:cubicBezTo>
                  <a:cubicBezTo>
                    <a:pt x="159909" y="156480"/>
                    <a:pt x="161996" y="154784"/>
                    <a:pt x="164131" y="153331"/>
                  </a:cubicBezTo>
                  <a:lnTo>
                    <a:pt x="177473" y="82212"/>
                  </a:lnTo>
                  <a:close/>
                  <a:moveTo>
                    <a:pt x="206194" y="0"/>
                  </a:moveTo>
                  <a:cubicBezTo>
                    <a:pt x="206243" y="0"/>
                    <a:pt x="206243" y="0"/>
                    <a:pt x="206291" y="0"/>
                  </a:cubicBezTo>
                  <a:cubicBezTo>
                    <a:pt x="212210" y="0"/>
                    <a:pt x="217013" y="4748"/>
                    <a:pt x="217111" y="10658"/>
                  </a:cubicBezTo>
                  <a:lnTo>
                    <a:pt x="218226" y="26694"/>
                  </a:lnTo>
                  <a:cubicBezTo>
                    <a:pt x="236420" y="30472"/>
                    <a:pt x="254080" y="37400"/>
                    <a:pt x="270333" y="47525"/>
                  </a:cubicBezTo>
                  <a:lnTo>
                    <a:pt x="282268" y="36722"/>
                  </a:lnTo>
                  <a:cubicBezTo>
                    <a:pt x="284354" y="34590"/>
                    <a:pt x="287168" y="33524"/>
                    <a:pt x="289982" y="33524"/>
                  </a:cubicBezTo>
                  <a:cubicBezTo>
                    <a:pt x="292699" y="33524"/>
                    <a:pt x="295416" y="34542"/>
                    <a:pt x="297502" y="36577"/>
                  </a:cubicBezTo>
                  <a:lnTo>
                    <a:pt x="330784" y="69084"/>
                  </a:lnTo>
                  <a:cubicBezTo>
                    <a:pt x="335053" y="73201"/>
                    <a:pt x="335150" y="80032"/>
                    <a:pt x="330978" y="84296"/>
                  </a:cubicBezTo>
                  <a:lnTo>
                    <a:pt x="320450" y="96455"/>
                  </a:lnTo>
                  <a:cubicBezTo>
                    <a:pt x="330929" y="112442"/>
                    <a:pt x="338255" y="129883"/>
                    <a:pt x="342476" y="147953"/>
                  </a:cubicBezTo>
                  <a:cubicBezTo>
                    <a:pt x="342476" y="147953"/>
                    <a:pt x="337964" y="151732"/>
                    <a:pt x="335150" y="154542"/>
                  </a:cubicBezTo>
                  <a:cubicBezTo>
                    <a:pt x="329765" y="159919"/>
                    <a:pt x="326757" y="167041"/>
                    <a:pt x="326611" y="174598"/>
                  </a:cubicBezTo>
                  <a:lnTo>
                    <a:pt x="326320" y="179394"/>
                  </a:lnTo>
                  <a:lnTo>
                    <a:pt x="326175" y="181720"/>
                  </a:lnTo>
                  <a:cubicBezTo>
                    <a:pt x="318509" y="183900"/>
                    <a:pt x="311038" y="186516"/>
                    <a:pt x="303663" y="189520"/>
                  </a:cubicBezTo>
                  <a:cubicBezTo>
                    <a:pt x="304294" y="174792"/>
                    <a:pt x="302111" y="159919"/>
                    <a:pt x="297259" y="145870"/>
                  </a:cubicBezTo>
                  <a:cubicBezTo>
                    <a:pt x="295464" y="140638"/>
                    <a:pt x="293281" y="135503"/>
                    <a:pt x="290710" y="130561"/>
                  </a:cubicBezTo>
                  <a:cubicBezTo>
                    <a:pt x="285033" y="119467"/>
                    <a:pt x="277465" y="109100"/>
                    <a:pt x="268052" y="99895"/>
                  </a:cubicBezTo>
                  <a:cubicBezTo>
                    <a:pt x="258640" y="90739"/>
                    <a:pt x="248064" y="83423"/>
                    <a:pt x="236857" y="77998"/>
                  </a:cubicBezTo>
                  <a:cubicBezTo>
                    <a:pt x="235450" y="77319"/>
                    <a:pt x="234043" y="76641"/>
                    <a:pt x="232636" y="76060"/>
                  </a:cubicBezTo>
                  <a:lnTo>
                    <a:pt x="215412" y="162390"/>
                  </a:lnTo>
                  <a:cubicBezTo>
                    <a:pt x="220410" y="169221"/>
                    <a:pt x="222884" y="177360"/>
                    <a:pt x="222690" y="185450"/>
                  </a:cubicBezTo>
                  <a:lnTo>
                    <a:pt x="234237" y="196690"/>
                  </a:lnTo>
                  <a:lnTo>
                    <a:pt x="197704" y="233218"/>
                  </a:lnTo>
                  <a:lnTo>
                    <a:pt x="186594" y="222366"/>
                  </a:lnTo>
                  <a:cubicBezTo>
                    <a:pt x="186060" y="222366"/>
                    <a:pt x="185527" y="222366"/>
                    <a:pt x="184993" y="222366"/>
                  </a:cubicBezTo>
                  <a:cubicBezTo>
                    <a:pt x="177812" y="222366"/>
                    <a:pt x="170632" y="220331"/>
                    <a:pt x="164373" y="216262"/>
                  </a:cubicBezTo>
                  <a:lnTo>
                    <a:pt x="77675" y="235591"/>
                  </a:lnTo>
                  <a:cubicBezTo>
                    <a:pt x="78160" y="236706"/>
                    <a:pt x="78742" y="237820"/>
                    <a:pt x="79276" y="238886"/>
                  </a:cubicBezTo>
                  <a:cubicBezTo>
                    <a:pt x="85001" y="249980"/>
                    <a:pt x="92569" y="260347"/>
                    <a:pt x="101981" y="269552"/>
                  </a:cubicBezTo>
                  <a:cubicBezTo>
                    <a:pt x="111393" y="278757"/>
                    <a:pt x="121921" y="286023"/>
                    <a:pt x="133177" y="291498"/>
                  </a:cubicBezTo>
                  <a:cubicBezTo>
                    <a:pt x="138174" y="293920"/>
                    <a:pt x="143365" y="295955"/>
                    <a:pt x="148605" y="297650"/>
                  </a:cubicBezTo>
                  <a:cubicBezTo>
                    <a:pt x="160443" y="301429"/>
                    <a:pt x="172718" y="303319"/>
                    <a:pt x="184993" y="303319"/>
                  </a:cubicBezTo>
                  <a:cubicBezTo>
                    <a:pt x="186351" y="303319"/>
                    <a:pt x="187710" y="303319"/>
                    <a:pt x="189117" y="303270"/>
                  </a:cubicBezTo>
                  <a:cubicBezTo>
                    <a:pt x="185915" y="310876"/>
                    <a:pt x="183149" y="318676"/>
                    <a:pt x="180917" y="326669"/>
                  </a:cubicBezTo>
                  <a:cubicBezTo>
                    <a:pt x="180820" y="326863"/>
                    <a:pt x="180772" y="327009"/>
                    <a:pt x="180723" y="327202"/>
                  </a:cubicBezTo>
                  <a:lnTo>
                    <a:pt x="173592" y="327638"/>
                  </a:lnTo>
                  <a:cubicBezTo>
                    <a:pt x="166023" y="327784"/>
                    <a:pt x="158891" y="330836"/>
                    <a:pt x="153505" y="336213"/>
                  </a:cubicBezTo>
                  <a:cubicBezTo>
                    <a:pt x="151710" y="338006"/>
                    <a:pt x="150206" y="339992"/>
                    <a:pt x="148945" y="342172"/>
                  </a:cubicBezTo>
                  <a:cubicBezTo>
                    <a:pt x="131770" y="338248"/>
                    <a:pt x="115081" y="331514"/>
                    <a:pt x="99652" y="321922"/>
                  </a:cubicBezTo>
                  <a:lnTo>
                    <a:pt x="87766" y="332725"/>
                  </a:lnTo>
                  <a:cubicBezTo>
                    <a:pt x="85631" y="334857"/>
                    <a:pt x="82817" y="335971"/>
                    <a:pt x="80052" y="335971"/>
                  </a:cubicBezTo>
                  <a:cubicBezTo>
                    <a:pt x="77335" y="335971"/>
                    <a:pt x="74570" y="334954"/>
                    <a:pt x="72483" y="332870"/>
                  </a:cubicBezTo>
                  <a:lnTo>
                    <a:pt x="39201" y="300412"/>
                  </a:lnTo>
                  <a:cubicBezTo>
                    <a:pt x="34932" y="296245"/>
                    <a:pt x="34883" y="289415"/>
                    <a:pt x="39056" y="285151"/>
                  </a:cubicBezTo>
                  <a:lnTo>
                    <a:pt x="49584" y="272992"/>
                  </a:lnTo>
                  <a:cubicBezTo>
                    <a:pt x="39104" y="257004"/>
                    <a:pt x="31730" y="239564"/>
                    <a:pt x="27509" y="221494"/>
                  </a:cubicBezTo>
                  <a:lnTo>
                    <a:pt x="11450" y="220719"/>
                  </a:lnTo>
                  <a:cubicBezTo>
                    <a:pt x="11402" y="220719"/>
                    <a:pt x="11353" y="220719"/>
                    <a:pt x="11305" y="220719"/>
                  </a:cubicBezTo>
                  <a:cubicBezTo>
                    <a:pt x="5434" y="220719"/>
                    <a:pt x="582" y="215971"/>
                    <a:pt x="534" y="210061"/>
                  </a:cubicBezTo>
                  <a:lnTo>
                    <a:pt x="0" y="163601"/>
                  </a:lnTo>
                  <a:cubicBezTo>
                    <a:pt x="-48" y="157642"/>
                    <a:pt x="4706" y="152749"/>
                    <a:pt x="10674" y="152701"/>
                  </a:cubicBezTo>
                  <a:lnTo>
                    <a:pt x="26733" y="151538"/>
                  </a:lnTo>
                  <a:cubicBezTo>
                    <a:pt x="30517" y="133371"/>
                    <a:pt x="37503" y="115737"/>
                    <a:pt x="47595" y="99507"/>
                  </a:cubicBezTo>
                  <a:lnTo>
                    <a:pt x="36824" y="87638"/>
                  </a:lnTo>
                  <a:cubicBezTo>
                    <a:pt x="32555" y="83472"/>
                    <a:pt x="32458" y="76641"/>
                    <a:pt x="36630" y="72378"/>
                  </a:cubicBezTo>
                  <a:lnTo>
                    <a:pt x="69184" y="39144"/>
                  </a:lnTo>
                  <a:cubicBezTo>
                    <a:pt x="71270" y="37013"/>
                    <a:pt x="74084" y="35898"/>
                    <a:pt x="76898" y="35898"/>
                  </a:cubicBezTo>
                  <a:cubicBezTo>
                    <a:pt x="79615" y="35898"/>
                    <a:pt x="82332" y="36916"/>
                    <a:pt x="84418" y="38999"/>
                  </a:cubicBezTo>
                  <a:lnTo>
                    <a:pt x="96596" y="49512"/>
                  </a:lnTo>
                  <a:cubicBezTo>
                    <a:pt x="112606" y="38999"/>
                    <a:pt x="130121" y="31683"/>
                    <a:pt x="148169" y="27469"/>
                  </a:cubicBezTo>
                  <a:lnTo>
                    <a:pt x="148993" y="11433"/>
                  </a:lnTo>
                  <a:cubicBezTo>
                    <a:pt x="148896" y="5474"/>
                    <a:pt x="153699" y="581"/>
                    <a:pt x="159667" y="533"/>
                  </a:cubicBezTo>
                  <a:close/>
                </a:path>
              </a:pathLst>
            </a:custGeom>
            <a:solidFill>
              <a:schemeClr val="accent2">
                <a:lumMod val="10000"/>
                <a:lumOff val="90000"/>
              </a:schemeClr>
            </a:solidFill>
            <a:ln w="12700" cap="sq">
              <a:noFill/>
              <a:miter/>
            </a:ln>
          </p:spPr>
          <p:txBody>
            <a:bodyPr vert="horz" wrap="square" lIns="91440" tIns="45720" rIns="91440" bIns="45720" rtlCol="0" anchor="ctr"/>
            <a:lstStyle/>
            <a:p>
              <a:pPr algn="ctr"/>
              <a:endParaRPr kumimoji="1" lang="zh-CN" altLang="en-US"/>
            </a:p>
          </p:txBody>
        </p:sp>
      </p:grpSp>
      <p:pic>
        <p:nvPicPr>
          <p:cNvPr id="33" name="Imagen 32">
            <a:extLst>
              <a:ext uri="{FF2B5EF4-FFF2-40B4-BE49-F238E27FC236}">
                <a16:creationId xmlns:a16="http://schemas.microsoft.com/office/drawing/2014/main" id="{5476D7CB-A603-664F-B00E-7184E514DCA2}"/>
              </a:ext>
            </a:extLst>
          </p:cNvPr>
          <p:cNvPicPr>
            <a:picLocks noChangeAspect="1"/>
          </p:cNvPicPr>
          <p:nvPr/>
        </p:nvPicPr>
        <p:blipFill>
          <a:blip r:embed="rId3"/>
          <a:stretch>
            <a:fillRect/>
          </a:stretch>
        </p:blipFill>
        <p:spPr>
          <a:xfrm>
            <a:off x="6301566" y="1585081"/>
            <a:ext cx="4412690" cy="414834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0499FE"/>
      </a:accent1>
      <a:accent2>
        <a:srgbClr val="0B144C"/>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TotalTime>
  <Words>1584</Words>
  <Application>Microsoft Office PowerPoint</Application>
  <PresentationFormat>Panorámica</PresentationFormat>
  <Paragraphs>159</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等线</vt:lpstr>
      <vt:lpstr>poppins-bold</vt:lpstr>
      <vt:lpstr>Poppins</vt:lpstr>
      <vt:lpstr>Office 主题​​</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TICS</cp:lastModifiedBy>
  <cp:revision>33</cp:revision>
  <dcterms:modified xsi:type="dcterms:W3CDTF">2025-09-22T18:24:13Z</dcterms:modified>
</cp:coreProperties>
</file>