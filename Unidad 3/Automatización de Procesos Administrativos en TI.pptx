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embeddedFontLst>
    <p:embeddedFont>
      <p:font typeface="Barlow Condensed Medium" panose="00000606000000000000" pitchFamily="2" charset="0"/>
      <p:regular r:id="rId18"/>
      <p:italic r:id="rId19"/>
    </p:embeddedFont>
    <p:embeddedFont>
      <p:font typeface="Poppins" panose="00000500000000000000" pitchFamily="2" charset="0"/>
      <p:regular r:id="rId20"/>
      <p:bold r:id="rId21"/>
      <p:italic r:id="rId22"/>
      <p:boldItalic r:id="rId23"/>
    </p:embeddedFont>
    <p:embeddedFont>
      <p:font typeface="poppins-bold" panose="020B0604020202020204" charset="0"/>
      <p:regular r:id="rId24"/>
    </p:embeddedFont>
  </p:embeddedFontLst>
  <p:defaultText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153" autoAdjust="0"/>
  </p:normalViewPr>
  <p:slideViewPr>
    <p:cSldViewPr snapToGrid="0">
      <p:cViewPr varScale="1">
        <p:scale>
          <a:sx n="84" d="100"/>
          <a:sy n="84" d="100"/>
        </p:scale>
        <p:origin x="786"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C"/>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标题 1"/>
          <p:cNvSpPr txBox="1"/>
          <p:nvPr/>
        </p:nvSpPr>
        <p:spPr>
          <a:xfrm>
            <a:off x="1741154" y="2267894"/>
            <a:ext cx="6191266" cy="2086725"/>
          </a:xfrm>
          <a:prstGeom prst="rect">
            <a:avLst/>
          </a:prstGeom>
          <a:noFill/>
          <a:ln>
            <a:noFill/>
          </a:ln>
        </p:spPr>
        <p:txBody>
          <a:bodyPr vert="horz" wrap="square" lIns="91440" tIns="45720" rIns="91440" bIns="45720" rtlCol="0" anchor="ctr"/>
          <a:lstStyle/>
          <a:p>
            <a:pPr algn="l"/>
            <a:r>
              <a:rPr kumimoji="1" lang="en-US" altLang="zh-CN" sz="4000" dirty="0" err="1">
                <a:ln w="12700">
                  <a:noFill/>
                </a:ln>
                <a:solidFill>
                  <a:srgbClr val="000000">
                    <a:alpha val="100000"/>
                  </a:srgbClr>
                </a:solidFill>
                <a:latin typeface="Barlow Condensed Medium"/>
                <a:ea typeface="Barlow Condensed Medium"/>
                <a:cs typeface="Barlow Condensed Medium"/>
              </a:rPr>
              <a:t>Automatización</a:t>
            </a:r>
            <a:r>
              <a:rPr kumimoji="1" lang="en-US" altLang="zh-CN" sz="4000" dirty="0">
                <a:ln w="12700">
                  <a:noFill/>
                </a:ln>
                <a:solidFill>
                  <a:srgbClr val="000000">
                    <a:alpha val="100000"/>
                  </a:srgbClr>
                </a:solidFill>
                <a:latin typeface="Barlow Condensed Medium"/>
                <a:ea typeface="Barlow Condensed Medium"/>
                <a:cs typeface="Barlow Condensed Medium"/>
              </a:rPr>
              <a:t> de </a:t>
            </a:r>
            <a:r>
              <a:rPr kumimoji="1" lang="en-US" altLang="zh-CN" sz="4000" dirty="0" err="1">
                <a:ln w="12700">
                  <a:noFill/>
                </a:ln>
                <a:solidFill>
                  <a:srgbClr val="000000">
                    <a:alpha val="100000"/>
                  </a:srgbClr>
                </a:solidFill>
                <a:latin typeface="Barlow Condensed Medium"/>
                <a:ea typeface="Barlow Condensed Medium"/>
                <a:cs typeface="Barlow Condensed Medium"/>
              </a:rPr>
              <a:t>Procesos</a:t>
            </a:r>
            <a:r>
              <a:rPr kumimoji="1" lang="en-US" altLang="zh-CN" sz="4000" dirty="0">
                <a:ln w="12700">
                  <a:noFill/>
                </a:ln>
                <a:solidFill>
                  <a:srgbClr val="000000">
                    <a:alpha val="100000"/>
                  </a:srgbClr>
                </a:solidFill>
                <a:latin typeface="Barlow Condensed Medium"/>
                <a:ea typeface="Barlow Condensed Medium"/>
                <a:cs typeface="Barlow Condensed Medium"/>
              </a:rPr>
              <a:t> </a:t>
            </a:r>
            <a:r>
              <a:rPr kumimoji="1" lang="en-US" altLang="zh-CN" sz="4000" dirty="0" err="1">
                <a:ln w="12700">
                  <a:noFill/>
                </a:ln>
                <a:solidFill>
                  <a:srgbClr val="000000">
                    <a:alpha val="100000"/>
                  </a:srgbClr>
                </a:solidFill>
                <a:latin typeface="Barlow Condensed Medium"/>
                <a:ea typeface="Barlow Condensed Medium"/>
                <a:cs typeface="Barlow Condensed Medium"/>
              </a:rPr>
              <a:t>Administrativos</a:t>
            </a:r>
            <a:r>
              <a:rPr kumimoji="1" lang="en-US" altLang="zh-CN" sz="4000" dirty="0">
                <a:ln w="12700">
                  <a:noFill/>
                </a:ln>
                <a:solidFill>
                  <a:srgbClr val="000000">
                    <a:alpha val="100000"/>
                  </a:srgbClr>
                </a:solidFill>
                <a:latin typeface="Barlow Condensed Medium"/>
                <a:ea typeface="Barlow Condensed Medium"/>
                <a:cs typeface="Barlow Condensed Medium"/>
              </a:rPr>
              <a:t> </a:t>
            </a:r>
            <a:r>
              <a:rPr kumimoji="1" lang="en-US" altLang="zh-CN" sz="4000" dirty="0" err="1">
                <a:ln w="12700">
                  <a:noFill/>
                </a:ln>
                <a:solidFill>
                  <a:srgbClr val="000000">
                    <a:alpha val="100000"/>
                  </a:srgbClr>
                </a:solidFill>
                <a:latin typeface="Barlow Condensed Medium"/>
                <a:ea typeface="Barlow Condensed Medium"/>
                <a:cs typeface="Barlow Condensed Medium"/>
              </a:rPr>
              <a:t>en</a:t>
            </a:r>
            <a:r>
              <a:rPr kumimoji="1" lang="en-US" altLang="zh-CN" sz="4000" dirty="0">
                <a:ln w="12700">
                  <a:noFill/>
                </a:ln>
                <a:solidFill>
                  <a:srgbClr val="000000">
                    <a:alpha val="100000"/>
                  </a:srgbClr>
                </a:solidFill>
                <a:latin typeface="Barlow Condensed Medium"/>
                <a:ea typeface="Barlow Condensed Medium"/>
                <a:cs typeface="Barlow Condensed Medium"/>
              </a:rPr>
              <a:t> TI</a:t>
            </a:r>
            <a:endParaRPr kumimoji="1" lang="zh-CN" altLang="en-US" sz="4000" dirty="0"/>
          </a:p>
        </p:txBody>
      </p:sp>
      <p:pic>
        <p:nvPicPr>
          <p:cNvPr id="8" name="Imagen 7">
            <a:extLst>
              <a:ext uri="{FF2B5EF4-FFF2-40B4-BE49-F238E27FC236}">
                <a16:creationId xmlns:a16="http://schemas.microsoft.com/office/drawing/2014/main" id="{BD6AEA39-3B4D-4075-7A7D-A71E4A33EF7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标题 1"/>
          <p:cNvSpPr txBox="1"/>
          <p:nvPr/>
        </p:nvSpPr>
        <p:spPr>
          <a:xfrm>
            <a:off x="3138589" y="1440564"/>
            <a:ext cx="5914822" cy="1134614"/>
          </a:xfrm>
          <a:prstGeom prst="rect">
            <a:avLst/>
          </a:prstGeom>
          <a:noFill/>
          <a:ln cap="sq">
            <a:noFill/>
          </a:ln>
        </p:spPr>
        <p:txBody>
          <a:bodyPr vert="horz" wrap="square" lIns="0" tIns="0" rIns="0" bIns="0" rtlCol="0" anchor="t"/>
          <a:lstStyle/>
          <a:p>
            <a:pPr algn="ctr"/>
            <a:r>
              <a:rPr kumimoji="1" lang="en-US" altLang="zh-CN" sz="6000" dirty="0">
                <a:ln w="12700">
                  <a:noFill/>
                </a:ln>
                <a:solidFill>
                  <a:srgbClr val="4472C4">
                    <a:alpha val="100000"/>
                  </a:srgbClr>
                </a:solidFill>
                <a:latin typeface="poppins-bold"/>
                <a:ea typeface="poppins-bold"/>
                <a:cs typeface="poppins-bold"/>
              </a:rPr>
              <a:t>CONTENTIDO </a:t>
            </a:r>
            <a:endParaRPr kumimoji="1" lang="zh-CN" altLang="en-US" dirty="0"/>
          </a:p>
        </p:txBody>
      </p:sp>
      <p:sp>
        <p:nvSpPr>
          <p:cNvPr id="8" name="标题 1"/>
          <p:cNvSpPr txBox="1"/>
          <p:nvPr/>
        </p:nvSpPr>
        <p:spPr>
          <a:xfrm>
            <a:off x="1413660" y="2879978"/>
            <a:ext cx="2735180" cy="2895180"/>
          </a:xfrm>
          <a:prstGeom prst="roundRect">
            <a:avLst>
              <a:gd name="adj" fmla="val 8280"/>
            </a:avLst>
          </a:prstGeom>
          <a:solidFill>
            <a:schemeClr val="bg1"/>
          </a:solidFill>
          <a:ln w="12700" cap="sq">
            <a:noFill/>
            <a:miter/>
          </a:ln>
        </p:spPr>
        <p:txBody>
          <a:bodyPr vert="horz" wrap="square" lIns="91440" tIns="45720" rIns="91440" bIns="45720" rtlCol="0" anchor="ctr"/>
          <a:lstStyle/>
          <a:p>
            <a:pPr algn="ctr"/>
            <a:endParaRPr kumimoji="1" lang="zh-CN" altLang="en-US"/>
          </a:p>
        </p:txBody>
      </p:sp>
      <p:sp>
        <p:nvSpPr>
          <p:cNvPr id="9" name="标题 1"/>
          <p:cNvSpPr txBox="1"/>
          <p:nvPr/>
        </p:nvSpPr>
        <p:spPr>
          <a:xfrm>
            <a:off x="1583024" y="4243622"/>
            <a:ext cx="2396453" cy="1173813"/>
          </a:xfrm>
          <a:prstGeom prst="rect">
            <a:avLst/>
          </a:prstGeom>
          <a:noFill/>
          <a:ln cap="sq">
            <a:noFill/>
          </a:ln>
        </p:spPr>
        <p:txBody>
          <a:bodyPr vert="horz" wrap="square" lIns="0" tIns="0" rIns="0" bIns="0" rtlCol="0" anchor="t"/>
          <a:lstStyle/>
          <a:p>
            <a:pPr algn="ctr"/>
            <a:r>
              <a:rPr kumimoji="1" lang="en-US" altLang="zh-CN" sz="2000">
                <a:ln w="12700">
                  <a:noFill/>
                </a:ln>
                <a:solidFill>
                  <a:srgbClr val="000000">
                    <a:alpha val="100000"/>
                  </a:srgbClr>
                </a:solidFill>
                <a:latin typeface="Poppins"/>
                <a:ea typeface="Poppins"/>
                <a:cs typeface="Poppins"/>
              </a:rPr>
              <a:t>Uso de Algoritmos y Scripts para Tareas Repetitivas</a:t>
            </a:r>
            <a:endParaRPr kumimoji="1" lang="zh-CN" altLang="en-US"/>
          </a:p>
        </p:txBody>
      </p:sp>
      <p:sp>
        <p:nvSpPr>
          <p:cNvPr id="10" name="标题 1"/>
          <p:cNvSpPr txBox="1"/>
          <p:nvPr/>
        </p:nvSpPr>
        <p:spPr>
          <a:xfrm>
            <a:off x="2030791" y="3199092"/>
            <a:ext cx="1500919" cy="1130368"/>
          </a:xfrm>
          <a:prstGeom prst="rect">
            <a:avLst/>
          </a:prstGeom>
          <a:noFill/>
          <a:ln cap="sq">
            <a:noFill/>
          </a:ln>
        </p:spPr>
        <p:txBody>
          <a:bodyPr vert="horz" wrap="square" lIns="0" tIns="0" rIns="0" bIns="0" rtlCol="0" anchor="ctr"/>
          <a:lstStyle/>
          <a:p>
            <a:pPr algn="ctr"/>
            <a:r>
              <a:rPr kumimoji="1" lang="en-US" altLang="zh-CN" sz="6000">
                <a:ln w="12700">
                  <a:noFill/>
                </a:ln>
                <a:solidFill>
                  <a:srgbClr val="4472C4">
                    <a:alpha val="100000"/>
                  </a:srgbClr>
                </a:solidFill>
                <a:latin typeface="poppins-bold"/>
                <a:ea typeface="poppins-bold"/>
                <a:cs typeface="poppins-bold"/>
              </a:rPr>
              <a:t>01.</a:t>
            </a:r>
            <a:endParaRPr kumimoji="1" lang="zh-CN" altLang="en-US"/>
          </a:p>
        </p:txBody>
      </p:sp>
      <p:sp>
        <p:nvSpPr>
          <p:cNvPr id="11" name="标题 1"/>
          <p:cNvSpPr txBox="1"/>
          <p:nvPr/>
        </p:nvSpPr>
        <p:spPr>
          <a:xfrm>
            <a:off x="4733231" y="2879978"/>
            <a:ext cx="2735180" cy="2895180"/>
          </a:xfrm>
          <a:prstGeom prst="roundRect">
            <a:avLst>
              <a:gd name="adj" fmla="val 8280"/>
            </a:avLst>
          </a:prstGeom>
          <a:solidFill>
            <a:schemeClr val="bg1"/>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4902595" y="4243622"/>
            <a:ext cx="2396453" cy="1173813"/>
          </a:xfrm>
          <a:prstGeom prst="rect">
            <a:avLst/>
          </a:prstGeom>
          <a:noFill/>
          <a:ln cap="sq">
            <a:noFill/>
          </a:ln>
        </p:spPr>
        <p:txBody>
          <a:bodyPr vert="horz" wrap="square" lIns="0" tIns="0" rIns="0" bIns="0" rtlCol="0" anchor="t"/>
          <a:lstStyle/>
          <a:p>
            <a:pPr algn="ctr"/>
            <a:r>
              <a:rPr kumimoji="1" lang="en-US" altLang="zh-CN" sz="1544">
                <a:ln w="12700">
                  <a:noFill/>
                </a:ln>
                <a:solidFill>
                  <a:srgbClr val="000000">
                    <a:alpha val="100000"/>
                  </a:srgbClr>
                </a:solidFill>
                <a:latin typeface="Poppins"/>
                <a:ea typeface="Poppins"/>
                <a:cs typeface="Poppins"/>
              </a:rPr>
              <a:t>Integración de Software de Gestión (Orquestación)</a:t>
            </a:r>
            <a:endParaRPr kumimoji="1" lang="zh-CN" altLang="en-US"/>
          </a:p>
        </p:txBody>
      </p:sp>
      <p:sp>
        <p:nvSpPr>
          <p:cNvPr id="13" name="标题 1"/>
          <p:cNvSpPr txBox="1"/>
          <p:nvPr/>
        </p:nvSpPr>
        <p:spPr>
          <a:xfrm>
            <a:off x="5350362" y="3199092"/>
            <a:ext cx="1500919" cy="1130368"/>
          </a:xfrm>
          <a:prstGeom prst="rect">
            <a:avLst/>
          </a:prstGeom>
          <a:noFill/>
          <a:ln cap="sq">
            <a:noFill/>
          </a:ln>
        </p:spPr>
        <p:txBody>
          <a:bodyPr vert="horz" wrap="square" lIns="0" tIns="0" rIns="0" bIns="0" rtlCol="0" anchor="ctr"/>
          <a:lstStyle/>
          <a:p>
            <a:pPr algn="ctr"/>
            <a:r>
              <a:rPr kumimoji="1" lang="en-US" altLang="zh-CN" sz="6000">
                <a:ln w="12700">
                  <a:noFill/>
                </a:ln>
                <a:solidFill>
                  <a:srgbClr val="4472C4">
                    <a:alpha val="100000"/>
                  </a:srgbClr>
                </a:solidFill>
                <a:latin typeface="poppins-bold"/>
                <a:ea typeface="poppins-bold"/>
                <a:cs typeface="poppins-bold"/>
              </a:rPr>
              <a:t>02.</a:t>
            </a:r>
            <a:endParaRPr kumimoji="1" lang="zh-CN" altLang="en-US"/>
          </a:p>
        </p:txBody>
      </p:sp>
      <p:sp>
        <p:nvSpPr>
          <p:cNvPr id="14" name="标题 1"/>
          <p:cNvSpPr txBox="1"/>
          <p:nvPr/>
        </p:nvSpPr>
        <p:spPr>
          <a:xfrm>
            <a:off x="8052803" y="2886415"/>
            <a:ext cx="2735180" cy="2895180"/>
          </a:xfrm>
          <a:prstGeom prst="roundRect">
            <a:avLst>
              <a:gd name="adj" fmla="val 8280"/>
            </a:avLst>
          </a:prstGeom>
          <a:solidFill>
            <a:schemeClr val="bg1"/>
          </a:soli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a:off x="8222167" y="4250059"/>
            <a:ext cx="2396453" cy="1173813"/>
          </a:xfrm>
          <a:prstGeom prst="rect">
            <a:avLst/>
          </a:prstGeom>
          <a:noFill/>
          <a:ln cap="sq">
            <a:noFill/>
          </a:ln>
        </p:spPr>
        <p:txBody>
          <a:bodyPr vert="horz" wrap="square" lIns="0" tIns="0" rIns="0" bIns="0" rtlCol="0" anchor="t"/>
          <a:lstStyle/>
          <a:p>
            <a:pPr algn="ctr"/>
            <a:r>
              <a:rPr kumimoji="1" lang="en-US" altLang="zh-CN" sz="1544">
                <a:ln w="12700">
                  <a:noFill/>
                </a:ln>
                <a:solidFill>
                  <a:srgbClr val="000000">
                    <a:alpha val="100000"/>
                  </a:srgbClr>
                </a:solidFill>
                <a:latin typeface="Poppins"/>
                <a:ea typeface="Poppins"/>
                <a:cs typeface="Poppins"/>
              </a:rPr>
              <a:t>Ejemplos de Automatización en TI (Casos de Uso)</a:t>
            </a:r>
            <a:endParaRPr kumimoji="1" lang="zh-CN" altLang="en-US"/>
          </a:p>
        </p:txBody>
      </p:sp>
      <p:sp>
        <p:nvSpPr>
          <p:cNvPr id="16" name="标题 1"/>
          <p:cNvSpPr txBox="1"/>
          <p:nvPr/>
        </p:nvSpPr>
        <p:spPr>
          <a:xfrm>
            <a:off x="8669934" y="3205529"/>
            <a:ext cx="1500919" cy="1130368"/>
          </a:xfrm>
          <a:prstGeom prst="rect">
            <a:avLst/>
          </a:prstGeom>
          <a:noFill/>
          <a:ln cap="sq">
            <a:noFill/>
          </a:ln>
        </p:spPr>
        <p:txBody>
          <a:bodyPr vert="horz" wrap="square" lIns="0" tIns="0" rIns="0" bIns="0" rtlCol="0" anchor="ctr"/>
          <a:lstStyle/>
          <a:p>
            <a:pPr algn="ctr"/>
            <a:r>
              <a:rPr kumimoji="1" lang="en-US" altLang="zh-CN" sz="6000">
                <a:ln w="12700">
                  <a:noFill/>
                </a:ln>
                <a:solidFill>
                  <a:srgbClr val="4472C4">
                    <a:alpha val="100000"/>
                  </a:srgbClr>
                </a:solidFill>
                <a:latin typeface="poppins-bold"/>
                <a:ea typeface="poppins-bold"/>
                <a:cs typeface="poppins-bold"/>
              </a:rPr>
              <a:t>03.</a:t>
            </a:r>
            <a:endParaRPr kumimoji="1" lang="zh-CN" altLang="en-US"/>
          </a:p>
        </p:txBody>
      </p:sp>
      <p:pic>
        <p:nvPicPr>
          <p:cNvPr id="18" name="Imagen 17">
            <a:extLst>
              <a:ext uri="{FF2B5EF4-FFF2-40B4-BE49-F238E27FC236}">
                <a16:creationId xmlns:a16="http://schemas.microsoft.com/office/drawing/2014/main" id="{27B2D285-85A2-BED0-4B1D-FCD12E71337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n 2"/>
          <p:cNvPicPr>
            <a:picLocks noChangeAspect="1"/>
          </p:cNvPicPr>
          <p:nvPr/>
        </p:nvPicPr>
        <p:blipFill>
          <a:blip r:embed="rId2">
            <a:alphaModFix/>
          </a:blip>
          <a:srcRect l="34798" t="10263" r="6538" b="17674"/>
          <a:stretch>
            <a:fillRect/>
          </a:stretch>
        </p:blipFill>
        <p:spPr>
          <a:xfrm flipH="1">
            <a:off x="174171" y="1016001"/>
            <a:ext cx="6662058" cy="4586514"/>
          </a:xfrm>
          <a:prstGeom prst="rect">
            <a:avLst/>
          </a:prstGeom>
          <a:noFill/>
          <a:ln>
            <a:noFill/>
          </a:ln>
        </p:spPr>
      </p:pic>
      <p:sp>
        <p:nvSpPr>
          <p:cNvPr id="4" name="标题 1"/>
          <p:cNvSpPr txBox="1"/>
          <p:nvPr/>
        </p:nvSpPr>
        <p:spPr>
          <a:xfrm>
            <a:off x="6879771" y="3359947"/>
            <a:ext cx="4760688" cy="1255728"/>
          </a:xfrm>
          <a:prstGeom prst="rect">
            <a:avLst/>
          </a:prstGeom>
          <a:noFill/>
          <a:ln>
            <a:noFill/>
          </a:ln>
        </p:spPr>
        <p:txBody>
          <a:bodyPr vert="horz" wrap="square" lIns="91440" tIns="45720" rIns="91440" bIns="45720" rtlCol="0" anchor="ctr"/>
          <a:lstStyle/>
          <a:p>
            <a:pPr algn="ctr"/>
            <a:r>
              <a:rPr kumimoji="1" lang="en-US" altLang="zh-CN" sz="2039">
                <a:ln w="12700">
                  <a:noFill/>
                </a:ln>
                <a:solidFill>
                  <a:srgbClr val="000000">
                    <a:alpha val="100000"/>
                  </a:srgbClr>
                </a:solidFill>
                <a:latin typeface="poppins-bold"/>
                <a:ea typeface="poppins-bold"/>
                <a:cs typeface="poppins-bold"/>
              </a:rPr>
              <a:t>Uso de Algoritmos y Scripts para Tareas Repetitivas</a:t>
            </a:r>
            <a:endParaRPr kumimoji="1" lang="zh-CN" altLang="en-US"/>
          </a:p>
        </p:txBody>
      </p:sp>
      <p:sp>
        <p:nvSpPr>
          <p:cNvPr id="6" name="标题 1"/>
          <p:cNvSpPr txBox="1"/>
          <p:nvPr/>
        </p:nvSpPr>
        <p:spPr>
          <a:xfrm flipH="1">
            <a:off x="8745588" y="2147252"/>
            <a:ext cx="1029054" cy="1029054"/>
          </a:xfrm>
          <a:prstGeom prst="ellipse">
            <a:avLst/>
          </a:prstGeom>
          <a:solidFill>
            <a:schemeClr val="tx1"/>
          </a:solidFill>
          <a:ln w="12700"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a:off x="8031679" y="1262814"/>
            <a:ext cx="2456872" cy="1667352"/>
          </a:xfrm>
          <a:prstGeom prst="rect">
            <a:avLst/>
          </a:prstGeom>
          <a:noFill/>
          <a:ln>
            <a:noFill/>
          </a:ln>
        </p:spPr>
        <p:txBody>
          <a:bodyPr vert="horz" wrap="square" lIns="0" tIns="0" rIns="0" bIns="0" rtlCol="0" anchor="b"/>
          <a:lstStyle/>
          <a:p>
            <a:pPr algn="ctr"/>
            <a:r>
              <a:rPr kumimoji="1" lang="en-US" altLang="zh-CN" sz="4000">
                <a:ln w="12700">
                  <a:noFill/>
                </a:ln>
                <a:solidFill>
                  <a:srgbClr val="FFFFFF">
                    <a:alpha val="100000"/>
                  </a:srgbClr>
                </a:solidFill>
                <a:latin typeface="Barlow Condensed Medium"/>
                <a:ea typeface="Barlow Condensed Medium"/>
                <a:cs typeface="Barlow Condensed Medium"/>
              </a:rPr>
              <a:t> 01</a:t>
            </a:r>
            <a:endParaRPr kumimoji="1" lang="zh-CN" altLang="en-US"/>
          </a:p>
        </p:txBody>
      </p:sp>
      <p:pic>
        <p:nvPicPr>
          <p:cNvPr id="8" name="Imagen 7">
            <a:extLst>
              <a:ext uri="{FF2B5EF4-FFF2-40B4-BE49-F238E27FC236}">
                <a16:creationId xmlns:a16="http://schemas.microsoft.com/office/drawing/2014/main" id="{A214A0A4-D56A-D1B2-ECB7-E76A662A90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1251598" y="1698676"/>
            <a:ext cx="4103237" cy="3980040"/>
          </a:xfrm>
          <a:custGeom>
            <a:avLst/>
            <a:gdLst>
              <a:gd name="connsiteX0" fmla="*/ 2672080 w 3413760"/>
              <a:gd name="connsiteY0" fmla="*/ 0 h 3792010"/>
              <a:gd name="connsiteX1" fmla="*/ 3086210 w 3413760"/>
              <a:gd name="connsiteY1" fmla="*/ 0 h 3792010"/>
              <a:gd name="connsiteX2" fmla="*/ 3413760 w 3413760"/>
              <a:gd name="connsiteY2" fmla="*/ 327550 h 3792010"/>
              <a:gd name="connsiteX3" fmla="*/ 3413760 w 3413760"/>
              <a:gd name="connsiteY3" fmla="*/ 3464460 h 3792010"/>
              <a:gd name="connsiteX4" fmla="*/ 3086210 w 3413760"/>
              <a:gd name="connsiteY4" fmla="*/ 3792010 h 3792010"/>
              <a:gd name="connsiteX5" fmla="*/ 327550 w 3413760"/>
              <a:gd name="connsiteY5" fmla="*/ 3792010 h 3792010"/>
              <a:gd name="connsiteX6" fmla="*/ 0 w 3413760"/>
              <a:gd name="connsiteY6" fmla="*/ 3464460 h 3792010"/>
              <a:gd name="connsiteX7" fmla="*/ 0 w 3413760"/>
              <a:gd name="connsiteY7" fmla="*/ 327550 h 3792010"/>
              <a:gd name="connsiteX8" fmla="*/ 327550 w 3413760"/>
              <a:gd name="connsiteY8" fmla="*/ 0 h 3792010"/>
              <a:gd name="connsiteX9" fmla="*/ 741680 w 3413760"/>
              <a:gd name="connsiteY9" fmla="*/ 0 h 3792010"/>
              <a:gd name="connsiteX10" fmla="*/ 741680 w 3413760"/>
              <a:gd name="connsiteY10" fmla="*/ 0 h 3792010"/>
              <a:gd name="connsiteX11" fmla="*/ 741680 w 3413760"/>
              <a:gd name="connsiteY11" fmla="*/ 0 h 3792010"/>
              <a:gd name="connsiteX12" fmla="*/ 833120 w 3413760"/>
              <a:gd name="connsiteY12" fmla="*/ 619760 h 3792010"/>
            </a:gdLst>
            <a:ahLst/>
            <a:cxnLst/>
            <a:rect l="l" t="t" r="r" b="b"/>
            <a:pathLst>
              <a:path w="3413760" h="3792010">
                <a:moveTo>
                  <a:pt x="2672080" y="0"/>
                </a:moveTo>
                <a:lnTo>
                  <a:pt x="3086210" y="0"/>
                </a:lnTo>
                <a:cubicBezTo>
                  <a:pt x="3267111" y="0"/>
                  <a:pt x="3413760" y="146649"/>
                  <a:pt x="3413760" y="327550"/>
                </a:cubicBezTo>
                <a:lnTo>
                  <a:pt x="3413760" y="3464460"/>
                </a:lnTo>
                <a:cubicBezTo>
                  <a:pt x="3413760" y="3645361"/>
                  <a:pt x="3267111" y="3792010"/>
                  <a:pt x="3086210" y="3792010"/>
                </a:cubicBezTo>
                <a:lnTo>
                  <a:pt x="327550" y="3792010"/>
                </a:lnTo>
                <a:cubicBezTo>
                  <a:pt x="146649" y="3792010"/>
                  <a:pt x="0" y="3645361"/>
                  <a:pt x="0" y="3464460"/>
                </a:cubicBezTo>
                <a:lnTo>
                  <a:pt x="0" y="327550"/>
                </a:lnTo>
                <a:cubicBezTo>
                  <a:pt x="0" y="146649"/>
                  <a:pt x="146649" y="0"/>
                  <a:pt x="327550" y="0"/>
                </a:cubicBezTo>
                <a:lnTo>
                  <a:pt x="741680" y="0"/>
                </a:lnTo>
              </a:path>
            </a:pathLst>
          </a:custGeom>
          <a:noFill/>
          <a:ln w="127000" cap="rnd">
            <a:solidFill>
              <a:schemeClr val="accent1"/>
            </a:solidFill>
            <a:round/>
          </a:ln>
        </p:spPr>
        <p:txBody>
          <a:bodyPr vert="horz" wrap="square" lIns="91440" tIns="45720" rIns="91440" bIns="45720" rtlCol="0" anchor="ctr"/>
          <a:lstStyle/>
          <a:p>
            <a:pPr algn="ctr"/>
            <a:endParaRPr kumimoji="1" lang="zh-CN" altLang="en-US"/>
          </a:p>
        </p:txBody>
      </p:sp>
      <p:sp>
        <p:nvSpPr>
          <p:cNvPr id="4" name="标题 1"/>
          <p:cNvSpPr txBox="1"/>
          <p:nvPr/>
        </p:nvSpPr>
        <p:spPr>
          <a:xfrm>
            <a:off x="1634778" y="2313042"/>
            <a:ext cx="3434944" cy="988958"/>
          </a:xfrm>
          <a:prstGeom prst="rect">
            <a:avLst/>
          </a:prstGeom>
          <a:noFill/>
          <a:ln>
            <a:noFill/>
          </a:ln>
        </p:spPr>
        <p:txBody>
          <a:bodyPr vert="horz" wrap="square" lIns="91440" tIns="45720" rIns="91440" bIns="45720" rtlCol="0" anchor="ctr"/>
          <a:lstStyle/>
          <a:p>
            <a:pPr algn="ctr"/>
            <a:r>
              <a:rPr kumimoji="1" lang="en-US" altLang="zh-CN" sz="1600">
                <a:ln w="12700">
                  <a:noFill/>
                </a:ln>
                <a:solidFill>
                  <a:srgbClr val="404040">
                    <a:alpha val="100000"/>
                  </a:srgbClr>
                </a:solidFill>
                <a:latin typeface="poppins-bold"/>
                <a:ea typeface="poppins-bold"/>
                <a:cs typeface="poppins-bold"/>
              </a:rPr>
              <a:t>Algoritmo</a:t>
            </a:r>
            <a:endParaRPr kumimoji="1" lang="zh-CN" altLang="en-US"/>
          </a:p>
        </p:txBody>
      </p:sp>
      <p:sp>
        <p:nvSpPr>
          <p:cNvPr id="5" name="标题 1"/>
          <p:cNvSpPr txBox="1"/>
          <p:nvPr/>
        </p:nvSpPr>
        <p:spPr>
          <a:xfrm>
            <a:off x="1634778" y="3453246"/>
            <a:ext cx="3432522" cy="1914007"/>
          </a:xfrm>
          <a:prstGeom prst="rect">
            <a:avLst/>
          </a:prstGeom>
          <a:noFill/>
          <a:ln>
            <a:noFill/>
          </a:ln>
        </p:spPr>
        <p:txBody>
          <a:bodyPr vert="horz" wrap="square" lIns="91440" tIns="45720" rIns="91440" bIns="45720" rtlCol="0" anchor="t"/>
          <a:lstStyle/>
          <a:p>
            <a:pPr algn="ctr"/>
            <a:r>
              <a:rPr kumimoji="1" lang="en-US" altLang="zh-CN" sz="1226" dirty="0">
                <a:ln w="12700">
                  <a:noFill/>
                </a:ln>
                <a:solidFill>
                  <a:srgbClr val="404040">
                    <a:alpha val="100000"/>
                  </a:srgbClr>
                </a:solidFill>
                <a:latin typeface="Poppins"/>
                <a:ea typeface="Poppins"/>
                <a:cs typeface="Poppins"/>
              </a:rPr>
              <a:t>Es </a:t>
            </a:r>
            <a:r>
              <a:rPr kumimoji="1" lang="en-US" altLang="zh-CN" sz="1226" dirty="0" err="1">
                <a:ln w="12700">
                  <a:noFill/>
                </a:ln>
                <a:solidFill>
                  <a:srgbClr val="404040">
                    <a:alpha val="100000"/>
                  </a:srgbClr>
                </a:solidFill>
                <a:latin typeface="Poppins"/>
                <a:ea typeface="Poppins"/>
                <a:cs typeface="Poppins"/>
              </a:rPr>
              <a:t>el</a:t>
            </a:r>
            <a:r>
              <a:rPr kumimoji="1" lang="en-US" altLang="zh-CN" sz="1226" dirty="0">
                <a:ln w="12700">
                  <a:noFill/>
                </a:ln>
                <a:solidFill>
                  <a:srgbClr val="404040">
                    <a:alpha val="100000"/>
                  </a:srgbClr>
                </a:solidFill>
                <a:latin typeface="Poppins"/>
                <a:ea typeface="Poppins"/>
                <a:cs typeface="Poppins"/>
              </a:rPr>
              <a:t> Plan o </a:t>
            </a:r>
            <a:r>
              <a:rPr kumimoji="1" lang="en-US" altLang="zh-CN" sz="1226" dirty="0" err="1">
                <a:ln w="12700">
                  <a:noFill/>
                </a:ln>
                <a:solidFill>
                  <a:srgbClr val="404040">
                    <a:alpha val="100000"/>
                  </a:srgbClr>
                </a:solidFill>
                <a:latin typeface="Poppins"/>
                <a:ea typeface="Poppins"/>
                <a:cs typeface="Poppins"/>
              </a:rPr>
              <a:t>lógica</a:t>
            </a:r>
            <a:r>
              <a:rPr kumimoji="1" lang="en-US" altLang="zh-CN" sz="1226" dirty="0">
                <a:ln w="12700">
                  <a:noFill/>
                </a:ln>
                <a:solidFill>
                  <a:srgbClr val="404040">
                    <a:alpha val="100000"/>
                  </a:srgbClr>
                </a:solidFill>
                <a:latin typeface="Poppins"/>
                <a:ea typeface="Poppins"/>
                <a:cs typeface="Poppins"/>
              </a:rPr>
              <a:t>.
Es la </a:t>
            </a:r>
            <a:r>
              <a:rPr kumimoji="1" lang="en-US" altLang="zh-CN" sz="1226" dirty="0" err="1">
                <a:ln w="12700">
                  <a:noFill/>
                </a:ln>
                <a:solidFill>
                  <a:srgbClr val="404040">
                    <a:alpha val="100000"/>
                  </a:srgbClr>
                </a:solidFill>
                <a:latin typeface="Poppins"/>
                <a:ea typeface="Poppins"/>
                <a:cs typeface="Poppins"/>
              </a:rPr>
              <a:t>secuencia</a:t>
            </a:r>
            <a:r>
              <a:rPr kumimoji="1" lang="en-US" altLang="zh-CN" sz="1226" dirty="0">
                <a:ln w="12700">
                  <a:noFill/>
                </a:ln>
                <a:solidFill>
                  <a:srgbClr val="404040">
                    <a:alpha val="100000"/>
                  </a:srgbClr>
                </a:solidFill>
                <a:latin typeface="Poppins"/>
                <a:ea typeface="Poppins"/>
                <a:cs typeface="Poppins"/>
              </a:rPr>
              <a:t> de pasos </a:t>
            </a:r>
            <a:r>
              <a:rPr kumimoji="1" lang="en-US" altLang="zh-CN" sz="1226" dirty="0" err="1">
                <a:ln w="12700">
                  <a:noFill/>
                </a:ln>
                <a:solidFill>
                  <a:srgbClr val="404040">
                    <a:alpha val="100000"/>
                  </a:srgbClr>
                </a:solidFill>
                <a:latin typeface="Poppins"/>
                <a:ea typeface="Poppins"/>
                <a:cs typeface="Poppins"/>
              </a:rPr>
              <a:t>descrita</a:t>
            </a:r>
            <a:r>
              <a:rPr kumimoji="1" lang="en-US" altLang="zh-CN" sz="1226" dirty="0">
                <a:ln w="12700">
                  <a:noFill/>
                </a:ln>
                <a:solidFill>
                  <a:srgbClr val="404040">
                    <a:alpha val="100000"/>
                  </a:srgbClr>
                </a:solidFill>
                <a:latin typeface="Poppins"/>
                <a:ea typeface="Poppins"/>
                <a:cs typeface="Poppins"/>
              </a:rPr>
              <a:t> de forma </a:t>
            </a:r>
            <a:r>
              <a:rPr kumimoji="1" lang="en-US" altLang="zh-CN" sz="1226" dirty="0" err="1">
                <a:ln w="12700">
                  <a:noFill/>
                </a:ln>
                <a:solidFill>
                  <a:srgbClr val="404040">
                    <a:alpha val="100000"/>
                  </a:srgbClr>
                </a:solidFill>
                <a:latin typeface="Poppins"/>
                <a:ea typeface="Poppins"/>
                <a:cs typeface="Poppins"/>
              </a:rPr>
              <a:t>lógica</a:t>
            </a:r>
            <a:r>
              <a:rPr kumimoji="1" lang="en-US" altLang="zh-CN" sz="1226" dirty="0">
                <a:ln w="12700">
                  <a:noFill/>
                </a:ln>
                <a:solidFill>
                  <a:srgbClr val="404040">
                    <a:alpha val="100000"/>
                  </a:srgbClr>
                </a:solidFill>
                <a:latin typeface="Poppins"/>
                <a:ea typeface="Poppins"/>
                <a:cs typeface="Poppins"/>
              </a:rPr>
              <a:t>.</a:t>
            </a:r>
          </a:p>
          <a:p>
            <a:pPr algn="ctr"/>
            <a:r>
              <a:rPr kumimoji="1" lang="en-US" altLang="zh-CN" sz="1226" dirty="0">
                <a:ln w="12700">
                  <a:noFill/>
                </a:ln>
                <a:solidFill>
                  <a:srgbClr val="404040">
                    <a:alpha val="100000"/>
                  </a:srgbClr>
                </a:solidFill>
                <a:latin typeface="Poppins"/>
                <a:ea typeface="Poppins"/>
                <a:cs typeface="Poppins"/>
              </a:rPr>
              <a:t>
</a:t>
            </a:r>
            <a:r>
              <a:rPr kumimoji="1" lang="en-US" altLang="zh-CN" sz="1226" b="1" dirty="0" err="1">
                <a:ln w="12700">
                  <a:noFill/>
                </a:ln>
                <a:solidFill>
                  <a:srgbClr val="404040">
                    <a:alpha val="100000"/>
                  </a:srgbClr>
                </a:solidFill>
                <a:latin typeface="Poppins"/>
                <a:ea typeface="Poppins"/>
                <a:cs typeface="Poppins"/>
              </a:rPr>
              <a:t>Ejemplo</a:t>
            </a:r>
            <a:r>
              <a:rPr kumimoji="1" lang="en-US" altLang="zh-CN" sz="1226" b="1" dirty="0">
                <a:ln w="12700">
                  <a:noFill/>
                </a:ln>
                <a:solidFill>
                  <a:srgbClr val="404040">
                    <a:alpha val="100000"/>
                  </a:srgbClr>
                </a:solidFill>
                <a:latin typeface="Poppins"/>
                <a:ea typeface="Poppins"/>
                <a:cs typeface="Poppins"/>
              </a:rPr>
              <a:t> de </a:t>
            </a:r>
            <a:r>
              <a:rPr kumimoji="1" lang="en-US" altLang="zh-CN" sz="1226" b="1" dirty="0" err="1">
                <a:ln w="12700">
                  <a:noFill/>
                </a:ln>
                <a:solidFill>
                  <a:srgbClr val="404040">
                    <a:alpha val="100000"/>
                  </a:srgbClr>
                </a:solidFill>
                <a:latin typeface="Poppins"/>
                <a:ea typeface="Poppins"/>
                <a:cs typeface="Poppins"/>
              </a:rPr>
              <a:t>algoritmo</a:t>
            </a:r>
            <a:r>
              <a:rPr kumimoji="1" lang="en-US" altLang="zh-CN" sz="1226" b="1" dirty="0">
                <a:ln w="12700">
                  <a:noFill/>
                </a:ln>
                <a:solidFill>
                  <a:srgbClr val="404040">
                    <a:alpha val="100000"/>
                  </a:srgbClr>
                </a:solidFill>
                <a:latin typeface="Poppins"/>
                <a:ea typeface="Poppins"/>
                <a:cs typeface="Poppins"/>
              </a:rPr>
              <a:t> </a:t>
            </a:r>
            <a:r>
              <a:rPr kumimoji="1" lang="en-US" altLang="zh-CN" sz="1226" b="1" dirty="0" err="1">
                <a:ln w="12700">
                  <a:noFill/>
                </a:ln>
                <a:solidFill>
                  <a:srgbClr val="404040">
                    <a:alpha val="100000"/>
                  </a:srgbClr>
                </a:solidFill>
                <a:latin typeface="Poppins"/>
                <a:ea typeface="Poppins"/>
                <a:cs typeface="Poppins"/>
              </a:rPr>
              <a:t>en</a:t>
            </a:r>
            <a:r>
              <a:rPr kumimoji="1" lang="en-US" altLang="zh-CN" sz="1226" b="1" dirty="0">
                <a:ln w="12700">
                  <a:noFill/>
                </a:ln>
                <a:solidFill>
                  <a:srgbClr val="404040">
                    <a:alpha val="100000"/>
                  </a:srgbClr>
                </a:solidFill>
                <a:latin typeface="Poppins"/>
                <a:ea typeface="Poppins"/>
                <a:cs typeface="Poppins"/>
              </a:rPr>
              <a:t> </a:t>
            </a:r>
            <a:r>
              <a:rPr kumimoji="1" lang="en-US" altLang="zh-CN" sz="1226" b="1" dirty="0" err="1">
                <a:ln w="12700">
                  <a:noFill/>
                </a:ln>
                <a:solidFill>
                  <a:srgbClr val="404040">
                    <a:alpha val="100000"/>
                  </a:srgbClr>
                </a:solidFill>
                <a:latin typeface="Poppins"/>
                <a:ea typeface="Poppins"/>
                <a:cs typeface="Poppins"/>
              </a:rPr>
              <a:t>pseudocódigo</a:t>
            </a:r>
            <a:r>
              <a:rPr kumimoji="1" lang="en-US" altLang="zh-CN" sz="1226" dirty="0">
                <a:ln w="12700">
                  <a:noFill/>
                </a:ln>
                <a:solidFill>
                  <a:srgbClr val="404040">
                    <a:alpha val="100000"/>
                  </a:srgbClr>
                </a:solidFill>
                <a:latin typeface="Poppins"/>
                <a:ea typeface="Poppins"/>
                <a:cs typeface="Poppins"/>
              </a:rPr>
              <a:t>:</a:t>
            </a:r>
          </a:p>
          <a:p>
            <a:pPr algn="ctr"/>
            <a:r>
              <a:rPr kumimoji="1" lang="en-US" altLang="zh-CN" sz="1226" dirty="0">
                <a:ln w="12700">
                  <a:noFill/>
                </a:ln>
                <a:solidFill>
                  <a:srgbClr val="404040">
                    <a:alpha val="100000"/>
                  </a:srgbClr>
                </a:solidFill>
                <a:latin typeface="Poppins"/>
                <a:ea typeface="Poppins"/>
                <a:cs typeface="Poppins"/>
              </a:rPr>
              <a:t>"</a:t>
            </a:r>
            <a:r>
              <a:rPr kumimoji="1" lang="en-US" altLang="zh-CN" sz="1226" dirty="0" err="1">
                <a:ln w="12700">
                  <a:noFill/>
                </a:ln>
                <a:solidFill>
                  <a:srgbClr val="404040">
                    <a:alpha val="100000"/>
                  </a:srgbClr>
                </a:solidFill>
                <a:latin typeface="Poppins"/>
                <a:ea typeface="Poppins"/>
                <a:cs typeface="Poppins"/>
              </a:rPr>
              <a:t>Revisar</a:t>
            </a:r>
            <a:r>
              <a:rPr kumimoji="1" lang="en-US" altLang="zh-CN" sz="1226" dirty="0">
                <a:ln w="12700">
                  <a:noFill/>
                </a:ln>
                <a:solidFill>
                  <a:srgbClr val="404040">
                    <a:alpha val="100000"/>
                  </a:srgbClr>
                </a:solidFill>
                <a:latin typeface="Poppins"/>
                <a:ea typeface="Poppins"/>
                <a:cs typeface="Poppins"/>
              </a:rPr>
              <a:t> </a:t>
            </a:r>
            <a:r>
              <a:rPr kumimoji="1" lang="en-US" altLang="zh-CN" sz="1226" dirty="0" err="1">
                <a:ln w="12700">
                  <a:noFill/>
                </a:ln>
                <a:solidFill>
                  <a:srgbClr val="404040">
                    <a:alpha val="100000"/>
                  </a:srgbClr>
                </a:solidFill>
                <a:latin typeface="Poppins"/>
                <a:ea typeface="Poppins"/>
                <a:cs typeface="Poppins"/>
              </a:rPr>
              <a:t>el</a:t>
            </a:r>
            <a:r>
              <a:rPr kumimoji="1" lang="en-US" altLang="zh-CN" sz="1226" dirty="0">
                <a:ln w="12700">
                  <a:noFill/>
                </a:ln>
                <a:solidFill>
                  <a:srgbClr val="404040">
                    <a:alpha val="100000"/>
                  </a:srgbClr>
                </a:solidFill>
                <a:latin typeface="Poppins"/>
                <a:ea typeface="Poppins"/>
                <a:cs typeface="Poppins"/>
              </a:rPr>
              <a:t> </a:t>
            </a:r>
            <a:r>
              <a:rPr kumimoji="1" lang="en-US" altLang="zh-CN" sz="1226" dirty="0" err="1">
                <a:ln w="12700">
                  <a:noFill/>
                </a:ln>
                <a:solidFill>
                  <a:srgbClr val="404040">
                    <a:alpha val="100000"/>
                  </a:srgbClr>
                </a:solidFill>
                <a:latin typeface="Poppins"/>
                <a:ea typeface="Poppins"/>
                <a:cs typeface="Poppins"/>
              </a:rPr>
              <a:t>espacio</a:t>
            </a:r>
            <a:r>
              <a:rPr kumimoji="1" lang="en-US" altLang="zh-CN" sz="1226" dirty="0">
                <a:ln w="12700">
                  <a:noFill/>
                </a:ln>
                <a:solidFill>
                  <a:srgbClr val="404040">
                    <a:alpha val="100000"/>
                  </a:srgbClr>
                </a:solidFill>
                <a:latin typeface="Poppins"/>
                <a:ea typeface="Poppins"/>
                <a:cs typeface="Poppins"/>
              </a:rPr>
              <a:t> </a:t>
            </a:r>
            <a:r>
              <a:rPr kumimoji="1" lang="en-US" altLang="zh-CN" sz="1226" dirty="0" err="1">
                <a:ln w="12700">
                  <a:noFill/>
                </a:ln>
                <a:solidFill>
                  <a:srgbClr val="404040">
                    <a:alpha val="100000"/>
                  </a:srgbClr>
                </a:solidFill>
                <a:latin typeface="Poppins"/>
                <a:ea typeface="Poppins"/>
                <a:cs typeface="Poppins"/>
              </a:rPr>
              <a:t>en</a:t>
            </a:r>
            <a:r>
              <a:rPr kumimoji="1" lang="en-US" altLang="zh-CN" sz="1226" dirty="0">
                <a:ln w="12700">
                  <a:noFill/>
                </a:ln>
                <a:solidFill>
                  <a:srgbClr val="404040">
                    <a:alpha val="100000"/>
                  </a:srgbClr>
                </a:solidFill>
                <a:latin typeface="Poppins"/>
                <a:ea typeface="Poppins"/>
                <a:cs typeface="Poppins"/>
              </a:rPr>
              <a:t> disco de </a:t>
            </a:r>
            <a:r>
              <a:rPr kumimoji="1" lang="en-US" altLang="zh-CN" sz="1226" dirty="0" err="1">
                <a:ln w="12700">
                  <a:noFill/>
                </a:ln>
                <a:solidFill>
                  <a:srgbClr val="404040">
                    <a:alpha val="100000"/>
                  </a:srgbClr>
                </a:solidFill>
                <a:latin typeface="Poppins"/>
                <a:ea typeface="Poppins"/>
                <a:cs typeface="Poppins"/>
              </a:rPr>
              <a:t>todos</a:t>
            </a:r>
            <a:r>
              <a:rPr kumimoji="1" lang="en-US" altLang="zh-CN" sz="1226" dirty="0">
                <a:ln w="12700">
                  <a:noFill/>
                </a:ln>
                <a:solidFill>
                  <a:srgbClr val="404040">
                    <a:alpha val="100000"/>
                  </a:srgbClr>
                </a:solidFill>
                <a:latin typeface="Poppins"/>
                <a:ea typeface="Poppins"/>
                <a:cs typeface="Poppins"/>
              </a:rPr>
              <a:t> </a:t>
            </a:r>
            <a:r>
              <a:rPr kumimoji="1" lang="en-US" altLang="zh-CN" sz="1226" dirty="0" err="1">
                <a:ln w="12700">
                  <a:noFill/>
                </a:ln>
                <a:solidFill>
                  <a:srgbClr val="404040">
                    <a:alpha val="100000"/>
                  </a:srgbClr>
                </a:solidFill>
                <a:latin typeface="Poppins"/>
                <a:ea typeface="Poppins"/>
                <a:cs typeface="Poppins"/>
              </a:rPr>
              <a:t>los</a:t>
            </a:r>
            <a:r>
              <a:rPr kumimoji="1" lang="en-US" altLang="zh-CN" sz="1226" dirty="0">
                <a:ln w="12700">
                  <a:noFill/>
                </a:ln>
                <a:solidFill>
                  <a:srgbClr val="404040">
                    <a:alpha val="100000"/>
                  </a:srgbClr>
                </a:solidFill>
                <a:latin typeface="Poppins"/>
                <a:ea typeface="Poppins"/>
                <a:cs typeface="Poppins"/>
              </a:rPr>
              <a:t> </a:t>
            </a:r>
            <a:r>
              <a:rPr kumimoji="1" lang="en-US" altLang="zh-CN" sz="1226" dirty="0" err="1">
                <a:ln w="12700">
                  <a:noFill/>
                </a:ln>
                <a:solidFill>
                  <a:srgbClr val="404040">
                    <a:alpha val="100000"/>
                  </a:srgbClr>
                </a:solidFill>
                <a:latin typeface="Poppins"/>
                <a:ea typeface="Poppins"/>
                <a:cs typeface="Poppins"/>
              </a:rPr>
              <a:t>servidores</a:t>
            </a:r>
            <a:r>
              <a:rPr kumimoji="1" lang="en-US" altLang="zh-CN" sz="1226" dirty="0">
                <a:ln w="12700">
                  <a:noFill/>
                </a:ln>
                <a:solidFill>
                  <a:srgbClr val="404040">
                    <a:alpha val="100000"/>
                  </a:srgbClr>
                </a:solidFill>
                <a:latin typeface="Poppins"/>
                <a:ea typeface="Poppins"/>
                <a:cs typeface="Poppins"/>
              </a:rPr>
              <a:t>. PARA CADA </a:t>
            </a:r>
            <a:r>
              <a:rPr kumimoji="1" lang="en-US" altLang="zh-CN" sz="1226" dirty="0" err="1">
                <a:ln w="12700">
                  <a:noFill/>
                </a:ln>
                <a:solidFill>
                  <a:srgbClr val="404040">
                    <a:alpha val="100000"/>
                  </a:srgbClr>
                </a:solidFill>
                <a:latin typeface="Poppins"/>
                <a:ea typeface="Poppins"/>
                <a:cs typeface="Poppins"/>
              </a:rPr>
              <a:t>servidor</a:t>
            </a:r>
            <a:r>
              <a:rPr kumimoji="1" lang="en-US" altLang="zh-CN" sz="1226" dirty="0">
                <a:ln w="12700">
                  <a:noFill/>
                </a:ln>
                <a:solidFill>
                  <a:srgbClr val="404040">
                    <a:alpha val="100000"/>
                  </a:srgbClr>
                </a:solidFill>
                <a:latin typeface="Poppins"/>
                <a:ea typeface="Poppins"/>
                <a:cs typeface="Poppins"/>
              </a:rPr>
              <a:t>, SI </a:t>
            </a:r>
            <a:r>
              <a:rPr kumimoji="1" lang="en-US" altLang="zh-CN" sz="1226" dirty="0" err="1">
                <a:ln w="12700">
                  <a:noFill/>
                </a:ln>
                <a:solidFill>
                  <a:srgbClr val="404040">
                    <a:alpha val="100000"/>
                  </a:srgbClr>
                </a:solidFill>
                <a:latin typeface="Poppins"/>
                <a:ea typeface="Poppins"/>
                <a:cs typeface="Poppins"/>
              </a:rPr>
              <a:t>el</a:t>
            </a:r>
            <a:r>
              <a:rPr kumimoji="1" lang="en-US" altLang="zh-CN" sz="1226" dirty="0">
                <a:ln w="12700">
                  <a:noFill/>
                </a:ln>
                <a:solidFill>
                  <a:srgbClr val="404040">
                    <a:alpha val="100000"/>
                  </a:srgbClr>
                </a:solidFill>
                <a:latin typeface="Poppins"/>
                <a:ea typeface="Poppins"/>
                <a:cs typeface="Poppins"/>
              </a:rPr>
              <a:t> </a:t>
            </a:r>
            <a:r>
              <a:rPr kumimoji="1" lang="en-US" altLang="zh-CN" sz="1226" dirty="0" err="1">
                <a:ln w="12700">
                  <a:noFill/>
                </a:ln>
                <a:solidFill>
                  <a:srgbClr val="404040">
                    <a:alpha val="100000"/>
                  </a:srgbClr>
                </a:solidFill>
                <a:latin typeface="Poppins"/>
                <a:ea typeface="Poppins"/>
                <a:cs typeface="Poppins"/>
              </a:rPr>
              <a:t>uso</a:t>
            </a:r>
            <a:r>
              <a:rPr kumimoji="1" lang="en-US" altLang="zh-CN" sz="1226" dirty="0">
                <a:ln w="12700">
                  <a:noFill/>
                </a:ln>
                <a:solidFill>
                  <a:srgbClr val="404040">
                    <a:alpha val="100000"/>
                  </a:srgbClr>
                </a:solidFill>
                <a:latin typeface="Poppins"/>
                <a:ea typeface="Poppins"/>
                <a:cs typeface="Poppins"/>
              </a:rPr>
              <a:t> es &gt; 90%, ENTONCES </a:t>
            </a:r>
            <a:r>
              <a:rPr kumimoji="1" lang="en-US" altLang="zh-CN" sz="1226" dirty="0" err="1">
                <a:ln w="12700">
                  <a:noFill/>
                </a:ln>
                <a:solidFill>
                  <a:srgbClr val="404040">
                    <a:alpha val="100000"/>
                  </a:srgbClr>
                </a:solidFill>
                <a:latin typeface="Poppins"/>
                <a:ea typeface="Poppins"/>
                <a:cs typeface="Poppins"/>
              </a:rPr>
              <a:t>enviar</a:t>
            </a:r>
            <a:r>
              <a:rPr kumimoji="1" lang="en-US" altLang="zh-CN" sz="1226" dirty="0">
                <a:ln w="12700">
                  <a:noFill/>
                </a:ln>
                <a:solidFill>
                  <a:srgbClr val="404040">
                    <a:alpha val="100000"/>
                  </a:srgbClr>
                </a:solidFill>
                <a:latin typeface="Poppins"/>
                <a:ea typeface="Poppins"/>
                <a:cs typeface="Poppins"/>
              </a:rPr>
              <a:t> </a:t>
            </a:r>
            <a:r>
              <a:rPr kumimoji="1" lang="en-US" altLang="zh-CN" sz="1226" dirty="0" err="1">
                <a:ln w="12700">
                  <a:noFill/>
                </a:ln>
                <a:solidFill>
                  <a:srgbClr val="404040">
                    <a:alpha val="100000"/>
                  </a:srgbClr>
                </a:solidFill>
                <a:latin typeface="Poppins"/>
                <a:ea typeface="Poppins"/>
                <a:cs typeface="Poppins"/>
              </a:rPr>
              <a:t>una</a:t>
            </a:r>
            <a:r>
              <a:rPr kumimoji="1" lang="en-US" altLang="zh-CN" sz="1226" dirty="0">
                <a:ln w="12700">
                  <a:noFill/>
                </a:ln>
                <a:solidFill>
                  <a:srgbClr val="404040">
                    <a:alpha val="100000"/>
                  </a:srgbClr>
                </a:solidFill>
                <a:latin typeface="Poppins"/>
                <a:ea typeface="Poppins"/>
                <a:cs typeface="Poppins"/>
              </a:rPr>
              <a:t> </a:t>
            </a:r>
            <a:r>
              <a:rPr kumimoji="1" lang="en-US" altLang="zh-CN" sz="1226" dirty="0" err="1">
                <a:ln w="12700">
                  <a:noFill/>
                </a:ln>
                <a:solidFill>
                  <a:srgbClr val="404040">
                    <a:alpha val="100000"/>
                  </a:srgbClr>
                </a:solidFill>
                <a:latin typeface="Poppins"/>
                <a:ea typeface="Poppins"/>
                <a:cs typeface="Poppins"/>
              </a:rPr>
              <a:t>alerta</a:t>
            </a:r>
            <a:r>
              <a:rPr kumimoji="1" lang="en-US" altLang="zh-CN" sz="1226" dirty="0">
                <a:ln w="12700">
                  <a:noFill/>
                </a:ln>
                <a:solidFill>
                  <a:srgbClr val="404040">
                    <a:alpha val="100000"/>
                  </a:srgbClr>
                </a:solidFill>
                <a:latin typeface="Poppins"/>
                <a:ea typeface="Poppins"/>
                <a:cs typeface="Poppins"/>
              </a:rPr>
              <a:t> por </a:t>
            </a:r>
            <a:r>
              <a:rPr kumimoji="1" lang="en-US" altLang="zh-CN" sz="1226" dirty="0" err="1">
                <a:ln w="12700">
                  <a:noFill/>
                </a:ln>
                <a:solidFill>
                  <a:srgbClr val="404040">
                    <a:alpha val="100000"/>
                  </a:srgbClr>
                </a:solidFill>
                <a:latin typeface="Poppins"/>
                <a:ea typeface="Poppins"/>
                <a:cs typeface="Poppins"/>
              </a:rPr>
              <a:t>correo</a:t>
            </a:r>
            <a:r>
              <a:rPr kumimoji="1" lang="en-US" altLang="zh-CN" sz="1226" dirty="0">
                <a:ln w="12700">
                  <a:noFill/>
                </a:ln>
                <a:solidFill>
                  <a:srgbClr val="404040">
                    <a:alpha val="100000"/>
                  </a:srgbClr>
                </a:solidFill>
                <a:latin typeface="Poppins"/>
                <a:ea typeface="Poppins"/>
                <a:cs typeface="Poppins"/>
              </a:rPr>
              <a:t>."</a:t>
            </a:r>
            <a:endParaRPr kumimoji="1" lang="zh-CN" altLang="en-US" dirty="0"/>
          </a:p>
        </p:txBody>
      </p:sp>
      <p:cxnSp>
        <p:nvCxnSpPr>
          <p:cNvPr id="6" name="标题 1"/>
          <p:cNvCxnSpPr/>
          <p:nvPr/>
        </p:nvCxnSpPr>
        <p:spPr>
          <a:xfrm>
            <a:off x="1731465" y="3307603"/>
            <a:ext cx="3252891" cy="0"/>
          </a:xfrm>
          <a:prstGeom prst="line">
            <a:avLst/>
          </a:prstGeom>
          <a:noFill/>
          <a:ln w="12700" cap="sq">
            <a:solidFill>
              <a:schemeClr val="tx1"/>
            </a:solidFill>
            <a:miter/>
          </a:ln>
        </p:spPr>
      </p:cxnSp>
      <p:sp>
        <p:nvSpPr>
          <p:cNvPr id="7" name="标题 1"/>
          <p:cNvSpPr txBox="1"/>
          <p:nvPr/>
        </p:nvSpPr>
        <p:spPr>
          <a:xfrm flipV="1">
            <a:off x="3254562" y="3305628"/>
            <a:ext cx="206696" cy="109228"/>
          </a:xfrm>
          <a:prstGeom prst="triangle">
            <a:avLst/>
          </a:prstGeom>
          <a:solidFill>
            <a:schemeClr val="tx1"/>
          </a:solidFill>
          <a:ln w="12700" cap="sq">
            <a:noFill/>
            <a:miter/>
          </a:ln>
        </p:spPr>
        <p:txBody>
          <a:bodyPr vert="horz" wrap="square" lIns="91440" tIns="45720" rIns="91440" bIns="45720" rtlCol="0" anchor="ctr"/>
          <a:lstStyle/>
          <a:p>
            <a:pPr algn="ctr"/>
            <a:endParaRPr kumimoji="1" lang="zh-CN" altLang="en-US"/>
          </a:p>
        </p:txBody>
      </p:sp>
      <p:sp>
        <p:nvSpPr>
          <p:cNvPr id="8" name="标题 1"/>
          <p:cNvSpPr txBox="1"/>
          <p:nvPr/>
        </p:nvSpPr>
        <p:spPr>
          <a:xfrm>
            <a:off x="6824464" y="1698676"/>
            <a:ext cx="4103237" cy="3980040"/>
          </a:xfrm>
          <a:custGeom>
            <a:avLst/>
            <a:gdLst>
              <a:gd name="connsiteX0" fmla="*/ 2672080 w 3413760"/>
              <a:gd name="connsiteY0" fmla="*/ 0 h 3792010"/>
              <a:gd name="connsiteX1" fmla="*/ 3086210 w 3413760"/>
              <a:gd name="connsiteY1" fmla="*/ 0 h 3792010"/>
              <a:gd name="connsiteX2" fmla="*/ 3413760 w 3413760"/>
              <a:gd name="connsiteY2" fmla="*/ 327550 h 3792010"/>
              <a:gd name="connsiteX3" fmla="*/ 3413760 w 3413760"/>
              <a:gd name="connsiteY3" fmla="*/ 3464460 h 3792010"/>
              <a:gd name="connsiteX4" fmla="*/ 3086210 w 3413760"/>
              <a:gd name="connsiteY4" fmla="*/ 3792010 h 3792010"/>
              <a:gd name="connsiteX5" fmla="*/ 327550 w 3413760"/>
              <a:gd name="connsiteY5" fmla="*/ 3792010 h 3792010"/>
              <a:gd name="connsiteX6" fmla="*/ 0 w 3413760"/>
              <a:gd name="connsiteY6" fmla="*/ 3464460 h 3792010"/>
              <a:gd name="connsiteX7" fmla="*/ 0 w 3413760"/>
              <a:gd name="connsiteY7" fmla="*/ 327550 h 3792010"/>
              <a:gd name="connsiteX8" fmla="*/ 327550 w 3413760"/>
              <a:gd name="connsiteY8" fmla="*/ 0 h 3792010"/>
              <a:gd name="connsiteX9" fmla="*/ 741680 w 3413760"/>
              <a:gd name="connsiteY9" fmla="*/ 0 h 3792010"/>
              <a:gd name="connsiteX10" fmla="*/ 741680 w 3413760"/>
              <a:gd name="connsiteY10" fmla="*/ 0 h 3792010"/>
              <a:gd name="connsiteX11" fmla="*/ 741680 w 3413760"/>
              <a:gd name="connsiteY11" fmla="*/ 0 h 3792010"/>
              <a:gd name="connsiteX12" fmla="*/ 833120 w 3413760"/>
              <a:gd name="connsiteY12" fmla="*/ 619760 h 3792010"/>
            </a:gdLst>
            <a:ahLst/>
            <a:cxnLst/>
            <a:rect l="l" t="t" r="r" b="b"/>
            <a:pathLst>
              <a:path w="3413760" h="3792010">
                <a:moveTo>
                  <a:pt x="2672080" y="0"/>
                </a:moveTo>
                <a:lnTo>
                  <a:pt x="3086210" y="0"/>
                </a:lnTo>
                <a:cubicBezTo>
                  <a:pt x="3267111" y="0"/>
                  <a:pt x="3413760" y="146649"/>
                  <a:pt x="3413760" y="327550"/>
                </a:cubicBezTo>
                <a:lnTo>
                  <a:pt x="3413760" y="3464460"/>
                </a:lnTo>
                <a:cubicBezTo>
                  <a:pt x="3413760" y="3645361"/>
                  <a:pt x="3267111" y="3792010"/>
                  <a:pt x="3086210" y="3792010"/>
                </a:cubicBezTo>
                <a:lnTo>
                  <a:pt x="327550" y="3792010"/>
                </a:lnTo>
                <a:cubicBezTo>
                  <a:pt x="146649" y="3792010"/>
                  <a:pt x="0" y="3645361"/>
                  <a:pt x="0" y="3464460"/>
                </a:cubicBezTo>
                <a:lnTo>
                  <a:pt x="0" y="327550"/>
                </a:lnTo>
                <a:cubicBezTo>
                  <a:pt x="0" y="146649"/>
                  <a:pt x="146649" y="0"/>
                  <a:pt x="327550" y="0"/>
                </a:cubicBezTo>
                <a:lnTo>
                  <a:pt x="741680" y="0"/>
                </a:lnTo>
              </a:path>
            </a:pathLst>
          </a:custGeom>
          <a:noFill/>
          <a:ln w="127000" cap="rnd">
            <a:solidFill>
              <a:schemeClr val="accent2"/>
            </a:solidFill>
            <a:round/>
          </a:ln>
        </p:spPr>
        <p:txBody>
          <a:bodyPr vert="horz" wrap="square" lIns="91440" tIns="45720" rIns="91440" bIns="45720" rtlCol="0" anchor="ctr"/>
          <a:lstStyle/>
          <a:p>
            <a:pPr algn="ctr"/>
            <a:endParaRPr kumimoji="1" lang="zh-CN" altLang="en-US"/>
          </a:p>
        </p:txBody>
      </p:sp>
      <p:sp>
        <p:nvSpPr>
          <p:cNvPr id="9" name="标题 1"/>
          <p:cNvSpPr txBox="1"/>
          <p:nvPr/>
        </p:nvSpPr>
        <p:spPr>
          <a:xfrm>
            <a:off x="7207644" y="2313042"/>
            <a:ext cx="3434944" cy="988958"/>
          </a:xfrm>
          <a:prstGeom prst="rect">
            <a:avLst/>
          </a:prstGeom>
          <a:noFill/>
          <a:ln>
            <a:noFill/>
          </a:ln>
        </p:spPr>
        <p:txBody>
          <a:bodyPr vert="horz" wrap="square" lIns="0" tIns="0" rIns="0" bIns="0" rtlCol="0" anchor="ctr"/>
          <a:lstStyle/>
          <a:p>
            <a:pPr algn="ctr"/>
            <a:r>
              <a:rPr kumimoji="1" lang="en-US" altLang="zh-CN" sz="1600">
                <a:ln w="12700">
                  <a:noFill/>
                </a:ln>
                <a:solidFill>
                  <a:srgbClr val="404040">
                    <a:alpha val="100000"/>
                  </a:srgbClr>
                </a:solidFill>
                <a:latin typeface="poppins-bold"/>
                <a:ea typeface="poppins-bold"/>
                <a:cs typeface="poppins-bold"/>
              </a:rPr>
              <a:t>Script</a:t>
            </a:r>
            <a:endParaRPr kumimoji="1" lang="zh-CN" altLang="en-US"/>
          </a:p>
        </p:txBody>
      </p:sp>
      <p:sp>
        <p:nvSpPr>
          <p:cNvPr id="10" name="标题 1"/>
          <p:cNvSpPr txBox="1"/>
          <p:nvPr/>
        </p:nvSpPr>
        <p:spPr>
          <a:xfrm>
            <a:off x="7207644" y="3453246"/>
            <a:ext cx="3434956" cy="2132466"/>
          </a:xfrm>
          <a:prstGeom prst="rect">
            <a:avLst/>
          </a:prstGeom>
          <a:noFill/>
          <a:ln>
            <a:noFill/>
          </a:ln>
        </p:spPr>
        <p:txBody>
          <a:bodyPr vert="horz" wrap="square" lIns="91440" tIns="45720" rIns="91440" bIns="45720" rtlCol="0" anchor="t"/>
          <a:lstStyle/>
          <a:p>
            <a:pPr algn="ctr"/>
            <a:r>
              <a:rPr kumimoji="1" lang="en-US" altLang="zh-CN" sz="1400">
                <a:ln w="12700">
                  <a:noFill/>
                </a:ln>
                <a:solidFill>
                  <a:srgbClr val="404040">
                    <a:alpha val="100000"/>
                  </a:srgbClr>
                </a:solidFill>
                <a:latin typeface="Poppins"/>
                <a:ea typeface="Poppins"/>
                <a:cs typeface="Poppins"/>
              </a:rPr>
              <a:t>Implementación del algoritmo en un lenguaje de programación.
Ejecutable por el sistema operativo.</a:t>
            </a:r>
            <a:endParaRPr kumimoji="1" lang="zh-CN" altLang="en-US"/>
          </a:p>
        </p:txBody>
      </p:sp>
      <p:cxnSp>
        <p:nvCxnSpPr>
          <p:cNvPr id="11" name="标题 1"/>
          <p:cNvCxnSpPr/>
          <p:nvPr/>
        </p:nvCxnSpPr>
        <p:spPr>
          <a:xfrm>
            <a:off x="7304331" y="3307603"/>
            <a:ext cx="3252891" cy="0"/>
          </a:xfrm>
          <a:prstGeom prst="line">
            <a:avLst/>
          </a:prstGeom>
          <a:noFill/>
          <a:ln w="12700" cap="sq">
            <a:solidFill>
              <a:schemeClr val="tx1"/>
            </a:solidFill>
            <a:miter/>
          </a:ln>
        </p:spPr>
      </p:cxnSp>
      <p:sp>
        <p:nvSpPr>
          <p:cNvPr id="12" name="标题 1"/>
          <p:cNvSpPr txBox="1"/>
          <p:nvPr/>
        </p:nvSpPr>
        <p:spPr>
          <a:xfrm flipV="1">
            <a:off x="8827428" y="3305628"/>
            <a:ext cx="206696" cy="109228"/>
          </a:xfrm>
          <a:prstGeom prst="triangle">
            <a:avLst/>
          </a:prstGeom>
          <a:solidFill>
            <a:schemeClr val="tx1"/>
          </a:soli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a:off x="2554668" y="1206824"/>
            <a:ext cx="1600200" cy="980440"/>
          </a:xfrm>
          <a:prstGeom prst="rect">
            <a:avLst/>
          </a:prstGeom>
          <a:noFill/>
          <a:ln cap="sq">
            <a:noFill/>
          </a:ln>
        </p:spPr>
        <p:txBody>
          <a:bodyPr vert="horz" wrap="square" lIns="91440" tIns="45720" rIns="91440" bIns="45720" rtlCol="0" anchor="ctr"/>
          <a:lstStyle/>
          <a:p>
            <a:pPr algn="ctr"/>
            <a:r>
              <a:rPr kumimoji="1" lang="en-US" altLang="zh-CN" sz="5800">
                <a:ln w="12700">
                  <a:noFill/>
                </a:ln>
                <a:solidFill>
                  <a:srgbClr val="4472C4">
                    <a:alpha val="100000"/>
                  </a:srgbClr>
                </a:solidFill>
                <a:latin typeface="poppins-bold"/>
                <a:ea typeface="poppins-bold"/>
                <a:cs typeface="poppins-bold"/>
              </a:rPr>
              <a:t>01</a:t>
            </a:r>
            <a:endParaRPr kumimoji="1" lang="zh-CN" altLang="en-US"/>
          </a:p>
        </p:txBody>
      </p:sp>
      <p:sp>
        <p:nvSpPr>
          <p:cNvPr id="14" name="标题 1"/>
          <p:cNvSpPr txBox="1"/>
          <p:nvPr/>
        </p:nvSpPr>
        <p:spPr>
          <a:xfrm>
            <a:off x="8066468" y="1206824"/>
            <a:ext cx="1727200" cy="980440"/>
          </a:xfrm>
          <a:prstGeom prst="rect">
            <a:avLst/>
          </a:prstGeom>
          <a:noFill/>
          <a:ln cap="sq">
            <a:noFill/>
          </a:ln>
        </p:spPr>
        <p:txBody>
          <a:bodyPr vert="horz" wrap="square" lIns="91440" tIns="45720" rIns="91440" bIns="45720" rtlCol="0" anchor="ctr"/>
          <a:lstStyle/>
          <a:p>
            <a:pPr algn="ctr"/>
            <a:r>
              <a:rPr kumimoji="1" lang="en-US" altLang="zh-CN" sz="5800">
                <a:ln w="12700">
                  <a:noFill/>
                </a:ln>
                <a:solidFill>
                  <a:srgbClr val="ED7D31">
                    <a:alpha val="100000"/>
                  </a:srgbClr>
                </a:solidFill>
                <a:latin typeface="poppins-bold"/>
                <a:ea typeface="poppins-bold"/>
                <a:cs typeface="poppins-bold"/>
              </a:rPr>
              <a:t>02</a:t>
            </a:r>
            <a:endParaRPr kumimoji="1" lang="zh-CN" altLang="en-US"/>
          </a:p>
        </p:txBody>
      </p:sp>
      <p:sp>
        <p:nvSpPr>
          <p:cNvPr id="15" name="标题 1"/>
          <p:cNvSpPr txBox="1"/>
          <p:nvPr/>
        </p:nvSpPr>
        <p:spPr>
          <a:xfrm>
            <a:off x="498273" y="37338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6" name="标题 1"/>
          <p:cNvSpPr txBox="1"/>
          <p:nvPr/>
        </p:nvSpPr>
        <p:spPr>
          <a:xfrm>
            <a:off x="660400"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El Algoritmo vs. El Script</a:t>
            </a:r>
            <a:endParaRPr kumimoji="1" lang="zh-CN" altLang="en-US"/>
          </a:p>
        </p:txBody>
      </p:sp>
      <p:sp>
        <p:nvSpPr>
          <p:cNvPr id="17" name="标题 1"/>
          <p:cNvSpPr txBox="1"/>
          <p:nvPr/>
        </p:nvSpPr>
        <p:spPr>
          <a:xfrm rot="10800000">
            <a:off x="436515" y="301852"/>
            <a:ext cx="309616" cy="296154"/>
          </a:xfrm>
          <a:custGeom>
            <a:avLst/>
            <a:gdLst>
              <a:gd name="connsiteX0" fmla="*/ 0 w 522052"/>
              <a:gd name="connsiteY0" fmla="*/ 382622 h 499354"/>
              <a:gd name="connsiteX1" fmla="*/ 116732 w 522052"/>
              <a:gd name="connsiteY1" fmla="*/ 265890 h 499354"/>
              <a:gd name="connsiteX2" fmla="*/ 288588 w 522052"/>
              <a:gd name="connsiteY2" fmla="*/ 265890 h 499354"/>
              <a:gd name="connsiteX3" fmla="*/ 288588 w 522052"/>
              <a:gd name="connsiteY3" fmla="*/ 116732 h 499354"/>
              <a:gd name="connsiteX4" fmla="*/ 405320 w 522052"/>
              <a:gd name="connsiteY4" fmla="*/ 0 h 499354"/>
              <a:gd name="connsiteX5" fmla="*/ 522052 w 522052"/>
              <a:gd name="connsiteY5" fmla="*/ 116732 h 499354"/>
              <a:gd name="connsiteX6" fmla="*/ 522052 w 522052"/>
              <a:gd name="connsiteY6" fmla="*/ 382621 h 499354"/>
              <a:gd name="connsiteX7" fmla="*/ 405320 w 522052"/>
              <a:gd name="connsiteY7" fmla="*/ 499353 h 499354"/>
              <a:gd name="connsiteX8" fmla="*/ 393972 w 522052"/>
              <a:gd name="connsiteY8" fmla="*/ 497062 h 499354"/>
              <a:gd name="connsiteX9" fmla="*/ 382622 w 522052"/>
              <a:gd name="connsiteY9" fmla="*/ 499354 h 499354"/>
              <a:gd name="connsiteX10" fmla="*/ 116732 w 522052"/>
              <a:gd name="connsiteY10" fmla="*/ 499354 h 499354"/>
              <a:gd name="connsiteX11" fmla="*/ 0 w 522052"/>
              <a:gd name="connsiteY11" fmla="*/ 382622 h 499354"/>
            </a:gdLst>
            <a:ahLst/>
            <a:cxnLst/>
            <a:rect l="l" t="t" r="r" b="b"/>
            <a:pathLst>
              <a:path w="522052" h="499354">
                <a:moveTo>
                  <a:pt x="0" y="382622"/>
                </a:moveTo>
                <a:cubicBezTo>
                  <a:pt x="0" y="318153"/>
                  <a:pt x="52263" y="265890"/>
                  <a:pt x="116732" y="265890"/>
                </a:cubicBezTo>
                <a:lnTo>
                  <a:pt x="288588" y="265890"/>
                </a:lnTo>
                <a:lnTo>
                  <a:pt x="288588" y="116732"/>
                </a:lnTo>
                <a:cubicBezTo>
                  <a:pt x="288588" y="52263"/>
                  <a:pt x="340851" y="0"/>
                  <a:pt x="405320" y="0"/>
                </a:cubicBezTo>
                <a:cubicBezTo>
                  <a:pt x="469789" y="0"/>
                  <a:pt x="522052" y="52263"/>
                  <a:pt x="522052" y="116732"/>
                </a:cubicBezTo>
                <a:lnTo>
                  <a:pt x="522052" y="382621"/>
                </a:lnTo>
                <a:cubicBezTo>
                  <a:pt x="522052" y="447090"/>
                  <a:pt x="469789" y="499353"/>
                  <a:pt x="405320" y="499353"/>
                </a:cubicBezTo>
                <a:lnTo>
                  <a:pt x="393972" y="497062"/>
                </a:lnTo>
                <a:lnTo>
                  <a:pt x="382622" y="499354"/>
                </a:lnTo>
                <a:lnTo>
                  <a:pt x="116732" y="499354"/>
                </a:lnTo>
                <a:cubicBezTo>
                  <a:pt x="52263" y="499354"/>
                  <a:pt x="0" y="447091"/>
                  <a:pt x="0" y="382622"/>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18" name="Imagen 17">
            <a:extLst>
              <a:ext uri="{FF2B5EF4-FFF2-40B4-BE49-F238E27FC236}">
                <a16:creationId xmlns:a16="http://schemas.microsoft.com/office/drawing/2014/main" id="{094A55A9-271E-F081-CB30-F55CBAB3805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3629366" y="1564355"/>
            <a:ext cx="795455" cy="45782"/>
          </a:xfrm>
          <a:custGeom>
            <a:avLst/>
            <a:gdLst>
              <a:gd name="connsiteX0" fmla="*/ 772564 w 795455"/>
              <a:gd name="connsiteY0" fmla="*/ 0 h 45782"/>
              <a:gd name="connsiteX1" fmla="*/ 795455 w 795455"/>
              <a:gd name="connsiteY1" fmla="*/ 22891 h 45782"/>
              <a:gd name="connsiteX2" fmla="*/ 772564 w 795455"/>
              <a:gd name="connsiteY2" fmla="*/ 45782 h 45782"/>
              <a:gd name="connsiteX3" fmla="*/ 749673 w 795455"/>
              <a:gd name="connsiteY3" fmla="*/ 22891 h 45782"/>
              <a:gd name="connsiteX4" fmla="*/ 772564 w 795455"/>
              <a:gd name="connsiteY4" fmla="*/ 0 h 45782"/>
              <a:gd name="connsiteX5" fmla="*/ 646665 w 795455"/>
              <a:gd name="connsiteY5" fmla="*/ 0 h 45782"/>
              <a:gd name="connsiteX6" fmla="*/ 669556 w 795455"/>
              <a:gd name="connsiteY6" fmla="*/ 22891 h 45782"/>
              <a:gd name="connsiteX7" fmla="*/ 646665 w 795455"/>
              <a:gd name="connsiteY7" fmla="*/ 45782 h 45782"/>
              <a:gd name="connsiteX8" fmla="*/ 623774 w 795455"/>
              <a:gd name="connsiteY8" fmla="*/ 22891 h 45782"/>
              <a:gd name="connsiteX9" fmla="*/ 646665 w 795455"/>
              <a:gd name="connsiteY9" fmla="*/ 0 h 45782"/>
              <a:gd name="connsiteX10" fmla="*/ 520766 w 795455"/>
              <a:gd name="connsiteY10" fmla="*/ 0 h 45782"/>
              <a:gd name="connsiteX11" fmla="*/ 543657 w 795455"/>
              <a:gd name="connsiteY11" fmla="*/ 22891 h 45782"/>
              <a:gd name="connsiteX12" fmla="*/ 520766 w 795455"/>
              <a:gd name="connsiteY12" fmla="*/ 45782 h 45782"/>
              <a:gd name="connsiteX13" fmla="*/ 497875 w 795455"/>
              <a:gd name="connsiteY13" fmla="*/ 22891 h 45782"/>
              <a:gd name="connsiteX14" fmla="*/ 520766 w 795455"/>
              <a:gd name="connsiteY14" fmla="*/ 0 h 45782"/>
              <a:gd name="connsiteX15" fmla="*/ 400589 w 795455"/>
              <a:gd name="connsiteY15" fmla="*/ 0 h 45782"/>
              <a:gd name="connsiteX16" fmla="*/ 423480 w 795455"/>
              <a:gd name="connsiteY16" fmla="*/ 22891 h 45782"/>
              <a:gd name="connsiteX17" fmla="*/ 400589 w 795455"/>
              <a:gd name="connsiteY17" fmla="*/ 45782 h 45782"/>
              <a:gd name="connsiteX18" fmla="*/ 377698 w 795455"/>
              <a:gd name="connsiteY18" fmla="*/ 22891 h 45782"/>
              <a:gd name="connsiteX19" fmla="*/ 400589 w 795455"/>
              <a:gd name="connsiteY19" fmla="*/ 0 h 45782"/>
              <a:gd name="connsiteX20" fmla="*/ 274690 w 795455"/>
              <a:gd name="connsiteY20" fmla="*/ 0 h 45782"/>
              <a:gd name="connsiteX21" fmla="*/ 297581 w 795455"/>
              <a:gd name="connsiteY21" fmla="*/ 22891 h 45782"/>
              <a:gd name="connsiteX22" fmla="*/ 274690 w 795455"/>
              <a:gd name="connsiteY22" fmla="*/ 45782 h 45782"/>
              <a:gd name="connsiteX23" fmla="*/ 251799 w 795455"/>
              <a:gd name="connsiteY23" fmla="*/ 22891 h 45782"/>
              <a:gd name="connsiteX24" fmla="*/ 274690 w 795455"/>
              <a:gd name="connsiteY24" fmla="*/ 0 h 45782"/>
              <a:gd name="connsiteX25" fmla="*/ 148790 w 795455"/>
              <a:gd name="connsiteY25" fmla="*/ 0 h 45782"/>
              <a:gd name="connsiteX26" fmla="*/ 171681 w 795455"/>
              <a:gd name="connsiteY26" fmla="*/ 22891 h 45782"/>
              <a:gd name="connsiteX27" fmla="*/ 148790 w 795455"/>
              <a:gd name="connsiteY27" fmla="*/ 45782 h 45782"/>
              <a:gd name="connsiteX28" fmla="*/ 125899 w 795455"/>
              <a:gd name="connsiteY28" fmla="*/ 22891 h 45782"/>
              <a:gd name="connsiteX29" fmla="*/ 148790 w 795455"/>
              <a:gd name="connsiteY29" fmla="*/ 0 h 45782"/>
              <a:gd name="connsiteX30" fmla="*/ 22891 w 795455"/>
              <a:gd name="connsiteY30" fmla="*/ 0 h 45782"/>
              <a:gd name="connsiteX31" fmla="*/ 45782 w 795455"/>
              <a:gd name="connsiteY31" fmla="*/ 22891 h 45782"/>
              <a:gd name="connsiteX32" fmla="*/ 22891 w 795455"/>
              <a:gd name="connsiteY32" fmla="*/ 45782 h 45782"/>
              <a:gd name="connsiteX33" fmla="*/ 0 w 795455"/>
              <a:gd name="connsiteY33" fmla="*/ 22891 h 45782"/>
              <a:gd name="connsiteX34" fmla="*/ 22891 w 795455"/>
              <a:gd name="connsiteY34" fmla="*/ 0 h 45782"/>
            </a:gdLst>
            <a:ahLst/>
            <a:cxnLst/>
            <a:rect l="l" t="t" r="r" b="b"/>
            <a:pathLst>
              <a:path w="795455" h="45782">
                <a:moveTo>
                  <a:pt x="772564" y="0"/>
                </a:moveTo>
                <a:cubicBezTo>
                  <a:pt x="785206" y="0"/>
                  <a:pt x="795455" y="10249"/>
                  <a:pt x="795455" y="22891"/>
                </a:cubicBezTo>
                <a:cubicBezTo>
                  <a:pt x="795455" y="35533"/>
                  <a:pt x="785206" y="45782"/>
                  <a:pt x="772564" y="45782"/>
                </a:cubicBezTo>
                <a:cubicBezTo>
                  <a:pt x="759922" y="45782"/>
                  <a:pt x="749673" y="35533"/>
                  <a:pt x="749673" y="22891"/>
                </a:cubicBezTo>
                <a:cubicBezTo>
                  <a:pt x="749673" y="10249"/>
                  <a:pt x="759922" y="0"/>
                  <a:pt x="772564" y="0"/>
                </a:cubicBezTo>
                <a:close/>
                <a:moveTo>
                  <a:pt x="646665" y="0"/>
                </a:moveTo>
                <a:cubicBezTo>
                  <a:pt x="659307" y="0"/>
                  <a:pt x="669556" y="10249"/>
                  <a:pt x="669556" y="22891"/>
                </a:cubicBezTo>
                <a:cubicBezTo>
                  <a:pt x="669556" y="35533"/>
                  <a:pt x="659307" y="45782"/>
                  <a:pt x="646665" y="45782"/>
                </a:cubicBezTo>
                <a:cubicBezTo>
                  <a:pt x="634023" y="45782"/>
                  <a:pt x="623774" y="35533"/>
                  <a:pt x="623774" y="22891"/>
                </a:cubicBezTo>
                <a:cubicBezTo>
                  <a:pt x="623774" y="10249"/>
                  <a:pt x="634023" y="0"/>
                  <a:pt x="646665" y="0"/>
                </a:cubicBezTo>
                <a:close/>
                <a:moveTo>
                  <a:pt x="520766" y="0"/>
                </a:moveTo>
                <a:cubicBezTo>
                  <a:pt x="533408" y="0"/>
                  <a:pt x="543657" y="10249"/>
                  <a:pt x="543657" y="22891"/>
                </a:cubicBezTo>
                <a:cubicBezTo>
                  <a:pt x="543657" y="35533"/>
                  <a:pt x="533408" y="45782"/>
                  <a:pt x="520766" y="45782"/>
                </a:cubicBezTo>
                <a:cubicBezTo>
                  <a:pt x="508124" y="45782"/>
                  <a:pt x="497875" y="35533"/>
                  <a:pt x="497875" y="22891"/>
                </a:cubicBezTo>
                <a:cubicBezTo>
                  <a:pt x="497875" y="10249"/>
                  <a:pt x="508124" y="0"/>
                  <a:pt x="520766" y="0"/>
                </a:cubicBezTo>
                <a:close/>
                <a:moveTo>
                  <a:pt x="400589" y="0"/>
                </a:moveTo>
                <a:cubicBezTo>
                  <a:pt x="413231" y="0"/>
                  <a:pt x="423480" y="10249"/>
                  <a:pt x="423480" y="22891"/>
                </a:cubicBezTo>
                <a:cubicBezTo>
                  <a:pt x="423480" y="35533"/>
                  <a:pt x="413231" y="45782"/>
                  <a:pt x="400589" y="45782"/>
                </a:cubicBezTo>
                <a:cubicBezTo>
                  <a:pt x="387947" y="45782"/>
                  <a:pt x="377698" y="35533"/>
                  <a:pt x="377698" y="22891"/>
                </a:cubicBezTo>
                <a:cubicBezTo>
                  <a:pt x="377698" y="10249"/>
                  <a:pt x="387947" y="0"/>
                  <a:pt x="400589" y="0"/>
                </a:cubicBezTo>
                <a:close/>
                <a:moveTo>
                  <a:pt x="274690" y="0"/>
                </a:moveTo>
                <a:cubicBezTo>
                  <a:pt x="287332" y="0"/>
                  <a:pt x="297581" y="10249"/>
                  <a:pt x="297581" y="22891"/>
                </a:cubicBezTo>
                <a:cubicBezTo>
                  <a:pt x="297581" y="35533"/>
                  <a:pt x="287332" y="45782"/>
                  <a:pt x="274690" y="45782"/>
                </a:cubicBezTo>
                <a:cubicBezTo>
                  <a:pt x="262048" y="45782"/>
                  <a:pt x="251799" y="35533"/>
                  <a:pt x="251799" y="22891"/>
                </a:cubicBezTo>
                <a:cubicBezTo>
                  <a:pt x="251799" y="10249"/>
                  <a:pt x="262048" y="0"/>
                  <a:pt x="274690" y="0"/>
                </a:cubicBezTo>
                <a:close/>
                <a:moveTo>
                  <a:pt x="148790" y="0"/>
                </a:moveTo>
                <a:cubicBezTo>
                  <a:pt x="161432" y="0"/>
                  <a:pt x="171681" y="10249"/>
                  <a:pt x="171681" y="22891"/>
                </a:cubicBezTo>
                <a:cubicBezTo>
                  <a:pt x="171681" y="35533"/>
                  <a:pt x="161432" y="45782"/>
                  <a:pt x="148790" y="45782"/>
                </a:cubicBezTo>
                <a:cubicBezTo>
                  <a:pt x="136148" y="45782"/>
                  <a:pt x="125899" y="35533"/>
                  <a:pt x="125899" y="22891"/>
                </a:cubicBezTo>
                <a:cubicBezTo>
                  <a:pt x="125899" y="10249"/>
                  <a:pt x="136148" y="0"/>
                  <a:pt x="148790" y="0"/>
                </a:cubicBezTo>
                <a:close/>
                <a:moveTo>
                  <a:pt x="22891" y="0"/>
                </a:moveTo>
                <a:cubicBezTo>
                  <a:pt x="35533" y="0"/>
                  <a:pt x="45782" y="10249"/>
                  <a:pt x="45782" y="22891"/>
                </a:cubicBezTo>
                <a:cubicBezTo>
                  <a:pt x="45782" y="35533"/>
                  <a:pt x="35533" y="45782"/>
                  <a:pt x="22891" y="45782"/>
                </a:cubicBezTo>
                <a:cubicBezTo>
                  <a:pt x="10249" y="45782"/>
                  <a:pt x="0" y="35533"/>
                  <a:pt x="0" y="22891"/>
                </a:cubicBezTo>
                <a:cubicBezTo>
                  <a:pt x="0" y="10249"/>
                  <a:pt x="10249" y="0"/>
                  <a:pt x="22891" y="0"/>
                </a:cubicBezTo>
                <a:close/>
              </a:path>
            </a:pathLst>
          </a:custGeom>
          <a:solidFill>
            <a:schemeClr val="bg1">
              <a:lumMod val="75000"/>
            </a:schemeClr>
          </a:solidFill>
          <a:ln w="6350" cap="flat">
            <a:noFill/>
            <a:miter/>
          </a:ln>
        </p:spPr>
        <p:txBody>
          <a:bodyPr vert="horz" wrap="square" lIns="91440" tIns="45720" rIns="91440" bIns="45720" rtlCol="0" anchor="ctr"/>
          <a:lstStyle/>
          <a:p>
            <a:pPr algn="l"/>
            <a:endParaRPr kumimoji="1" lang="zh-CN" altLang="en-US"/>
          </a:p>
        </p:txBody>
      </p:sp>
      <p:sp>
        <p:nvSpPr>
          <p:cNvPr id="4" name="标题 1"/>
          <p:cNvSpPr txBox="1"/>
          <p:nvPr/>
        </p:nvSpPr>
        <p:spPr>
          <a:xfrm>
            <a:off x="7695521" y="1564355"/>
            <a:ext cx="795455" cy="45782"/>
          </a:xfrm>
          <a:custGeom>
            <a:avLst/>
            <a:gdLst>
              <a:gd name="connsiteX0" fmla="*/ 772564 w 795455"/>
              <a:gd name="connsiteY0" fmla="*/ 0 h 45782"/>
              <a:gd name="connsiteX1" fmla="*/ 795455 w 795455"/>
              <a:gd name="connsiteY1" fmla="*/ 22891 h 45782"/>
              <a:gd name="connsiteX2" fmla="*/ 772564 w 795455"/>
              <a:gd name="connsiteY2" fmla="*/ 45782 h 45782"/>
              <a:gd name="connsiteX3" fmla="*/ 749673 w 795455"/>
              <a:gd name="connsiteY3" fmla="*/ 22891 h 45782"/>
              <a:gd name="connsiteX4" fmla="*/ 772564 w 795455"/>
              <a:gd name="connsiteY4" fmla="*/ 0 h 45782"/>
              <a:gd name="connsiteX5" fmla="*/ 646665 w 795455"/>
              <a:gd name="connsiteY5" fmla="*/ 0 h 45782"/>
              <a:gd name="connsiteX6" fmla="*/ 669556 w 795455"/>
              <a:gd name="connsiteY6" fmla="*/ 22891 h 45782"/>
              <a:gd name="connsiteX7" fmla="*/ 646665 w 795455"/>
              <a:gd name="connsiteY7" fmla="*/ 45782 h 45782"/>
              <a:gd name="connsiteX8" fmla="*/ 623774 w 795455"/>
              <a:gd name="connsiteY8" fmla="*/ 22891 h 45782"/>
              <a:gd name="connsiteX9" fmla="*/ 646665 w 795455"/>
              <a:gd name="connsiteY9" fmla="*/ 0 h 45782"/>
              <a:gd name="connsiteX10" fmla="*/ 520766 w 795455"/>
              <a:gd name="connsiteY10" fmla="*/ 0 h 45782"/>
              <a:gd name="connsiteX11" fmla="*/ 543657 w 795455"/>
              <a:gd name="connsiteY11" fmla="*/ 22891 h 45782"/>
              <a:gd name="connsiteX12" fmla="*/ 520766 w 795455"/>
              <a:gd name="connsiteY12" fmla="*/ 45782 h 45782"/>
              <a:gd name="connsiteX13" fmla="*/ 497875 w 795455"/>
              <a:gd name="connsiteY13" fmla="*/ 22891 h 45782"/>
              <a:gd name="connsiteX14" fmla="*/ 520766 w 795455"/>
              <a:gd name="connsiteY14" fmla="*/ 0 h 45782"/>
              <a:gd name="connsiteX15" fmla="*/ 394866 w 795455"/>
              <a:gd name="connsiteY15" fmla="*/ 0 h 45782"/>
              <a:gd name="connsiteX16" fmla="*/ 417757 w 795455"/>
              <a:gd name="connsiteY16" fmla="*/ 22891 h 45782"/>
              <a:gd name="connsiteX17" fmla="*/ 394866 w 795455"/>
              <a:gd name="connsiteY17" fmla="*/ 45782 h 45782"/>
              <a:gd name="connsiteX18" fmla="*/ 371975 w 795455"/>
              <a:gd name="connsiteY18" fmla="*/ 22891 h 45782"/>
              <a:gd name="connsiteX19" fmla="*/ 394866 w 795455"/>
              <a:gd name="connsiteY19" fmla="*/ 0 h 45782"/>
              <a:gd name="connsiteX20" fmla="*/ 274690 w 795455"/>
              <a:gd name="connsiteY20" fmla="*/ 0 h 45782"/>
              <a:gd name="connsiteX21" fmla="*/ 297581 w 795455"/>
              <a:gd name="connsiteY21" fmla="*/ 22891 h 45782"/>
              <a:gd name="connsiteX22" fmla="*/ 274690 w 795455"/>
              <a:gd name="connsiteY22" fmla="*/ 45782 h 45782"/>
              <a:gd name="connsiteX23" fmla="*/ 251799 w 795455"/>
              <a:gd name="connsiteY23" fmla="*/ 22891 h 45782"/>
              <a:gd name="connsiteX24" fmla="*/ 274690 w 795455"/>
              <a:gd name="connsiteY24" fmla="*/ 0 h 45782"/>
              <a:gd name="connsiteX25" fmla="*/ 148790 w 795455"/>
              <a:gd name="connsiteY25" fmla="*/ 0 h 45782"/>
              <a:gd name="connsiteX26" fmla="*/ 171681 w 795455"/>
              <a:gd name="connsiteY26" fmla="*/ 22891 h 45782"/>
              <a:gd name="connsiteX27" fmla="*/ 148790 w 795455"/>
              <a:gd name="connsiteY27" fmla="*/ 45782 h 45782"/>
              <a:gd name="connsiteX28" fmla="*/ 125899 w 795455"/>
              <a:gd name="connsiteY28" fmla="*/ 22891 h 45782"/>
              <a:gd name="connsiteX29" fmla="*/ 148790 w 795455"/>
              <a:gd name="connsiteY29" fmla="*/ 0 h 45782"/>
              <a:gd name="connsiteX30" fmla="*/ 22891 w 795455"/>
              <a:gd name="connsiteY30" fmla="*/ 0 h 45782"/>
              <a:gd name="connsiteX31" fmla="*/ 45782 w 795455"/>
              <a:gd name="connsiteY31" fmla="*/ 22891 h 45782"/>
              <a:gd name="connsiteX32" fmla="*/ 22891 w 795455"/>
              <a:gd name="connsiteY32" fmla="*/ 45782 h 45782"/>
              <a:gd name="connsiteX33" fmla="*/ 0 w 795455"/>
              <a:gd name="connsiteY33" fmla="*/ 22891 h 45782"/>
              <a:gd name="connsiteX34" fmla="*/ 22891 w 795455"/>
              <a:gd name="connsiteY34" fmla="*/ 0 h 45782"/>
            </a:gdLst>
            <a:ahLst/>
            <a:cxnLst/>
            <a:rect l="l" t="t" r="r" b="b"/>
            <a:pathLst>
              <a:path w="795455" h="45782">
                <a:moveTo>
                  <a:pt x="772564" y="0"/>
                </a:moveTo>
                <a:cubicBezTo>
                  <a:pt x="785207" y="0"/>
                  <a:pt x="795455" y="10249"/>
                  <a:pt x="795455" y="22891"/>
                </a:cubicBezTo>
                <a:cubicBezTo>
                  <a:pt x="795455" y="35533"/>
                  <a:pt x="785207" y="45782"/>
                  <a:pt x="772564" y="45782"/>
                </a:cubicBezTo>
                <a:cubicBezTo>
                  <a:pt x="759922" y="45782"/>
                  <a:pt x="749673" y="35533"/>
                  <a:pt x="749673" y="22891"/>
                </a:cubicBezTo>
                <a:cubicBezTo>
                  <a:pt x="749673" y="10249"/>
                  <a:pt x="759922" y="0"/>
                  <a:pt x="772564" y="0"/>
                </a:cubicBezTo>
                <a:close/>
                <a:moveTo>
                  <a:pt x="646665" y="0"/>
                </a:moveTo>
                <a:cubicBezTo>
                  <a:pt x="659308" y="0"/>
                  <a:pt x="669556" y="10249"/>
                  <a:pt x="669556" y="22891"/>
                </a:cubicBezTo>
                <a:cubicBezTo>
                  <a:pt x="669556" y="35533"/>
                  <a:pt x="659308" y="45782"/>
                  <a:pt x="646665" y="45782"/>
                </a:cubicBezTo>
                <a:cubicBezTo>
                  <a:pt x="634023" y="45782"/>
                  <a:pt x="623774" y="35533"/>
                  <a:pt x="623774" y="22891"/>
                </a:cubicBezTo>
                <a:cubicBezTo>
                  <a:pt x="623774" y="10249"/>
                  <a:pt x="634023" y="0"/>
                  <a:pt x="646665" y="0"/>
                </a:cubicBezTo>
                <a:close/>
                <a:moveTo>
                  <a:pt x="520766" y="0"/>
                </a:moveTo>
                <a:cubicBezTo>
                  <a:pt x="533409" y="0"/>
                  <a:pt x="543657" y="10249"/>
                  <a:pt x="543657" y="22891"/>
                </a:cubicBezTo>
                <a:cubicBezTo>
                  <a:pt x="543657" y="35533"/>
                  <a:pt x="533409" y="45782"/>
                  <a:pt x="520766" y="45782"/>
                </a:cubicBezTo>
                <a:cubicBezTo>
                  <a:pt x="508124" y="45782"/>
                  <a:pt x="497875" y="35533"/>
                  <a:pt x="497875" y="22891"/>
                </a:cubicBezTo>
                <a:cubicBezTo>
                  <a:pt x="497875" y="10249"/>
                  <a:pt x="508124" y="0"/>
                  <a:pt x="520766" y="0"/>
                </a:cubicBezTo>
                <a:close/>
                <a:moveTo>
                  <a:pt x="394866" y="0"/>
                </a:moveTo>
                <a:cubicBezTo>
                  <a:pt x="407509" y="0"/>
                  <a:pt x="417757" y="10249"/>
                  <a:pt x="417757" y="22891"/>
                </a:cubicBezTo>
                <a:cubicBezTo>
                  <a:pt x="417757" y="35533"/>
                  <a:pt x="407509" y="45782"/>
                  <a:pt x="394866" y="45782"/>
                </a:cubicBezTo>
                <a:cubicBezTo>
                  <a:pt x="382224" y="45782"/>
                  <a:pt x="371975" y="35533"/>
                  <a:pt x="371975" y="22891"/>
                </a:cubicBezTo>
                <a:cubicBezTo>
                  <a:pt x="371975" y="10249"/>
                  <a:pt x="382224" y="0"/>
                  <a:pt x="394866" y="0"/>
                </a:cubicBezTo>
                <a:close/>
                <a:moveTo>
                  <a:pt x="274690" y="0"/>
                </a:moveTo>
                <a:cubicBezTo>
                  <a:pt x="287333" y="0"/>
                  <a:pt x="297581" y="10249"/>
                  <a:pt x="297581" y="22891"/>
                </a:cubicBezTo>
                <a:cubicBezTo>
                  <a:pt x="297581" y="35533"/>
                  <a:pt x="287333" y="45782"/>
                  <a:pt x="274690" y="45782"/>
                </a:cubicBezTo>
                <a:cubicBezTo>
                  <a:pt x="262048" y="45782"/>
                  <a:pt x="251799" y="35533"/>
                  <a:pt x="251799" y="22891"/>
                </a:cubicBezTo>
                <a:cubicBezTo>
                  <a:pt x="251799" y="10249"/>
                  <a:pt x="262048" y="0"/>
                  <a:pt x="274690" y="0"/>
                </a:cubicBezTo>
                <a:close/>
                <a:moveTo>
                  <a:pt x="148790" y="0"/>
                </a:moveTo>
                <a:cubicBezTo>
                  <a:pt x="161433" y="0"/>
                  <a:pt x="171681" y="10249"/>
                  <a:pt x="171681" y="22891"/>
                </a:cubicBezTo>
                <a:cubicBezTo>
                  <a:pt x="171681" y="35533"/>
                  <a:pt x="161433" y="45782"/>
                  <a:pt x="148790" y="45782"/>
                </a:cubicBezTo>
                <a:cubicBezTo>
                  <a:pt x="136148" y="45782"/>
                  <a:pt x="125899" y="35533"/>
                  <a:pt x="125899" y="22891"/>
                </a:cubicBezTo>
                <a:cubicBezTo>
                  <a:pt x="125899" y="10249"/>
                  <a:pt x="136148" y="0"/>
                  <a:pt x="148790" y="0"/>
                </a:cubicBezTo>
                <a:close/>
                <a:moveTo>
                  <a:pt x="22891" y="0"/>
                </a:moveTo>
                <a:cubicBezTo>
                  <a:pt x="35534" y="0"/>
                  <a:pt x="45782" y="10249"/>
                  <a:pt x="45782" y="22891"/>
                </a:cubicBezTo>
                <a:cubicBezTo>
                  <a:pt x="45782" y="35533"/>
                  <a:pt x="35534" y="45782"/>
                  <a:pt x="22891" y="45782"/>
                </a:cubicBezTo>
                <a:cubicBezTo>
                  <a:pt x="10249" y="45782"/>
                  <a:pt x="0" y="35533"/>
                  <a:pt x="0" y="22891"/>
                </a:cubicBezTo>
                <a:cubicBezTo>
                  <a:pt x="0" y="10249"/>
                  <a:pt x="10249" y="0"/>
                  <a:pt x="22891" y="0"/>
                </a:cubicBezTo>
                <a:close/>
              </a:path>
            </a:pathLst>
          </a:custGeom>
          <a:solidFill>
            <a:schemeClr val="bg1">
              <a:lumMod val="75000"/>
            </a:schemeClr>
          </a:solidFill>
          <a:ln w="6350" cap="flat">
            <a:noFill/>
            <a:miter/>
          </a:ln>
        </p:spPr>
        <p:txBody>
          <a:bodyPr vert="horz" wrap="square" lIns="91440" tIns="45720" rIns="91440" bIns="45720" rtlCol="0" anchor="ctr"/>
          <a:lstStyle/>
          <a:p>
            <a:pPr algn="l"/>
            <a:endParaRPr kumimoji="1" lang="zh-CN" altLang="en-US"/>
          </a:p>
        </p:txBody>
      </p:sp>
      <p:sp>
        <p:nvSpPr>
          <p:cNvPr id="5" name="标题 1"/>
          <p:cNvSpPr txBox="1"/>
          <p:nvPr/>
        </p:nvSpPr>
        <p:spPr>
          <a:xfrm>
            <a:off x="1837213" y="1171941"/>
            <a:ext cx="819164" cy="819164"/>
          </a:xfrm>
          <a:custGeom>
            <a:avLst/>
            <a:gdLst>
              <a:gd name="connsiteX0" fmla="*/ 723900 w 723900"/>
              <a:gd name="connsiteY0" fmla="*/ 361950 h 723900"/>
              <a:gd name="connsiteX1" fmla="*/ 361950 w 723900"/>
              <a:gd name="connsiteY1" fmla="*/ 723900 h 723900"/>
              <a:gd name="connsiteX2" fmla="*/ 0 w 723900"/>
              <a:gd name="connsiteY2" fmla="*/ 361950 h 723900"/>
              <a:gd name="connsiteX3" fmla="*/ 361950 w 723900"/>
              <a:gd name="connsiteY3" fmla="*/ 0 h 723900"/>
              <a:gd name="connsiteX4" fmla="*/ 723900 w 723900"/>
              <a:gd name="connsiteY4" fmla="*/ 361950 h 723900"/>
            </a:gdLst>
            <a:ahLst/>
            <a:cxnLst/>
            <a:rect l="l" t="t" r="r" b="b"/>
            <a:pathLst>
              <a:path w="723900" h="723900">
                <a:moveTo>
                  <a:pt x="723900" y="361950"/>
                </a:moveTo>
                <a:cubicBezTo>
                  <a:pt x="723900" y="561849"/>
                  <a:pt x="561849" y="723900"/>
                  <a:pt x="361950" y="723900"/>
                </a:cubicBezTo>
                <a:cubicBezTo>
                  <a:pt x="162051" y="723900"/>
                  <a:pt x="0" y="561849"/>
                  <a:pt x="0" y="361950"/>
                </a:cubicBezTo>
                <a:cubicBezTo>
                  <a:pt x="0" y="162051"/>
                  <a:pt x="162051" y="0"/>
                  <a:pt x="361950" y="0"/>
                </a:cubicBezTo>
                <a:cubicBezTo>
                  <a:pt x="561849" y="0"/>
                  <a:pt x="723900" y="162051"/>
                  <a:pt x="723900" y="361950"/>
                </a:cubicBezTo>
                <a:close/>
              </a:path>
            </a:pathLst>
          </a:custGeom>
          <a:solidFill>
            <a:schemeClr val="accent1">
              <a:alpha val="8000"/>
            </a:schemeClr>
          </a:solidFill>
          <a:ln w="6350" cap="flat">
            <a:noFill/>
            <a:miter/>
          </a:ln>
        </p:spPr>
        <p:txBody>
          <a:bodyPr vert="horz" wrap="square" lIns="91440" tIns="45720" rIns="91440" bIns="45720" rtlCol="0" anchor="ctr"/>
          <a:lstStyle/>
          <a:p>
            <a:pPr algn="l"/>
            <a:endParaRPr kumimoji="1" lang="zh-CN" altLang="en-US"/>
          </a:p>
        </p:txBody>
      </p:sp>
      <p:sp>
        <p:nvSpPr>
          <p:cNvPr id="6" name="标题 1"/>
          <p:cNvSpPr txBox="1"/>
          <p:nvPr/>
        </p:nvSpPr>
        <p:spPr>
          <a:xfrm>
            <a:off x="1920602" y="1255329"/>
            <a:ext cx="652387" cy="652387"/>
          </a:xfrm>
          <a:custGeom>
            <a:avLst/>
            <a:gdLst>
              <a:gd name="connsiteX0" fmla="*/ 723900 w 723900"/>
              <a:gd name="connsiteY0" fmla="*/ 361950 h 723900"/>
              <a:gd name="connsiteX1" fmla="*/ 361950 w 723900"/>
              <a:gd name="connsiteY1" fmla="*/ 723900 h 723900"/>
              <a:gd name="connsiteX2" fmla="*/ 0 w 723900"/>
              <a:gd name="connsiteY2" fmla="*/ 361950 h 723900"/>
              <a:gd name="connsiteX3" fmla="*/ 361950 w 723900"/>
              <a:gd name="connsiteY3" fmla="*/ 0 h 723900"/>
              <a:gd name="connsiteX4" fmla="*/ 723900 w 723900"/>
              <a:gd name="connsiteY4" fmla="*/ 361950 h 723900"/>
            </a:gdLst>
            <a:ahLst/>
            <a:cxnLst/>
            <a:rect l="l" t="t" r="r" b="b"/>
            <a:pathLst>
              <a:path w="723900" h="723900">
                <a:moveTo>
                  <a:pt x="723900" y="361950"/>
                </a:moveTo>
                <a:cubicBezTo>
                  <a:pt x="723900" y="561849"/>
                  <a:pt x="561849" y="723900"/>
                  <a:pt x="361950" y="723900"/>
                </a:cubicBezTo>
                <a:cubicBezTo>
                  <a:pt x="162051" y="723900"/>
                  <a:pt x="0" y="561849"/>
                  <a:pt x="0" y="361950"/>
                </a:cubicBezTo>
                <a:cubicBezTo>
                  <a:pt x="0" y="162051"/>
                  <a:pt x="162051" y="0"/>
                  <a:pt x="361950" y="0"/>
                </a:cubicBezTo>
                <a:cubicBezTo>
                  <a:pt x="561849" y="0"/>
                  <a:pt x="723900" y="162051"/>
                  <a:pt x="723900" y="361950"/>
                </a:cubicBezTo>
                <a:close/>
              </a:path>
            </a:pathLst>
          </a:custGeom>
          <a:solidFill>
            <a:schemeClr val="accent1"/>
          </a:solidFill>
          <a:ln w="6350" cap="flat">
            <a:noFill/>
            <a:miter/>
          </a:ln>
        </p:spPr>
        <p:txBody>
          <a:bodyPr vert="horz" wrap="square" lIns="91440" tIns="45720" rIns="91440" bIns="45720" rtlCol="0" anchor="ctr"/>
          <a:lstStyle/>
          <a:p>
            <a:pPr algn="l"/>
            <a:endParaRPr kumimoji="1" lang="zh-CN" altLang="en-US"/>
          </a:p>
        </p:txBody>
      </p:sp>
      <p:sp>
        <p:nvSpPr>
          <p:cNvPr id="7" name="标题 1"/>
          <p:cNvSpPr txBox="1"/>
          <p:nvPr/>
        </p:nvSpPr>
        <p:spPr>
          <a:xfrm>
            <a:off x="2086860" y="1436466"/>
            <a:ext cx="319871" cy="319871"/>
          </a:xfrm>
          <a:custGeom>
            <a:avLst/>
            <a:gdLst>
              <a:gd name="connsiteX0" fmla="*/ 438553 w 720000"/>
              <a:gd name="connsiteY0" fmla="*/ 189601 h 720000"/>
              <a:gd name="connsiteX1" fmla="*/ 503636 w 720000"/>
              <a:gd name="connsiteY1" fmla="*/ 216365 h 720000"/>
              <a:gd name="connsiteX2" fmla="*/ 503636 w 720000"/>
              <a:gd name="connsiteY2" fmla="*/ 346445 h 720000"/>
              <a:gd name="connsiteX3" fmla="*/ 362260 w 720000"/>
              <a:gd name="connsiteY3" fmla="*/ 487907 h 720000"/>
              <a:gd name="connsiteX4" fmla="*/ 191861 w 720000"/>
              <a:gd name="connsiteY4" fmla="*/ 528226 h 720000"/>
              <a:gd name="connsiteX5" fmla="*/ 232180 w 720000"/>
              <a:gd name="connsiteY5" fmla="*/ 357827 h 720000"/>
              <a:gd name="connsiteX6" fmla="*/ 373556 w 720000"/>
              <a:gd name="connsiteY6" fmla="*/ 216452 h 720000"/>
              <a:gd name="connsiteX7" fmla="*/ 438553 w 720000"/>
              <a:gd name="connsiteY7" fmla="*/ 189601 h 720000"/>
              <a:gd name="connsiteX8" fmla="*/ 438553 w 720000"/>
              <a:gd name="connsiteY8" fmla="*/ 141636 h 720000"/>
              <a:gd name="connsiteX9" fmla="*/ 339581 w 720000"/>
              <a:gd name="connsiteY9" fmla="*/ 182476 h 720000"/>
              <a:gd name="connsiteX10" fmla="*/ 198205 w 720000"/>
              <a:gd name="connsiteY10" fmla="*/ 323852 h 720000"/>
              <a:gd name="connsiteX11" fmla="*/ 141637 w 720000"/>
              <a:gd name="connsiteY11" fmla="*/ 578364 h 720000"/>
              <a:gd name="connsiteX12" fmla="*/ 396149 w 720000"/>
              <a:gd name="connsiteY12" fmla="*/ 521796 h 720000"/>
              <a:gd name="connsiteX13" fmla="*/ 537524 w 720000"/>
              <a:gd name="connsiteY13" fmla="*/ 380420 h 720000"/>
              <a:gd name="connsiteX14" fmla="*/ 537524 w 720000"/>
              <a:gd name="connsiteY14" fmla="*/ 182476 h 720000"/>
              <a:gd name="connsiteX15" fmla="*/ 438553 w 720000"/>
              <a:gd name="connsiteY15" fmla="*/ 141636 h 720000"/>
              <a:gd name="connsiteX16" fmla="*/ 120000 w 720000"/>
              <a:gd name="connsiteY16" fmla="*/ 0 h 720000"/>
              <a:gd name="connsiteX17" fmla="*/ 600000 w 720000"/>
              <a:gd name="connsiteY17" fmla="*/ 0 h 720000"/>
              <a:gd name="connsiteX18" fmla="*/ 720000 w 720000"/>
              <a:gd name="connsiteY18" fmla="*/ 120000 h 720000"/>
              <a:gd name="connsiteX19" fmla="*/ 720000 w 720000"/>
              <a:gd name="connsiteY19" fmla="*/ 600000 h 720000"/>
              <a:gd name="connsiteX20" fmla="*/ 600000 w 720000"/>
              <a:gd name="connsiteY20" fmla="*/ 720000 h 720000"/>
              <a:gd name="connsiteX21" fmla="*/ 120000 w 720000"/>
              <a:gd name="connsiteY21" fmla="*/ 720000 h 720000"/>
              <a:gd name="connsiteX22" fmla="*/ 0 w 720000"/>
              <a:gd name="connsiteY22" fmla="*/ 600000 h 720000"/>
              <a:gd name="connsiteX23" fmla="*/ 0 w 720000"/>
              <a:gd name="connsiteY23" fmla="*/ 120000 h 720000"/>
              <a:gd name="connsiteX24" fmla="*/ 120000 w 720000"/>
              <a:gd name="connsiteY24" fmla="*/ 0 h 720000"/>
            </a:gdLst>
            <a:ahLst/>
            <a:cxnLst/>
            <a:rect l="l" t="t" r="r" b="b"/>
            <a:pathLst>
              <a:path w="720000" h="720000">
                <a:moveTo>
                  <a:pt x="438553" y="189601"/>
                </a:moveTo>
                <a:cubicBezTo>
                  <a:pt x="463230" y="189601"/>
                  <a:pt x="486344" y="199073"/>
                  <a:pt x="503636" y="216365"/>
                </a:cubicBezTo>
                <a:cubicBezTo>
                  <a:pt x="539523" y="252252"/>
                  <a:pt x="539523" y="310557"/>
                  <a:pt x="503636" y="346445"/>
                </a:cubicBezTo>
                <a:lnTo>
                  <a:pt x="362260" y="487907"/>
                </a:lnTo>
                <a:cubicBezTo>
                  <a:pt x="342622" y="507545"/>
                  <a:pt x="266503" y="522665"/>
                  <a:pt x="191861" y="528226"/>
                </a:cubicBezTo>
                <a:cubicBezTo>
                  <a:pt x="197336" y="453584"/>
                  <a:pt x="212456" y="377465"/>
                  <a:pt x="232180" y="357827"/>
                </a:cubicBezTo>
                <a:lnTo>
                  <a:pt x="373556" y="216452"/>
                </a:lnTo>
                <a:cubicBezTo>
                  <a:pt x="390761" y="199073"/>
                  <a:pt x="413875" y="189601"/>
                  <a:pt x="438553" y="189601"/>
                </a:cubicBezTo>
                <a:close/>
                <a:moveTo>
                  <a:pt x="438553" y="141636"/>
                </a:moveTo>
                <a:cubicBezTo>
                  <a:pt x="402666" y="141636"/>
                  <a:pt x="366778" y="155278"/>
                  <a:pt x="339581" y="182476"/>
                </a:cubicBezTo>
                <a:lnTo>
                  <a:pt x="198205" y="323852"/>
                </a:lnTo>
                <a:cubicBezTo>
                  <a:pt x="143723" y="378335"/>
                  <a:pt x="141637" y="578364"/>
                  <a:pt x="141637" y="578364"/>
                </a:cubicBezTo>
                <a:cubicBezTo>
                  <a:pt x="141637" y="578364"/>
                  <a:pt x="341753" y="576278"/>
                  <a:pt x="396149" y="521796"/>
                </a:cubicBezTo>
                <a:lnTo>
                  <a:pt x="537524" y="380420"/>
                </a:lnTo>
                <a:cubicBezTo>
                  <a:pt x="592007" y="325938"/>
                  <a:pt x="592007" y="236872"/>
                  <a:pt x="537524" y="182476"/>
                </a:cubicBezTo>
                <a:cubicBezTo>
                  <a:pt x="510327" y="155191"/>
                  <a:pt x="474440" y="141636"/>
                  <a:pt x="438553" y="141636"/>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w="12700" cap="sq">
            <a:noFill/>
            <a:miter/>
          </a:ln>
        </p:spPr>
        <p:txBody>
          <a:bodyPr vert="horz" wrap="square" lIns="91440" tIns="45720" rIns="91440" bIns="45720" rtlCol="0" anchor="ctr"/>
          <a:lstStyle/>
          <a:p>
            <a:pPr algn="ctr"/>
            <a:endParaRPr kumimoji="1" lang="zh-CN" altLang="en-US"/>
          </a:p>
        </p:txBody>
      </p:sp>
      <p:sp>
        <p:nvSpPr>
          <p:cNvPr id="8" name="标题 1"/>
          <p:cNvSpPr txBox="1"/>
          <p:nvPr/>
        </p:nvSpPr>
        <p:spPr>
          <a:xfrm>
            <a:off x="5680068" y="1171941"/>
            <a:ext cx="819164" cy="819164"/>
          </a:xfrm>
          <a:custGeom>
            <a:avLst/>
            <a:gdLst>
              <a:gd name="connsiteX0" fmla="*/ 723900 w 723900"/>
              <a:gd name="connsiteY0" fmla="*/ 361950 h 723900"/>
              <a:gd name="connsiteX1" fmla="*/ 361950 w 723900"/>
              <a:gd name="connsiteY1" fmla="*/ 723900 h 723900"/>
              <a:gd name="connsiteX2" fmla="*/ 0 w 723900"/>
              <a:gd name="connsiteY2" fmla="*/ 361950 h 723900"/>
              <a:gd name="connsiteX3" fmla="*/ 361950 w 723900"/>
              <a:gd name="connsiteY3" fmla="*/ 0 h 723900"/>
              <a:gd name="connsiteX4" fmla="*/ 723900 w 723900"/>
              <a:gd name="connsiteY4" fmla="*/ 361950 h 723900"/>
            </a:gdLst>
            <a:ahLst/>
            <a:cxnLst/>
            <a:rect l="l" t="t" r="r" b="b"/>
            <a:pathLst>
              <a:path w="723900" h="723900">
                <a:moveTo>
                  <a:pt x="723900" y="361950"/>
                </a:moveTo>
                <a:cubicBezTo>
                  <a:pt x="723900" y="561849"/>
                  <a:pt x="561849" y="723900"/>
                  <a:pt x="361950" y="723900"/>
                </a:cubicBezTo>
                <a:cubicBezTo>
                  <a:pt x="162051" y="723900"/>
                  <a:pt x="0" y="561849"/>
                  <a:pt x="0" y="361950"/>
                </a:cubicBezTo>
                <a:cubicBezTo>
                  <a:pt x="0" y="162051"/>
                  <a:pt x="162051" y="0"/>
                  <a:pt x="361950" y="0"/>
                </a:cubicBezTo>
                <a:cubicBezTo>
                  <a:pt x="561849" y="0"/>
                  <a:pt x="723900" y="162051"/>
                  <a:pt x="723900" y="361950"/>
                </a:cubicBezTo>
                <a:close/>
              </a:path>
            </a:pathLst>
          </a:custGeom>
          <a:solidFill>
            <a:schemeClr val="accent2">
              <a:alpha val="8000"/>
            </a:schemeClr>
          </a:solidFill>
          <a:ln w="6350" cap="flat">
            <a:noFill/>
            <a:miter/>
          </a:ln>
        </p:spPr>
        <p:txBody>
          <a:bodyPr vert="horz" wrap="square" lIns="91440" tIns="45720" rIns="91440" bIns="45720" rtlCol="0" anchor="ctr"/>
          <a:lstStyle/>
          <a:p>
            <a:pPr algn="l"/>
            <a:endParaRPr kumimoji="1" lang="zh-CN" altLang="en-US"/>
          </a:p>
        </p:txBody>
      </p:sp>
      <p:sp>
        <p:nvSpPr>
          <p:cNvPr id="9" name="标题 1"/>
          <p:cNvSpPr txBox="1"/>
          <p:nvPr/>
        </p:nvSpPr>
        <p:spPr>
          <a:xfrm>
            <a:off x="5763457" y="1255329"/>
            <a:ext cx="652387" cy="652387"/>
          </a:xfrm>
          <a:custGeom>
            <a:avLst/>
            <a:gdLst>
              <a:gd name="connsiteX0" fmla="*/ 723900 w 723900"/>
              <a:gd name="connsiteY0" fmla="*/ 361950 h 723900"/>
              <a:gd name="connsiteX1" fmla="*/ 361950 w 723900"/>
              <a:gd name="connsiteY1" fmla="*/ 723900 h 723900"/>
              <a:gd name="connsiteX2" fmla="*/ 0 w 723900"/>
              <a:gd name="connsiteY2" fmla="*/ 361950 h 723900"/>
              <a:gd name="connsiteX3" fmla="*/ 361950 w 723900"/>
              <a:gd name="connsiteY3" fmla="*/ 0 h 723900"/>
              <a:gd name="connsiteX4" fmla="*/ 723900 w 723900"/>
              <a:gd name="connsiteY4" fmla="*/ 361950 h 723900"/>
            </a:gdLst>
            <a:ahLst/>
            <a:cxnLst/>
            <a:rect l="l" t="t" r="r" b="b"/>
            <a:pathLst>
              <a:path w="723900" h="723900">
                <a:moveTo>
                  <a:pt x="723900" y="361950"/>
                </a:moveTo>
                <a:cubicBezTo>
                  <a:pt x="723900" y="561849"/>
                  <a:pt x="561849" y="723900"/>
                  <a:pt x="361950" y="723900"/>
                </a:cubicBezTo>
                <a:cubicBezTo>
                  <a:pt x="162051" y="723900"/>
                  <a:pt x="0" y="561849"/>
                  <a:pt x="0" y="361950"/>
                </a:cubicBezTo>
                <a:cubicBezTo>
                  <a:pt x="0" y="162051"/>
                  <a:pt x="162051" y="0"/>
                  <a:pt x="361950" y="0"/>
                </a:cubicBezTo>
                <a:cubicBezTo>
                  <a:pt x="561849" y="0"/>
                  <a:pt x="723900" y="162051"/>
                  <a:pt x="723900" y="361950"/>
                </a:cubicBezTo>
                <a:close/>
              </a:path>
            </a:pathLst>
          </a:custGeom>
          <a:solidFill>
            <a:schemeClr val="accent2"/>
          </a:solidFill>
          <a:ln w="6350" cap="flat">
            <a:noFill/>
            <a:miter/>
          </a:ln>
        </p:spPr>
        <p:txBody>
          <a:bodyPr vert="horz" wrap="square" lIns="91440" tIns="45720" rIns="91440" bIns="45720" rtlCol="0" anchor="ctr"/>
          <a:lstStyle/>
          <a:p>
            <a:pPr algn="l"/>
            <a:endParaRPr kumimoji="1" lang="zh-CN" altLang="en-US"/>
          </a:p>
        </p:txBody>
      </p:sp>
      <p:sp>
        <p:nvSpPr>
          <p:cNvPr id="10" name="标题 1"/>
          <p:cNvSpPr txBox="1"/>
          <p:nvPr/>
        </p:nvSpPr>
        <p:spPr>
          <a:xfrm>
            <a:off x="5920324" y="1427050"/>
            <a:ext cx="338652" cy="338702"/>
          </a:xfrm>
          <a:custGeom>
            <a:avLst/>
            <a:gdLst>
              <a:gd name="connsiteX0" fmla="*/ 579031 w 719895"/>
              <a:gd name="connsiteY0" fmla="*/ 554022 h 720000"/>
              <a:gd name="connsiteX1" fmla="*/ 596778 w 719895"/>
              <a:gd name="connsiteY1" fmla="*/ 561368 h 720000"/>
              <a:gd name="connsiteX2" fmla="*/ 712550 w 719895"/>
              <a:gd name="connsiteY2" fmla="*/ 677140 h 720000"/>
              <a:gd name="connsiteX3" fmla="*/ 712550 w 719895"/>
              <a:gd name="connsiteY3" fmla="*/ 712634 h 720000"/>
              <a:gd name="connsiteX4" fmla="*/ 694887 w 719895"/>
              <a:gd name="connsiteY4" fmla="*/ 720000 h 720000"/>
              <a:gd name="connsiteX5" fmla="*/ 677140 w 719895"/>
              <a:gd name="connsiteY5" fmla="*/ 712634 h 720000"/>
              <a:gd name="connsiteX6" fmla="*/ 561284 w 719895"/>
              <a:gd name="connsiteY6" fmla="*/ 596861 h 720000"/>
              <a:gd name="connsiteX7" fmla="*/ 561284 w 719895"/>
              <a:gd name="connsiteY7" fmla="*/ 561368 h 720000"/>
              <a:gd name="connsiteX8" fmla="*/ 579031 w 719895"/>
              <a:gd name="connsiteY8" fmla="*/ 554022 h 720000"/>
              <a:gd name="connsiteX9" fmla="*/ 301109 w 719895"/>
              <a:gd name="connsiteY9" fmla="*/ 0 h 720000"/>
              <a:gd name="connsiteX10" fmla="*/ 602219 w 719895"/>
              <a:gd name="connsiteY10" fmla="*/ 301109 h 720000"/>
              <a:gd name="connsiteX11" fmla="*/ 301109 w 719895"/>
              <a:gd name="connsiteY11" fmla="*/ 602219 h 720000"/>
              <a:gd name="connsiteX12" fmla="*/ 0 w 719895"/>
              <a:gd name="connsiteY12" fmla="*/ 301109 h 720000"/>
              <a:gd name="connsiteX13" fmla="*/ 301109 w 719895"/>
              <a:gd name="connsiteY13" fmla="*/ 0 h 720000"/>
            </a:gdLst>
            <a:ahLst/>
            <a:cxnLst/>
            <a:rect l="l" t="t" r="r" b="b"/>
            <a:pathLst>
              <a:path w="719895" h="720000">
                <a:moveTo>
                  <a:pt x="579031" y="554022"/>
                </a:moveTo>
                <a:cubicBezTo>
                  <a:pt x="585456" y="554022"/>
                  <a:pt x="591880" y="556471"/>
                  <a:pt x="596778" y="561368"/>
                </a:cubicBezTo>
                <a:lnTo>
                  <a:pt x="712550" y="677140"/>
                </a:lnTo>
                <a:cubicBezTo>
                  <a:pt x="722344" y="686935"/>
                  <a:pt x="722344" y="702840"/>
                  <a:pt x="712550" y="712634"/>
                </a:cubicBezTo>
                <a:cubicBezTo>
                  <a:pt x="707778" y="717573"/>
                  <a:pt x="701333" y="720000"/>
                  <a:pt x="694887" y="720000"/>
                </a:cubicBezTo>
                <a:cubicBezTo>
                  <a:pt x="688441" y="720000"/>
                  <a:pt x="681995" y="717573"/>
                  <a:pt x="677140" y="712634"/>
                </a:cubicBezTo>
                <a:lnTo>
                  <a:pt x="561284" y="596861"/>
                </a:lnTo>
                <a:cubicBezTo>
                  <a:pt x="551490" y="587067"/>
                  <a:pt x="551490" y="571162"/>
                  <a:pt x="561284" y="561368"/>
                </a:cubicBezTo>
                <a:cubicBezTo>
                  <a:pt x="566181" y="556471"/>
                  <a:pt x="572606" y="554022"/>
                  <a:pt x="579031" y="554022"/>
                </a:cubicBezTo>
                <a:close/>
                <a:moveTo>
                  <a:pt x="301109" y="0"/>
                </a:moveTo>
                <a:cubicBezTo>
                  <a:pt x="467443" y="0"/>
                  <a:pt x="602219" y="134859"/>
                  <a:pt x="602219" y="301109"/>
                </a:cubicBezTo>
                <a:cubicBezTo>
                  <a:pt x="602219" y="467443"/>
                  <a:pt x="467443" y="602219"/>
                  <a:pt x="301109" y="602219"/>
                </a:cubicBezTo>
                <a:cubicBezTo>
                  <a:pt x="134775" y="602219"/>
                  <a:pt x="0" y="467443"/>
                  <a:pt x="0" y="301109"/>
                </a:cubicBezTo>
                <a:cubicBezTo>
                  <a:pt x="0" y="134775"/>
                  <a:pt x="134775" y="0"/>
                  <a:pt x="301109" y="0"/>
                </a:cubicBezTo>
                <a:close/>
              </a:path>
            </a:pathLst>
          </a:custGeom>
          <a:solidFill>
            <a:schemeClr val="bg1"/>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a:off x="9522923" y="1200555"/>
            <a:ext cx="819164" cy="819164"/>
          </a:xfrm>
          <a:custGeom>
            <a:avLst/>
            <a:gdLst>
              <a:gd name="connsiteX0" fmla="*/ 723900 w 723900"/>
              <a:gd name="connsiteY0" fmla="*/ 361950 h 723900"/>
              <a:gd name="connsiteX1" fmla="*/ 361950 w 723900"/>
              <a:gd name="connsiteY1" fmla="*/ 723900 h 723900"/>
              <a:gd name="connsiteX2" fmla="*/ 0 w 723900"/>
              <a:gd name="connsiteY2" fmla="*/ 361950 h 723900"/>
              <a:gd name="connsiteX3" fmla="*/ 361950 w 723900"/>
              <a:gd name="connsiteY3" fmla="*/ 0 h 723900"/>
              <a:gd name="connsiteX4" fmla="*/ 723900 w 723900"/>
              <a:gd name="connsiteY4" fmla="*/ 361950 h 723900"/>
            </a:gdLst>
            <a:ahLst/>
            <a:cxnLst/>
            <a:rect l="l" t="t" r="r" b="b"/>
            <a:pathLst>
              <a:path w="723900" h="723900">
                <a:moveTo>
                  <a:pt x="723900" y="361950"/>
                </a:moveTo>
                <a:cubicBezTo>
                  <a:pt x="723900" y="561849"/>
                  <a:pt x="561849" y="723900"/>
                  <a:pt x="361950" y="723900"/>
                </a:cubicBezTo>
                <a:cubicBezTo>
                  <a:pt x="162051" y="723900"/>
                  <a:pt x="0" y="561849"/>
                  <a:pt x="0" y="361950"/>
                </a:cubicBezTo>
                <a:cubicBezTo>
                  <a:pt x="0" y="162051"/>
                  <a:pt x="162051" y="0"/>
                  <a:pt x="361950" y="0"/>
                </a:cubicBezTo>
                <a:cubicBezTo>
                  <a:pt x="561849" y="0"/>
                  <a:pt x="723900" y="162051"/>
                  <a:pt x="723900" y="361950"/>
                </a:cubicBezTo>
                <a:close/>
              </a:path>
            </a:pathLst>
          </a:custGeom>
          <a:solidFill>
            <a:schemeClr val="accent1">
              <a:alpha val="8000"/>
            </a:schemeClr>
          </a:solidFill>
          <a:ln w="6350" cap="flat">
            <a:noFill/>
            <a:miter/>
          </a:ln>
        </p:spPr>
        <p:txBody>
          <a:bodyPr vert="horz" wrap="square" lIns="91440" tIns="45720" rIns="91440" bIns="45720" rtlCol="0" anchor="ctr"/>
          <a:lstStyle/>
          <a:p>
            <a:pPr algn="l"/>
            <a:endParaRPr kumimoji="1" lang="zh-CN" altLang="en-US"/>
          </a:p>
        </p:txBody>
      </p:sp>
      <p:sp>
        <p:nvSpPr>
          <p:cNvPr id="12" name="标题 1"/>
          <p:cNvSpPr txBox="1"/>
          <p:nvPr/>
        </p:nvSpPr>
        <p:spPr>
          <a:xfrm>
            <a:off x="9606312" y="1344877"/>
            <a:ext cx="652387" cy="652387"/>
          </a:xfrm>
          <a:custGeom>
            <a:avLst/>
            <a:gdLst>
              <a:gd name="connsiteX0" fmla="*/ 723900 w 723900"/>
              <a:gd name="connsiteY0" fmla="*/ 361950 h 723900"/>
              <a:gd name="connsiteX1" fmla="*/ 361950 w 723900"/>
              <a:gd name="connsiteY1" fmla="*/ 723900 h 723900"/>
              <a:gd name="connsiteX2" fmla="*/ 0 w 723900"/>
              <a:gd name="connsiteY2" fmla="*/ 361950 h 723900"/>
              <a:gd name="connsiteX3" fmla="*/ 361950 w 723900"/>
              <a:gd name="connsiteY3" fmla="*/ 0 h 723900"/>
              <a:gd name="connsiteX4" fmla="*/ 723900 w 723900"/>
              <a:gd name="connsiteY4" fmla="*/ 361950 h 723900"/>
            </a:gdLst>
            <a:ahLst/>
            <a:cxnLst/>
            <a:rect l="l" t="t" r="r" b="b"/>
            <a:pathLst>
              <a:path w="723900" h="723900">
                <a:moveTo>
                  <a:pt x="723900" y="361950"/>
                </a:moveTo>
                <a:cubicBezTo>
                  <a:pt x="723900" y="561849"/>
                  <a:pt x="561849" y="723900"/>
                  <a:pt x="361950" y="723900"/>
                </a:cubicBezTo>
                <a:cubicBezTo>
                  <a:pt x="162051" y="723900"/>
                  <a:pt x="0" y="561849"/>
                  <a:pt x="0" y="361950"/>
                </a:cubicBezTo>
                <a:cubicBezTo>
                  <a:pt x="0" y="162051"/>
                  <a:pt x="162051" y="0"/>
                  <a:pt x="361950" y="0"/>
                </a:cubicBezTo>
                <a:cubicBezTo>
                  <a:pt x="561849" y="0"/>
                  <a:pt x="723900" y="162051"/>
                  <a:pt x="723900" y="361950"/>
                </a:cubicBezTo>
                <a:close/>
              </a:path>
            </a:pathLst>
          </a:custGeom>
          <a:solidFill>
            <a:schemeClr val="accent1"/>
          </a:solidFill>
          <a:ln w="6350" cap="flat">
            <a:noFill/>
            <a:miter/>
          </a:ln>
        </p:spPr>
        <p:txBody>
          <a:bodyPr vert="horz" wrap="square" lIns="91440" tIns="45720" rIns="91440" bIns="45720" rtlCol="0" anchor="ctr"/>
          <a:lstStyle/>
          <a:p>
            <a:pPr algn="l"/>
            <a:endParaRPr kumimoji="1" lang="zh-CN" altLang="en-US"/>
          </a:p>
        </p:txBody>
      </p:sp>
      <p:sp>
        <p:nvSpPr>
          <p:cNvPr id="13" name="标题 1"/>
          <p:cNvSpPr txBox="1"/>
          <p:nvPr/>
        </p:nvSpPr>
        <p:spPr>
          <a:xfrm>
            <a:off x="9785269" y="1533796"/>
            <a:ext cx="319871" cy="301485"/>
          </a:xfrm>
          <a:custGeom>
            <a:avLst/>
            <a:gdLst>
              <a:gd name="connsiteX0" fmla="*/ 565749 w 763907"/>
              <a:gd name="connsiteY0" fmla="*/ 529546 h 720000"/>
              <a:gd name="connsiteX1" fmla="*/ 585849 w 763907"/>
              <a:gd name="connsiteY1" fmla="*/ 537865 h 720000"/>
              <a:gd name="connsiteX2" fmla="*/ 698960 w 763907"/>
              <a:gd name="connsiteY2" fmla="*/ 650977 h 720000"/>
              <a:gd name="connsiteX3" fmla="*/ 698960 w 763907"/>
              <a:gd name="connsiteY3" fmla="*/ 691178 h 720000"/>
              <a:gd name="connsiteX4" fmla="*/ 678860 w 763907"/>
              <a:gd name="connsiteY4" fmla="*/ 699521 h 720000"/>
              <a:gd name="connsiteX5" fmla="*/ 658760 w 763907"/>
              <a:gd name="connsiteY5" fmla="*/ 691178 h 720000"/>
              <a:gd name="connsiteX6" fmla="*/ 545648 w 763907"/>
              <a:gd name="connsiteY6" fmla="*/ 578066 h 720000"/>
              <a:gd name="connsiteX7" fmla="*/ 545648 w 763907"/>
              <a:gd name="connsiteY7" fmla="*/ 537865 h 720000"/>
              <a:gd name="connsiteX8" fmla="*/ 565749 w 763907"/>
              <a:gd name="connsiteY8" fmla="*/ 529546 h 720000"/>
              <a:gd name="connsiteX9" fmla="*/ 565749 w 763907"/>
              <a:gd name="connsiteY9" fmla="*/ 359807 h 720000"/>
              <a:gd name="connsiteX10" fmla="*/ 735464 w 763907"/>
              <a:gd name="connsiteY10" fmla="*/ 359807 h 720000"/>
              <a:gd name="connsiteX11" fmla="*/ 763907 w 763907"/>
              <a:gd name="connsiteY11" fmla="*/ 388251 h 720000"/>
              <a:gd name="connsiteX12" fmla="*/ 735464 w 763907"/>
              <a:gd name="connsiteY12" fmla="*/ 416695 h 720000"/>
              <a:gd name="connsiteX13" fmla="*/ 565749 w 763907"/>
              <a:gd name="connsiteY13" fmla="*/ 416695 h 720000"/>
              <a:gd name="connsiteX14" fmla="*/ 537305 w 763907"/>
              <a:gd name="connsiteY14" fmla="*/ 388251 h 720000"/>
              <a:gd name="connsiteX15" fmla="*/ 565749 w 763907"/>
              <a:gd name="connsiteY15" fmla="*/ 359807 h 720000"/>
              <a:gd name="connsiteX16" fmla="*/ 678860 w 763907"/>
              <a:gd name="connsiteY16" fmla="*/ 77005 h 720000"/>
              <a:gd name="connsiteX17" fmla="*/ 698960 w 763907"/>
              <a:gd name="connsiteY17" fmla="*/ 85325 h 720000"/>
              <a:gd name="connsiteX18" fmla="*/ 698960 w 763907"/>
              <a:gd name="connsiteY18" fmla="*/ 125525 h 720000"/>
              <a:gd name="connsiteX19" fmla="*/ 585849 w 763907"/>
              <a:gd name="connsiteY19" fmla="*/ 238636 h 720000"/>
              <a:gd name="connsiteX20" fmla="*/ 565749 w 763907"/>
              <a:gd name="connsiteY20" fmla="*/ 246980 h 720000"/>
              <a:gd name="connsiteX21" fmla="*/ 545648 w 763907"/>
              <a:gd name="connsiteY21" fmla="*/ 238636 h 720000"/>
              <a:gd name="connsiteX22" fmla="*/ 545648 w 763907"/>
              <a:gd name="connsiteY22" fmla="*/ 198436 h 720000"/>
              <a:gd name="connsiteX23" fmla="*/ 658760 w 763907"/>
              <a:gd name="connsiteY23" fmla="*/ 85325 h 720000"/>
              <a:gd name="connsiteX24" fmla="*/ 678860 w 763907"/>
              <a:gd name="connsiteY24" fmla="*/ 77005 h 720000"/>
              <a:gd name="connsiteX25" fmla="*/ 362802 w 763907"/>
              <a:gd name="connsiteY25" fmla="*/ 5 h 720000"/>
              <a:gd name="connsiteX26" fmla="*/ 422012 w 763907"/>
              <a:gd name="connsiteY26" fmla="*/ 16490 h 720000"/>
              <a:gd name="connsiteX27" fmla="*/ 481080 w 763907"/>
              <a:gd name="connsiteY27" fmla="*/ 119457 h 720000"/>
              <a:gd name="connsiteX28" fmla="*/ 481080 w 763907"/>
              <a:gd name="connsiteY28" fmla="*/ 600631 h 720000"/>
              <a:gd name="connsiteX29" fmla="*/ 422012 w 763907"/>
              <a:gd name="connsiteY29" fmla="*/ 703598 h 720000"/>
              <a:gd name="connsiteX30" fmla="*/ 361806 w 763907"/>
              <a:gd name="connsiteY30" fmla="*/ 720000 h 720000"/>
              <a:gd name="connsiteX31" fmla="*/ 303306 w 763907"/>
              <a:gd name="connsiteY31" fmla="*/ 704546 h 720000"/>
              <a:gd name="connsiteX32" fmla="*/ 60870 w 763907"/>
              <a:gd name="connsiteY32" fmla="*/ 568300 h 720000"/>
              <a:gd name="connsiteX33" fmla="*/ 0 w 763907"/>
              <a:gd name="connsiteY33" fmla="*/ 464291 h 720000"/>
              <a:gd name="connsiteX34" fmla="*/ 0 w 763907"/>
              <a:gd name="connsiteY34" fmla="*/ 255702 h 720000"/>
              <a:gd name="connsiteX35" fmla="*/ 60870 w 763907"/>
              <a:gd name="connsiteY35" fmla="*/ 151693 h 720000"/>
              <a:gd name="connsiteX36" fmla="*/ 303306 w 763907"/>
              <a:gd name="connsiteY36" fmla="*/ 15447 h 720000"/>
              <a:gd name="connsiteX37" fmla="*/ 362802 w 763907"/>
              <a:gd name="connsiteY37" fmla="*/ 5 h 720000"/>
            </a:gdLst>
            <a:ahLst/>
            <a:cxnLst/>
            <a:rect l="l" t="t" r="r" b="b"/>
            <a:pathLst>
              <a:path w="763907" h="720000">
                <a:moveTo>
                  <a:pt x="565749" y="529546"/>
                </a:moveTo>
                <a:cubicBezTo>
                  <a:pt x="573025" y="529546"/>
                  <a:pt x="580302" y="532319"/>
                  <a:pt x="585849" y="537865"/>
                </a:cubicBezTo>
                <a:lnTo>
                  <a:pt x="698960" y="650977"/>
                </a:lnTo>
                <a:cubicBezTo>
                  <a:pt x="710054" y="662070"/>
                  <a:pt x="710054" y="680084"/>
                  <a:pt x="698960" y="691178"/>
                </a:cubicBezTo>
                <a:cubicBezTo>
                  <a:pt x="693461" y="696677"/>
                  <a:pt x="686161" y="699521"/>
                  <a:pt x="678860" y="699521"/>
                </a:cubicBezTo>
                <a:cubicBezTo>
                  <a:pt x="671560" y="699521"/>
                  <a:pt x="664259" y="696771"/>
                  <a:pt x="658760" y="691178"/>
                </a:cubicBezTo>
                <a:lnTo>
                  <a:pt x="545648" y="578066"/>
                </a:lnTo>
                <a:cubicBezTo>
                  <a:pt x="534555" y="566973"/>
                  <a:pt x="534555" y="548959"/>
                  <a:pt x="545648" y="537865"/>
                </a:cubicBezTo>
                <a:cubicBezTo>
                  <a:pt x="551195" y="532319"/>
                  <a:pt x="558471" y="529546"/>
                  <a:pt x="565749" y="529546"/>
                </a:cubicBezTo>
                <a:close/>
                <a:moveTo>
                  <a:pt x="565749" y="359807"/>
                </a:moveTo>
                <a:lnTo>
                  <a:pt x="735464" y="359807"/>
                </a:lnTo>
                <a:cubicBezTo>
                  <a:pt x="751202" y="359807"/>
                  <a:pt x="763907" y="372512"/>
                  <a:pt x="763907" y="388251"/>
                </a:cubicBezTo>
                <a:cubicBezTo>
                  <a:pt x="763907" y="403990"/>
                  <a:pt x="751107" y="416695"/>
                  <a:pt x="735464" y="416695"/>
                </a:cubicBezTo>
                <a:lnTo>
                  <a:pt x="565749" y="416695"/>
                </a:lnTo>
                <a:cubicBezTo>
                  <a:pt x="550010" y="416695"/>
                  <a:pt x="537305" y="403990"/>
                  <a:pt x="537305" y="388251"/>
                </a:cubicBezTo>
                <a:cubicBezTo>
                  <a:pt x="537305" y="372512"/>
                  <a:pt x="550010" y="359807"/>
                  <a:pt x="565749" y="359807"/>
                </a:cubicBezTo>
                <a:close/>
                <a:moveTo>
                  <a:pt x="678860" y="77005"/>
                </a:moveTo>
                <a:cubicBezTo>
                  <a:pt x="686137" y="77005"/>
                  <a:pt x="693414" y="79778"/>
                  <a:pt x="698960" y="85325"/>
                </a:cubicBezTo>
                <a:cubicBezTo>
                  <a:pt x="710054" y="96418"/>
                  <a:pt x="710054" y="114432"/>
                  <a:pt x="698960" y="125525"/>
                </a:cubicBezTo>
                <a:lnTo>
                  <a:pt x="585849" y="238636"/>
                </a:lnTo>
                <a:cubicBezTo>
                  <a:pt x="580350" y="244231"/>
                  <a:pt x="573049" y="246980"/>
                  <a:pt x="565749" y="246980"/>
                </a:cubicBezTo>
                <a:cubicBezTo>
                  <a:pt x="558448" y="246980"/>
                  <a:pt x="551147" y="244231"/>
                  <a:pt x="545648" y="238636"/>
                </a:cubicBezTo>
                <a:cubicBezTo>
                  <a:pt x="534555" y="227543"/>
                  <a:pt x="534555" y="209529"/>
                  <a:pt x="545648" y="198436"/>
                </a:cubicBezTo>
                <a:lnTo>
                  <a:pt x="658760" y="85325"/>
                </a:lnTo>
                <a:cubicBezTo>
                  <a:pt x="664306" y="79778"/>
                  <a:pt x="671583" y="77005"/>
                  <a:pt x="678860" y="77005"/>
                </a:cubicBezTo>
                <a:close/>
                <a:moveTo>
                  <a:pt x="362802" y="5"/>
                </a:moveTo>
                <a:cubicBezTo>
                  <a:pt x="383186" y="183"/>
                  <a:pt x="403524" y="5682"/>
                  <a:pt x="422012" y="16490"/>
                </a:cubicBezTo>
                <a:cubicBezTo>
                  <a:pt x="458989" y="38108"/>
                  <a:pt x="481080" y="76601"/>
                  <a:pt x="481080" y="119457"/>
                </a:cubicBezTo>
                <a:lnTo>
                  <a:pt x="481080" y="600631"/>
                </a:lnTo>
                <a:cubicBezTo>
                  <a:pt x="481080" y="643486"/>
                  <a:pt x="458989" y="681980"/>
                  <a:pt x="422012" y="703598"/>
                </a:cubicBezTo>
                <a:cubicBezTo>
                  <a:pt x="403240" y="714501"/>
                  <a:pt x="382475" y="720000"/>
                  <a:pt x="361806" y="720000"/>
                </a:cubicBezTo>
                <a:cubicBezTo>
                  <a:pt x="341706" y="720000"/>
                  <a:pt x="321700" y="714881"/>
                  <a:pt x="303306" y="704546"/>
                </a:cubicBezTo>
                <a:lnTo>
                  <a:pt x="60870" y="568300"/>
                </a:lnTo>
                <a:cubicBezTo>
                  <a:pt x="23324" y="547157"/>
                  <a:pt x="0" y="507336"/>
                  <a:pt x="0" y="464291"/>
                </a:cubicBezTo>
                <a:lnTo>
                  <a:pt x="0" y="255702"/>
                </a:lnTo>
                <a:cubicBezTo>
                  <a:pt x="0" y="212657"/>
                  <a:pt x="23324" y="172742"/>
                  <a:pt x="60870" y="151693"/>
                </a:cubicBezTo>
                <a:lnTo>
                  <a:pt x="303306" y="15447"/>
                </a:lnTo>
                <a:cubicBezTo>
                  <a:pt x="321984" y="4970"/>
                  <a:pt x="342417" y="-173"/>
                  <a:pt x="362802" y="5"/>
                </a:cubicBezTo>
                <a:close/>
              </a:path>
            </a:pathLst>
          </a:custGeom>
          <a:solidFill>
            <a:schemeClr val="bg1"/>
          </a:soli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a:off x="3629366" y="4066493"/>
            <a:ext cx="795455" cy="45782"/>
          </a:xfrm>
          <a:custGeom>
            <a:avLst/>
            <a:gdLst>
              <a:gd name="connsiteX0" fmla="*/ 772564 w 795455"/>
              <a:gd name="connsiteY0" fmla="*/ 0 h 45782"/>
              <a:gd name="connsiteX1" fmla="*/ 795455 w 795455"/>
              <a:gd name="connsiteY1" fmla="*/ 22891 h 45782"/>
              <a:gd name="connsiteX2" fmla="*/ 772564 w 795455"/>
              <a:gd name="connsiteY2" fmla="*/ 45782 h 45782"/>
              <a:gd name="connsiteX3" fmla="*/ 749673 w 795455"/>
              <a:gd name="connsiteY3" fmla="*/ 22891 h 45782"/>
              <a:gd name="connsiteX4" fmla="*/ 772564 w 795455"/>
              <a:gd name="connsiteY4" fmla="*/ 0 h 45782"/>
              <a:gd name="connsiteX5" fmla="*/ 646665 w 795455"/>
              <a:gd name="connsiteY5" fmla="*/ 0 h 45782"/>
              <a:gd name="connsiteX6" fmla="*/ 669556 w 795455"/>
              <a:gd name="connsiteY6" fmla="*/ 22891 h 45782"/>
              <a:gd name="connsiteX7" fmla="*/ 646665 w 795455"/>
              <a:gd name="connsiteY7" fmla="*/ 45782 h 45782"/>
              <a:gd name="connsiteX8" fmla="*/ 623774 w 795455"/>
              <a:gd name="connsiteY8" fmla="*/ 22891 h 45782"/>
              <a:gd name="connsiteX9" fmla="*/ 646665 w 795455"/>
              <a:gd name="connsiteY9" fmla="*/ 0 h 45782"/>
              <a:gd name="connsiteX10" fmla="*/ 520766 w 795455"/>
              <a:gd name="connsiteY10" fmla="*/ 0 h 45782"/>
              <a:gd name="connsiteX11" fmla="*/ 543657 w 795455"/>
              <a:gd name="connsiteY11" fmla="*/ 22891 h 45782"/>
              <a:gd name="connsiteX12" fmla="*/ 520766 w 795455"/>
              <a:gd name="connsiteY12" fmla="*/ 45782 h 45782"/>
              <a:gd name="connsiteX13" fmla="*/ 497875 w 795455"/>
              <a:gd name="connsiteY13" fmla="*/ 22891 h 45782"/>
              <a:gd name="connsiteX14" fmla="*/ 520766 w 795455"/>
              <a:gd name="connsiteY14" fmla="*/ 0 h 45782"/>
              <a:gd name="connsiteX15" fmla="*/ 400589 w 795455"/>
              <a:gd name="connsiteY15" fmla="*/ 0 h 45782"/>
              <a:gd name="connsiteX16" fmla="*/ 423480 w 795455"/>
              <a:gd name="connsiteY16" fmla="*/ 22891 h 45782"/>
              <a:gd name="connsiteX17" fmla="*/ 400589 w 795455"/>
              <a:gd name="connsiteY17" fmla="*/ 45782 h 45782"/>
              <a:gd name="connsiteX18" fmla="*/ 377698 w 795455"/>
              <a:gd name="connsiteY18" fmla="*/ 22891 h 45782"/>
              <a:gd name="connsiteX19" fmla="*/ 400589 w 795455"/>
              <a:gd name="connsiteY19" fmla="*/ 0 h 45782"/>
              <a:gd name="connsiteX20" fmla="*/ 274690 w 795455"/>
              <a:gd name="connsiteY20" fmla="*/ 0 h 45782"/>
              <a:gd name="connsiteX21" fmla="*/ 297581 w 795455"/>
              <a:gd name="connsiteY21" fmla="*/ 22891 h 45782"/>
              <a:gd name="connsiteX22" fmla="*/ 274690 w 795455"/>
              <a:gd name="connsiteY22" fmla="*/ 45782 h 45782"/>
              <a:gd name="connsiteX23" fmla="*/ 251799 w 795455"/>
              <a:gd name="connsiteY23" fmla="*/ 22891 h 45782"/>
              <a:gd name="connsiteX24" fmla="*/ 274690 w 795455"/>
              <a:gd name="connsiteY24" fmla="*/ 0 h 45782"/>
              <a:gd name="connsiteX25" fmla="*/ 148790 w 795455"/>
              <a:gd name="connsiteY25" fmla="*/ 0 h 45782"/>
              <a:gd name="connsiteX26" fmla="*/ 171681 w 795455"/>
              <a:gd name="connsiteY26" fmla="*/ 22891 h 45782"/>
              <a:gd name="connsiteX27" fmla="*/ 148790 w 795455"/>
              <a:gd name="connsiteY27" fmla="*/ 45782 h 45782"/>
              <a:gd name="connsiteX28" fmla="*/ 125899 w 795455"/>
              <a:gd name="connsiteY28" fmla="*/ 22891 h 45782"/>
              <a:gd name="connsiteX29" fmla="*/ 148790 w 795455"/>
              <a:gd name="connsiteY29" fmla="*/ 0 h 45782"/>
              <a:gd name="connsiteX30" fmla="*/ 22891 w 795455"/>
              <a:gd name="connsiteY30" fmla="*/ 0 h 45782"/>
              <a:gd name="connsiteX31" fmla="*/ 45782 w 795455"/>
              <a:gd name="connsiteY31" fmla="*/ 22891 h 45782"/>
              <a:gd name="connsiteX32" fmla="*/ 22891 w 795455"/>
              <a:gd name="connsiteY32" fmla="*/ 45782 h 45782"/>
              <a:gd name="connsiteX33" fmla="*/ 0 w 795455"/>
              <a:gd name="connsiteY33" fmla="*/ 22891 h 45782"/>
              <a:gd name="connsiteX34" fmla="*/ 22891 w 795455"/>
              <a:gd name="connsiteY34" fmla="*/ 0 h 45782"/>
            </a:gdLst>
            <a:ahLst/>
            <a:cxnLst/>
            <a:rect l="l" t="t" r="r" b="b"/>
            <a:pathLst>
              <a:path w="795455" h="45782">
                <a:moveTo>
                  <a:pt x="772564" y="0"/>
                </a:moveTo>
                <a:cubicBezTo>
                  <a:pt x="785206" y="0"/>
                  <a:pt x="795455" y="10249"/>
                  <a:pt x="795455" y="22891"/>
                </a:cubicBezTo>
                <a:cubicBezTo>
                  <a:pt x="795455" y="35533"/>
                  <a:pt x="785206" y="45782"/>
                  <a:pt x="772564" y="45782"/>
                </a:cubicBezTo>
                <a:cubicBezTo>
                  <a:pt x="759922" y="45782"/>
                  <a:pt x="749673" y="35533"/>
                  <a:pt x="749673" y="22891"/>
                </a:cubicBezTo>
                <a:cubicBezTo>
                  <a:pt x="749673" y="10249"/>
                  <a:pt x="759922" y="0"/>
                  <a:pt x="772564" y="0"/>
                </a:cubicBezTo>
                <a:close/>
                <a:moveTo>
                  <a:pt x="646665" y="0"/>
                </a:moveTo>
                <a:cubicBezTo>
                  <a:pt x="659307" y="0"/>
                  <a:pt x="669556" y="10249"/>
                  <a:pt x="669556" y="22891"/>
                </a:cubicBezTo>
                <a:cubicBezTo>
                  <a:pt x="669556" y="35533"/>
                  <a:pt x="659307" y="45782"/>
                  <a:pt x="646665" y="45782"/>
                </a:cubicBezTo>
                <a:cubicBezTo>
                  <a:pt x="634023" y="45782"/>
                  <a:pt x="623774" y="35533"/>
                  <a:pt x="623774" y="22891"/>
                </a:cubicBezTo>
                <a:cubicBezTo>
                  <a:pt x="623774" y="10249"/>
                  <a:pt x="634023" y="0"/>
                  <a:pt x="646665" y="0"/>
                </a:cubicBezTo>
                <a:close/>
                <a:moveTo>
                  <a:pt x="520766" y="0"/>
                </a:moveTo>
                <a:cubicBezTo>
                  <a:pt x="533408" y="0"/>
                  <a:pt x="543657" y="10249"/>
                  <a:pt x="543657" y="22891"/>
                </a:cubicBezTo>
                <a:cubicBezTo>
                  <a:pt x="543657" y="35533"/>
                  <a:pt x="533408" y="45782"/>
                  <a:pt x="520766" y="45782"/>
                </a:cubicBezTo>
                <a:cubicBezTo>
                  <a:pt x="508124" y="45782"/>
                  <a:pt x="497875" y="35533"/>
                  <a:pt x="497875" y="22891"/>
                </a:cubicBezTo>
                <a:cubicBezTo>
                  <a:pt x="497875" y="10249"/>
                  <a:pt x="508124" y="0"/>
                  <a:pt x="520766" y="0"/>
                </a:cubicBezTo>
                <a:close/>
                <a:moveTo>
                  <a:pt x="400589" y="0"/>
                </a:moveTo>
                <a:cubicBezTo>
                  <a:pt x="413231" y="0"/>
                  <a:pt x="423480" y="10249"/>
                  <a:pt x="423480" y="22891"/>
                </a:cubicBezTo>
                <a:cubicBezTo>
                  <a:pt x="423480" y="35533"/>
                  <a:pt x="413231" y="45782"/>
                  <a:pt x="400589" y="45782"/>
                </a:cubicBezTo>
                <a:cubicBezTo>
                  <a:pt x="387947" y="45782"/>
                  <a:pt x="377698" y="35533"/>
                  <a:pt x="377698" y="22891"/>
                </a:cubicBezTo>
                <a:cubicBezTo>
                  <a:pt x="377698" y="10249"/>
                  <a:pt x="387947" y="0"/>
                  <a:pt x="400589" y="0"/>
                </a:cubicBezTo>
                <a:close/>
                <a:moveTo>
                  <a:pt x="274690" y="0"/>
                </a:moveTo>
                <a:cubicBezTo>
                  <a:pt x="287332" y="0"/>
                  <a:pt x="297581" y="10249"/>
                  <a:pt x="297581" y="22891"/>
                </a:cubicBezTo>
                <a:cubicBezTo>
                  <a:pt x="297581" y="35533"/>
                  <a:pt x="287332" y="45782"/>
                  <a:pt x="274690" y="45782"/>
                </a:cubicBezTo>
                <a:cubicBezTo>
                  <a:pt x="262048" y="45782"/>
                  <a:pt x="251799" y="35533"/>
                  <a:pt x="251799" y="22891"/>
                </a:cubicBezTo>
                <a:cubicBezTo>
                  <a:pt x="251799" y="10249"/>
                  <a:pt x="262048" y="0"/>
                  <a:pt x="274690" y="0"/>
                </a:cubicBezTo>
                <a:close/>
                <a:moveTo>
                  <a:pt x="148790" y="0"/>
                </a:moveTo>
                <a:cubicBezTo>
                  <a:pt x="161432" y="0"/>
                  <a:pt x="171681" y="10249"/>
                  <a:pt x="171681" y="22891"/>
                </a:cubicBezTo>
                <a:cubicBezTo>
                  <a:pt x="171681" y="35533"/>
                  <a:pt x="161432" y="45782"/>
                  <a:pt x="148790" y="45782"/>
                </a:cubicBezTo>
                <a:cubicBezTo>
                  <a:pt x="136148" y="45782"/>
                  <a:pt x="125899" y="35533"/>
                  <a:pt x="125899" y="22891"/>
                </a:cubicBezTo>
                <a:cubicBezTo>
                  <a:pt x="125899" y="10249"/>
                  <a:pt x="136148" y="0"/>
                  <a:pt x="148790" y="0"/>
                </a:cubicBezTo>
                <a:close/>
                <a:moveTo>
                  <a:pt x="22891" y="0"/>
                </a:moveTo>
                <a:cubicBezTo>
                  <a:pt x="35533" y="0"/>
                  <a:pt x="45782" y="10249"/>
                  <a:pt x="45782" y="22891"/>
                </a:cubicBezTo>
                <a:cubicBezTo>
                  <a:pt x="45782" y="35533"/>
                  <a:pt x="35533" y="45782"/>
                  <a:pt x="22891" y="45782"/>
                </a:cubicBezTo>
                <a:cubicBezTo>
                  <a:pt x="10249" y="45782"/>
                  <a:pt x="0" y="35533"/>
                  <a:pt x="0" y="22891"/>
                </a:cubicBezTo>
                <a:cubicBezTo>
                  <a:pt x="0" y="10249"/>
                  <a:pt x="10249" y="0"/>
                  <a:pt x="22891" y="0"/>
                </a:cubicBezTo>
                <a:close/>
              </a:path>
            </a:pathLst>
          </a:custGeom>
          <a:solidFill>
            <a:schemeClr val="bg1">
              <a:lumMod val="75000"/>
            </a:schemeClr>
          </a:solidFill>
          <a:ln w="6350" cap="flat">
            <a:noFill/>
            <a:miter/>
          </a:ln>
        </p:spPr>
        <p:txBody>
          <a:bodyPr vert="horz" wrap="square" lIns="91440" tIns="45720" rIns="91440" bIns="45720" rtlCol="0" anchor="ctr"/>
          <a:lstStyle/>
          <a:p>
            <a:pPr algn="l"/>
            <a:endParaRPr kumimoji="1" lang="zh-CN" altLang="en-US"/>
          </a:p>
        </p:txBody>
      </p:sp>
      <p:sp>
        <p:nvSpPr>
          <p:cNvPr id="15" name="标题 1"/>
          <p:cNvSpPr txBox="1"/>
          <p:nvPr/>
        </p:nvSpPr>
        <p:spPr>
          <a:xfrm>
            <a:off x="7695521" y="4066493"/>
            <a:ext cx="795455" cy="45782"/>
          </a:xfrm>
          <a:custGeom>
            <a:avLst/>
            <a:gdLst>
              <a:gd name="connsiteX0" fmla="*/ 772564 w 795455"/>
              <a:gd name="connsiteY0" fmla="*/ 0 h 45782"/>
              <a:gd name="connsiteX1" fmla="*/ 795455 w 795455"/>
              <a:gd name="connsiteY1" fmla="*/ 22891 h 45782"/>
              <a:gd name="connsiteX2" fmla="*/ 772564 w 795455"/>
              <a:gd name="connsiteY2" fmla="*/ 45782 h 45782"/>
              <a:gd name="connsiteX3" fmla="*/ 749673 w 795455"/>
              <a:gd name="connsiteY3" fmla="*/ 22891 h 45782"/>
              <a:gd name="connsiteX4" fmla="*/ 772564 w 795455"/>
              <a:gd name="connsiteY4" fmla="*/ 0 h 45782"/>
              <a:gd name="connsiteX5" fmla="*/ 646665 w 795455"/>
              <a:gd name="connsiteY5" fmla="*/ 0 h 45782"/>
              <a:gd name="connsiteX6" fmla="*/ 669556 w 795455"/>
              <a:gd name="connsiteY6" fmla="*/ 22891 h 45782"/>
              <a:gd name="connsiteX7" fmla="*/ 646665 w 795455"/>
              <a:gd name="connsiteY7" fmla="*/ 45782 h 45782"/>
              <a:gd name="connsiteX8" fmla="*/ 623774 w 795455"/>
              <a:gd name="connsiteY8" fmla="*/ 22891 h 45782"/>
              <a:gd name="connsiteX9" fmla="*/ 646665 w 795455"/>
              <a:gd name="connsiteY9" fmla="*/ 0 h 45782"/>
              <a:gd name="connsiteX10" fmla="*/ 520766 w 795455"/>
              <a:gd name="connsiteY10" fmla="*/ 0 h 45782"/>
              <a:gd name="connsiteX11" fmla="*/ 543657 w 795455"/>
              <a:gd name="connsiteY11" fmla="*/ 22891 h 45782"/>
              <a:gd name="connsiteX12" fmla="*/ 520766 w 795455"/>
              <a:gd name="connsiteY12" fmla="*/ 45782 h 45782"/>
              <a:gd name="connsiteX13" fmla="*/ 497875 w 795455"/>
              <a:gd name="connsiteY13" fmla="*/ 22891 h 45782"/>
              <a:gd name="connsiteX14" fmla="*/ 520766 w 795455"/>
              <a:gd name="connsiteY14" fmla="*/ 0 h 45782"/>
              <a:gd name="connsiteX15" fmla="*/ 394866 w 795455"/>
              <a:gd name="connsiteY15" fmla="*/ 0 h 45782"/>
              <a:gd name="connsiteX16" fmla="*/ 417757 w 795455"/>
              <a:gd name="connsiteY16" fmla="*/ 22891 h 45782"/>
              <a:gd name="connsiteX17" fmla="*/ 394866 w 795455"/>
              <a:gd name="connsiteY17" fmla="*/ 45782 h 45782"/>
              <a:gd name="connsiteX18" fmla="*/ 371975 w 795455"/>
              <a:gd name="connsiteY18" fmla="*/ 22891 h 45782"/>
              <a:gd name="connsiteX19" fmla="*/ 394866 w 795455"/>
              <a:gd name="connsiteY19" fmla="*/ 0 h 45782"/>
              <a:gd name="connsiteX20" fmla="*/ 274690 w 795455"/>
              <a:gd name="connsiteY20" fmla="*/ 0 h 45782"/>
              <a:gd name="connsiteX21" fmla="*/ 297581 w 795455"/>
              <a:gd name="connsiteY21" fmla="*/ 22891 h 45782"/>
              <a:gd name="connsiteX22" fmla="*/ 274690 w 795455"/>
              <a:gd name="connsiteY22" fmla="*/ 45782 h 45782"/>
              <a:gd name="connsiteX23" fmla="*/ 251799 w 795455"/>
              <a:gd name="connsiteY23" fmla="*/ 22891 h 45782"/>
              <a:gd name="connsiteX24" fmla="*/ 274690 w 795455"/>
              <a:gd name="connsiteY24" fmla="*/ 0 h 45782"/>
              <a:gd name="connsiteX25" fmla="*/ 148790 w 795455"/>
              <a:gd name="connsiteY25" fmla="*/ 0 h 45782"/>
              <a:gd name="connsiteX26" fmla="*/ 171681 w 795455"/>
              <a:gd name="connsiteY26" fmla="*/ 22891 h 45782"/>
              <a:gd name="connsiteX27" fmla="*/ 148790 w 795455"/>
              <a:gd name="connsiteY27" fmla="*/ 45782 h 45782"/>
              <a:gd name="connsiteX28" fmla="*/ 125899 w 795455"/>
              <a:gd name="connsiteY28" fmla="*/ 22891 h 45782"/>
              <a:gd name="connsiteX29" fmla="*/ 148790 w 795455"/>
              <a:gd name="connsiteY29" fmla="*/ 0 h 45782"/>
              <a:gd name="connsiteX30" fmla="*/ 22891 w 795455"/>
              <a:gd name="connsiteY30" fmla="*/ 0 h 45782"/>
              <a:gd name="connsiteX31" fmla="*/ 45782 w 795455"/>
              <a:gd name="connsiteY31" fmla="*/ 22891 h 45782"/>
              <a:gd name="connsiteX32" fmla="*/ 22891 w 795455"/>
              <a:gd name="connsiteY32" fmla="*/ 45782 h 45782"/>
              <a:gd name="connsiteX33" fmla="*/ 0 w 795455"/>
              <a:gd name="connsiteY33" fmla="*/ 22891 h 45782"/>
              <a:gd name="connsiteX34" fmla="*/ 22891 w 795455"/>
              <a:gd name="connsiteY34" fmla="*/ 0 h 45782"/>
            </a:gdLst>
            <a:ahLst/>
            <a:cxnLst/>
            <a:rect l="l" t="t" r="r" b="b"/>
            <a:pathLst>
              <a:path w="795455" h="45782">
                <a:moveTo>
                  <a:pt x="772564" y="0"/>
                </a:moveTo>
                <a:cubicBezTo>
                  <a:pt x="785207" y="0"/>
                  <a:pt x="795455" y="10249"/>
                  <a:pt x="795455" y="22891"/>
                </a:cubicBezTo>
                <a:cubicBezTo>
                  <a:pt x="795455" y="35533"/>
                  <a:pt x="785207" y="45782"/>
                  <a:pt x="772564" y="45782"/>
                </a:cubicBezTo>
                <a:cubicBezTo>
                  <a:pt x="759922" y="45782"/>
                  <a:pt x="749673" y="35533"/>
                  <a:pt x="749673" y="22891"/>
                </a:cubicBezTo>
                <a:cubicBezTo>
                  <a:pt x="749673" y="10249"/>
                  <a:pt x="759922" y="0"/>
                  <a:pt x="772564" y="0"/>
                </a:cubicBezTo>
                <a:close/>
                <a:moveTo>
                  <a:pt x="646665" y="0"/>
                </a:moveTo>
                <a:cubicBezTo>
                  <a:pt x="659308" y="0"/>
                  <a:pt x="669556" y="10249"/>
                  <a:pt x="669556" y="22891"/>
                </a:cubicBezTo>
                <a:cubicBezTo>
                  <a:pt x="669556" y="35533"/>
                  <a:pt x="659308" y="45782"/>
                  <a:pt x="646665" y="45782"/>
                </a:cubicBezTo>
                <a:cubicBezTo>
                  <a:pt x="634023" y="45782"/>
                  <a:pt x="623774" y="35533"/>
                  <a:pt x="623774" y="22891"/>
                </a:cubicBezTo>
                <a:cubicBezTo>
                  <a:pt x="623774" y="10249"/>
                  <a:pt x="634023" y="0"/>
                  <a:pt x="646665" y="0"/>
                </a:cubicBezTo>
                <a:close/>
                <a:moveTo>
                  <a:pt x="520766" y="0"/>
                </a:moveTo>
                <a:cubicBezTo>
                  <a:pt x="533409" y="0"/>
                  <a:pt x="543657" y="10249"/>
                  <a:pt x="543657" y="22891"/>
                </a:cubicBezTo>
                <a:cubicBezTo>
                  <a:pt x="543657" y="35533"/>
                  <a:pt x="533409" y="45782"/>
                  <a:pt x="520766" y="45782"/>
                </a:cubicBezTo>
                <a:cubicBezTo>
                  <a:pt x="508124" y="45782"/>
                  <a:pt x="497875" y="35533"/>
                  <a:pt x="497875" y="22891"/>
                </a:cubicBezTo>
                <a:cubicBezTo>
                  <a:pt x="497875" y="10249"/>
                  <a:pt x="508124" y="0"/>
                  <a:pt x="520766" y="0"/>
                </a:cubicBezTo>
                <a:close/>
                <a:moveTo>
                  <a:pt x="394866" y="0"/>
                </a:moveTo>
                <a:cubicBezTo>
                  <a:pt x="407509" y="0"/>
                  <a:pt x="417757" y="10249"/>
                  <a:pt x="417757" y="22891"/>
                </a:cubicBezTo>
                <a:cubicBezTo>
                  <a:pt x="417757" y="35533"/>
                  <a:pt x="407509" y="45782"/>
                  <a:pt x="394866" y="45782"/>
                </a:cubicBezTo>
                <a:cubicBezTo>
                  <a:pt x="382224" y="45782"/>
                  <a:pt x="371975" y="35533"/>
                  <a:pt x="371975" y="22891"/>
                </a:cubicBezTo>
                <a:cubicBezTo>
                  <a:pt x="371975" y="10249"/>
                  <a:pt x="382224" y="0"/>
                  <a:pt x="394866" y="0"/>
                </a:cubicBezTo>
                <a:close/>
                <a:moveTo>
                  <a:pt x="274690" y="0"/>
                </a:moveTo>
                <a:cubicBezTo>
                  <a:pt x="287333" y="0"/>
                  <a:pt x="297581" y="10249"/>
                  <a:pt x="297581" y="22891"/>
                </a:cubicBezTo>
                <a:cubicBezTo>
                  <a:pt x="297581" y="35533"/>
                  <a:pt x="287333" y="45782"/>
                  <a:pt x="274690" y="45782"/>
                </a:cubicBezTo>
                <a:cubicBezTo>
                  <a:pt x="262048" y="45782"/>
                  <a:pt x="251799" y="35533"/>
                  <a:pt x="251799" y="22891"/>
                </a:cubicBezTo>
                <a:cubicBezTo>
                  <a:pt x="251799" y="10249"/>
                  <a:pt x="262048" y="0"/>
                  <a:pt x="274690" y="0"/>
                </a:cubicBezTo>
                <a:close/>
                <a:moveTo>
                  <a:pt x="148790" y="0"/>
                </a:moveTo>
                <a:cubicBezTo>
                  <a:pt x="161433" y="0"/>
                  <a:pt x="171681" y="10249"/>
                  <a:pt x="171681" y="22891"/>
                </a:cubicBezTo>
                <a:cubicBezTo>
                  <a:pt x="171681" y="35533"/>
                  <a:pt x="161433" y="45782"/>
                  <a:pt x="148790" y="45782"/>
                </a:cubicBezTo>
                <a:cubicBezTo>
                  <a:pt x="136148" y="45782"/>
                  <a:pt x="125899" y="35533"/>
                  <a:pt x="125899" y="22891"/>
                </a:cubicBezTo>
                <a:cubicBezTo>
                  <a:pt x="125899" y="10249"/>
                  <a:pt x="136148" y="0"/>
                  <a:pt x="148790" y="0"/>
                </a:cubicBezTo>
                <a:close/>
                <a:moveTo>
                  <a:pt x="22891" y="0"/>
                </a:moveTo>
                <a:cubicBezTo>
                  <a:pt x="35534" y="0"/>
                  <a:pt x="45782" y="10249"/>
                  <a:pt x="45782" y="22891"/>
                </a:cubicBezTo>
                <a:cubicBezTo>
                  <a:pt x="45782" y="35533"/>
                  <a:pt x="35534" y="45782"/>
                  <a:pt x="22891" y="45782"/>
                </a:cubicBezTo>
                <a:cubicBezTo>
                  <a:pt x="10249" y="45782"/>
                  <a:pt x="0" y="35533"/>
                  <a:pt x="0" y="22891"/>
                </a:cubicBezTo>
                <a:cubicBezTo>
                  <a:pt x="0" y="10249"/>
                  <a:pt x="10249" y="0"/>
                  <a:pt x="22891" y="0"/>
                </a:cubicBezTo>
                <a:close/>
              </a:path>
            </a:pathLst>
          </a:custGeom>
          <a:solidFill>
            <a:schemeClr val="bg1">
              <a:lumMod val="75000"/>
            </a:schemeClr>
          </a:solidFill>
          <a:ln w="6350" cap="flat">
            <a:noFill/>
            <a:miter/>
          </a:ln>
        </p:spPr>
        <p:txBody>
          <a:bodyPr vert="horz" wrap="square" lIns="91440" tIns="45720" rIns="91440" bIns="45720" rtlCol="0" anchor="ctr"/>
          <a:lstStyle/>
          <a:p>
            <a:pPr algn="l"/>
            <a:endParaRPr kumimoji="1" lang="zh-CN" altLang="en-US"/>
          </a:p>
        </p:txBody>
      </p:sp>
      <p:sp>
        <p:nvSpPr>
          <p:cNvPr id="16" name="标题 1"/>
          <p:cNvSpPr txBox="1"/>
          <p:nvPr/>
        </p:nvSpPr>
        <p:spPr>
          <a:xfrm>
            <a:off x="1837213" y="3674079"/>
            <a:ext cx="819164" cy="819164"/>
          </a:xfrm>
          <a:custGeom>
            <a:avLst/>
            <a:gdLst>
              <a:gd name="connsiteX0" fmla="*/ 723900 w 723900"/>
              <a:gd name="connsiteY0" fmla="*/ 361950 h 723900"/>
              <a:gd name="connsiteX1" fmla="*/ 361950 w 723900"/>
              <a:gd name="connsiteY1" fmla="*/ 723900 h 723900"/>
              <a:gd name="connsiteX2" fmla="*/ 0 w 723900"/>
              <a:gd name="connsiteY2" fmla="*/ 361950 h 723900"/>
              <a:gd name="connsiteX3" fmla="*/ 361950 w 723900"/>
              <a:gd name="connsiteY3" fmla="*/ 0 h 723900"/>
              <a:gd name="connsiteX4" fmla="*/ 723900 w 723900"/>
              <a:gd name="connsiteY4" fmla="*/ 361950 h 723900"/>
            </a:gdLst>
            <a:ahLst/>
            <a:cxnLst/>
            <a:rect l="l" t="t" r="r" b="b"/>
            <a:pathLst>
              <a:path w="723900" h="723900">
                <a:moveTo>
                  <a:pt x="723900" y="361950"/>
                </a:moveTo>
                <a:cubicBezTo>
                  <a:pt x="723900" y="561849"/>
                  <a:pt x="561849" y="723900"/>
                  <a:pt x="361950" y="723900"/>
                </a:cubicBezTo>
                <a:cubicBezTo>
                  <a:pt x="162051" y="723900"/>
                  <a:pt x="0" y="561849"/>
                  <a:pt x="0" y="361950"/>
                </a:cubicBezTo>
                <a:cubicBezTo>
                  <a:pt x="0" y="162051"/>
                  <a:pt x="162051" y="0"/>
                  <a:pt x="361950" y="0"/>
                </a:cubicBezTo>
                <a:cubicBezTo>
                  <a:pt x="561849" y="0"/>
                  <a:pt x="723900" y="162051"/>
                  <a:pt x="723900" y="361950"/>
                </a:cubicBezTo>
                <a:close/>
              </a:path>
            </a:pathLst>
          </a:custGeom>
          <a:solidFill>
            <a:schemeClr val="accent1">
              <a:alpha val="8000"/>
            </a:schemeClr>
          </a:solidFill>
          <a:ln w="6350" cap="flat">
            <a:noFill/>
            <a:miter/>
          </a:ln>
        </p:spPr>
        <p:txBody>
          <a:bodyPr vert="horz" wrap="square" lIns="91440" tIns="45720" rIns="91440" bIns="45720" rtlCol="0" anchor="ctr"/>
          <a:lstStyle/>
          <a:p>
            <a:pPr algn="l"/>
            <a:endParaRPr kumimoji="1" lang="zh-CN" altLang="en-US"/>
          </a:p>
        </p:txBody>
      </p:sp>
      <p:sp>
        <p:nvSpPr>
          <p:cNvPr id="17" name="标题 1"/>
          <p:cNvSpPr txBox="1"/>
          <p:nvPr/>
        </p:nvSpPr>
        <p:spPr>
          <a:xfrm>
            <a:off x="1920602" y="3757467"/>
            <a:ext cx="652387" cy="652387"/>
          </a:xfrm>
          <a:custGeom>
            <a:avLst/>
            <a:gdLst>
              <a:gd name="connsiteX0" fmla="*/ 723900 w 723900"/>
              <a:gd name="connsiteY0" fmla="*/ 361950 h 723900"/>
              <a:gd name="connsiteX1" fmla="*/ 361950 w 723900"/>
              <a:gd name="connsiteY1" fmla="*/ 723900 h 723900"/>
              <a:gd name="connsiteX2" fmla="*/ 0 w 723900"/>
              <a:gd name="connsiteY2" fmla="*/ 361950 h 723900"/>
              <a:gd name="connsiteX3" fmla="*/ 361950 w 723900"/>
              <a:gd name="connsiteY3" fmla="*/ 0 h 723900"/>
              <a:gd name="connsiteX4" fmla="*/ 723900 w 723900"/>
              <a:gd name="connsiteY4" fmla="*/ 361950 h 723900"/>
            </a:gdLst>
            <a:ahLst/>
            <a:cxnLst/>
            <a:rect l="l" t="t" r="r" b="b"/>
            <a:pathLst>
              <a:path w="723900" h="723900">
                <a:moveTo>
                  <a:pt x="723900" y="361950"/>
                </a:moveTo>
                <a:cubicBezTo>
                  <a:pt x="723900" y="561849"/>
                  <a:pt x="561849" y="723900"/>
                  <a:pt x="361950" y="723900"/>
                </a:cubicBezTo>
                <a:cubicBezTo>
                  <a:pt x="162051" y="723900"/>
                  <a:pt x="0" y="561849"/>
                  <a:pt x="0" y="361950"/>
                </a:cubicBezTo>
                <a:cubicBezTo>
                  <a:pt x="0" y="162051"/>
                  <a:pt x="162051" y="0"/>
                  <a:pt x="361950" y="0"/>
                </a:cubicBezTo>
                <a:cubicBezTo>
                  <a:pt x="561849" y="0"/>
                  <a:pt x="723900" y="162051"/>
                  <a:pt x="723900" y="361950"/>
                </a:cubicBezTo>
                <a:close/>
              </a:path>
            </a:pathLst>
          </a:custGeom>
          <a:solidFill>
            <a:schemeClr val="accent1"/>
          </a:solidFill>
          <a:ln w="6350" cap="flat">
            <a:noFill/>
            <a:miter/>
          </a:ln>
        </p:spPr>
        <p:txBody>
          <a:bodyPr vert="horz" wrap="square" lIns="91440" tIns="45720" rIns="91440" bIns="45720" rtlCol="0" anchor="ctr"/>
          <a:lstStyle/>
          <a:p>
            <a:pPr algn="l"/>
            <a:endParaRPr kumimoji="1" lang="zh-CN" altLang="en-US"/>
          </a:p>
        </p:txBody>
      </p:sp>
      <p:sp>
        <p:nvSpPr>
          <p:cNvPr id="18" name="标题 1"/>
          <p:cNvSpPr txBox="1"/>
          <p:nvPr/>
        </p:nvSpPr>
        <p:spPr>
          <a:xfrm>
            <a:off x="2092987" y="3938604"/>
            <a:ext cx="307616" cy="319871"/>
          </a:xfrm>
          <a:custGeom>
            <a:avLst/>
            <a:gdLst>
              <a:gd name="connsiteX0" fmla="*/ 198153 w 692417"/>
              <a:gd name="connsiteY0" fmla="*/ 663680 h 720001"/>
              <a:gd name="connsiteX1" fmla="*/ 239787 w 692417"/>
              <a:gd name="connsiteY1" fmla="*/ 663680 h 720001"/>
              <a:gd name="connsiteX2" fmla="*/ 295235 w 692417"/>
              <a:gd name="connsiteY2" fmla="*/ 663680 h 720001"/>
              <a:gd name="connsiteX3" fmla="*/ 397182 w 692417"/>
              <a:gd name="connsiteY3" fmla="*/ 663680 h 720001"/>
              <a:gd name="connsiteX4" fmla="*/ 452630 w 692417"/>
              <a:gd name="connsiteY4" fmla="*/ 663680 h 720001"/>
              <a:gd name="connsiteX5" fmla="*/ 494264 w 692417"/>
              <a:gd name="connsiteY5" fmla="*/ 663680 h 720001"/>
              <a:gd name="connsiteX6" fmla="*/ 522425 w 692417"/>
              <a:gd name="connsiteY6" fmla="*/ 691841 h 720001"/>
              <a:gd name="connsiteX7" fmla="*/ 494264 w 692417"/>
              <a:gd name="connsiteY7" fmla="*/ 720001 h 720001"/>
              <a:gd name="connsiteX8" fmla="*/ 452630 w 692417"/>
              <a:gd name="connsiteY8" fmla="*/ 720001 h 720001"/>
              <a:gd name="connsiteX9" fmla="*/ 397182 w 692417"/>
              <a:gd name="connsiteY9" fmla="*/ 720001 h 720001"/>
              <a:gd name="connsiteX10" fmla="*/ 295235 w 692417"/>
              <a:gd name="connsiteY10" fmla="*/ 720001 h 720001"/>
              <a:gd name="connsiteX11" fmla="*/ 239787 w 692417"/>
              <a:gd name="connsiteY11" fmla="*/ 720001 h 720001"/>
              <a:gd name="connsiteX12" fmla="*/ 198153 w 692417"/>
              <a:gd name="connsiteY12" fmla="*/ 720001 h 720001"/>
              <a:gd name="connsiteX13" fmla="*/ 169992 w 692417"/>
              <a:gd name="connsiteY13" fmla="*/ 691841 h 720001"/>
              <a:gd name="connsiteX14" fmla="*/ 198153 w 692417"/>
              <a:gd name="connsiteY14" fmla="*/ 663680 h 720001"/>
              <a:gd name="connsiteX15" fmla="*/ 154400 w 692417"/>
              <a:gd name="connsiteY15" fmla="*/ 572143 h 720001"/>
              <a:gd name="connsiteX16" fmla="*/ 154241 w 692417"/>
              <a:gd name="connsiteY16" fmla="*/ 572597 h 720001"/>
              <a:gd name="connsiteX17" fmla="*/ 160423 w 692417"/>
              <a:gd name="connsiteY17" fmla="*/ 572597 h 720001"/>
              <a:gd name="connsiteX18" fmla="*/ 346215 w 692417"/>
              <a:gd name="connsiteY18" fmla="*/ 0 h 720001"/>
              <a:gd name="connsiteX19" fmla="*/ 456041 w 692417"/>
              <a:gd name="connsiteY19" fmla="*/ 22341 h 720001"/>
              <a:gd name="connsiteX20" fmla="*/ 545873 w 692417"/>
              <a:gd name="connsiteY20" fmla="*/ 82980 h 720001"/>
              <a:gd name="connsiteX21" fmla="*/ 606513 w 692417"/>
              <a:gd name="connsiteY21" fmla="*/ 172812 h 720001"/>
              <a:gd name="connsiteX22" fmla="*/ 628853 w 692417"/>
              <a:gd name="connsiteY22" fmla="*/ 282638 h 720001"/>
              <a:gd name="connsiteX23" fmla="*/ 628853 w 692417"/>
              <a:gd name="connsiteY23" fmla="*/ 493091 h 720001"/>
              <a:gd name="connsiteX24" fmla="*/ 687990 w 692417"/>
              <a:gd name="connsiteY24" fmla="*/ 585551 h 720001"/>
              <a:gd name="connsiteX25" fmla="*/ 688929 w 692417"/>
              <a:gd name="connsiteY25" fmla="*/ 614275 h 720001"/>
              <a:gd name="connsiteX26" fmla="*/ 664336 w 692417"/>
              <a:gd name="connsiteY26" fmla="*/ 628918 h 720001"/>
              <a:gd name="connsiteX27" fmla="*/ 28189 w 692417"/>
              <a:gd name="connsiteY27" fmla="*/ 628918 h 720001"/>
              <a:gd name="connsiteX28" fmla="*/ 3596 w 692417"/>
              <a:gd name="connsiteY28" fmla="*/ 614462 h 720001"/>
              <a:gd name="connsiteX29" fmla="*/ 4159 w 692417"/>
              <a:gd name="connsiteY29" fmla="*/ 585927 h 720001"/>
              <a:gd name="connsiteX30" fmla="*/ 63578 w 692417"/>
              <a:gd name="connsiteY30" fmla="*/ 489336 h 720001"/>
              <a:gd name="connsiteX31" fmla="*/ 63578 w 692417"/>
              <a:gd name="connsiteY31" fmla="*/ 282638 h 720001"/>
              <a:gd name="connsiteX32" fmla="*/ 85919 w 692417"/>
              <a:gd name="connsiteY32" fmla="*/ 172812 h 720001"/>
              <a:gd name="connsiteX33" fmla="*/ 146558 w 692417"/>
              <a:gd name="connsiteY33" fmla="*/ 82980 h 720001"/>
              <a:gd name="connsiteX34" fmla="*/ 236389 w 692417"/>
              <a:gd name="connsiteY34" fmla="*/ 22341 h 720001"/>
              <a:gd name="connsiteX35" fmla="*/ 346215 w 692417"/>
              <a:gd name="connsiteY35" fmla="*/ 0 h 720001"/>
            </a:gdLst>
            <a:ahLst/>
            <a:cxnLst/>
            <a:rect l="l" t="t" r="r" b="b"/>
            <a:pathLst>
              <a:path w="692417" h="720001">
                <a:moveTo>
                  <a:pt x="198153" y="663680"/>
                </a:moveTo>
                <a:lnTo>
                  <a:pt x="239787" y="663680"/>
                </a:lnTo>
                <a:lnTo>
                  <a:pt x="295235" y="663680"/>
                </a:lnTo>
                <a:lnTo>
                  <a:pt x="397182" y="663680"/>
                </a:lnTo>
                <a:lnTo>
                  <a:pt x="452630" y="663680"/>
                </a:lnTo>
                <a:lnTo>
                  <a:pt x="494264" y="663680"/>
                </a:lnTo>
                <a:cubicBezTo>
                  <a:pt x="509847" y="663680"/>
                  <a:pt x="522425" y="676259"/>
                  <a:pt x="522425" y="691841"/>
                </a:cubicBezTo>
                <a:cubicBezTo>
                  <a:pt x="522425" y="707423"/>
                  <a:pt x="509753" y="720001"/>
                  <a:pt x="494264" y="720001"/>
                </a:cubicBezTo>
                <a:lnTo>
                  <a:pt x="452630" y="720001"/>
                </a:lnTo>
                <a:lnTo>
                  <a:pt x="397182" y="720001"/>
                </a:lnTo>
                <a:lnTo>
                  <a:pt x="295235" y="720001"/>
                </a:lnTo>
                <a:lnTo>
                  <a:pt x="239787" y="720001"/>
                </a:lnTo>
                <a:lnTo>
                  <a:pt x="198153" y="720001"/>
                </a:lnTo>
                <a:cubicBezTo>
                  <a:pt x="182571" y="720001"/>
                  <a:pt x="169992" y="707423"/>
                  <a:pt x="169992" y="691841"/>
                </a:cubicBezTo>
                <a:cubicBezTo>
                  <a:pt x="169992" y="676259"/>
                  <a:pt x="182571" y="663680"/>
                  <a:pt x="198153" y="663680"/>
                </a:cubicBezTo>
                <a:close/>
                <a:moveTo>
                  <a:pt x="154400" y="572143"/>
                </a:moveTo>
                <a:lnTo>
                  <a:pt x="154241" y="572597"/>
                </a:lnTo>
                <a:lnTo>
                  <a:pt x="160423" y="572597"/>
                </a:lnTo>
                <a:close/>
                <a:moveTo>
                  <a:pt x="346215" y="0"/>
                </a:moveTo>
                <a:cubicBezTo>
                  <a:pt x="384232" y="0"/>
                  <a:pt x="421122" y="7510"/>
                  <a:pt x="456041" y="22341"/>
                </a:cubicBezTo>
                <a:cubicBezTo>
                  <a:pt x="489646" y="36609"/>
                  <a:pt x="519872" y="57072"/>
                  <a:pt x="545873" y="82980"/>
                </a:cubicBezTo>
                <a:cubicBezTo>
                  <a:pt x="571875" y="108981"/>
                  <a:pt x="592245" y="139207"/>
                  <a:pt x="606513" y="172812"/>
                </a:cubicBezTo>
                <a:cubicBezTo>
                  <a:pt x="621344" y="207637"/>
                  <a:pt x="628853" y="244621"/>
                  <a:pt x="628853" y="282638"/>
                </a:cubicBezTo>
                <a:lnTo>
                  <a:pt x="628853" y="493091"/>
                </a:lnTo>
                <a:lnTo>
                  <a:pt x="687990" y="585551"/>
                </a:lnTo>
                <a:cubicBezTo>
                  <a:pt x="693528" y="594187"/>
                  <a:pt x="693904" y="605263"/>
                  <a:pt x="688929" y="614275"/>
                </a:cubicBezTo>
                <a:cubicBezTo>
                  <a:pt x="684048" y="623286"/>
                  <a:pt x="674567" y="628918"/>
                  <a:pt x="664336" y="628918"/>
                </a:cubicBezTo>
                <a:lnTo>
                  <a:pt x="28189" y="628918"/>
                </a:lnTo>
                <a:cubicBezTo>
                  <a:pt x="17958" y="628918"/>
                  <a:pt x="8571" y="623380"/>
                  <a:pt x="3596" y="614462"/>
                </a:cubicBezTo>
                <a:cubicBezTo>
                  <a:pt x="-1380" y="605545"/>
                  <a:pt x="-1192" y="594656"/>
                  <a:pt x="4159" y="585927"/>
                </a:cubicBezTo>
                <a:lnTo>
                  <a:pt x="63578" y="489336"/>
                </a:lnTo>
                <a:lnTo>
                  <a:pt x="63578" y="282638"/>
                </a:lnTo>
                <a:cubicBezTo>
                  <a:pt x="63578" y="244621"/>
                  <a:pt x="71087" y="207731"/>
                  <a:pt x="85919" y="172812"/>
                </a:cubicBezTo>
                <a:cubicBezTo>
                  <a:pt x="100186" y="139207"/>
                  <a:pt x="120650" y="108981"/>
                  <a:pt x="146558" y="82980"/>
                </a:cubicBezTo>
                <a:cubicBezTo>
                  <a:pt x="172465" y="56978"/>
                  <a:pt x="202785" y="36609"/>
                  <a:pt x="236389" y="22341"/>
                </a:cubicBezTo>
                <a:cubicBezTo>
                  <a:pt x="271214" y="7510"/>
                  <a:pt x="308199" y="0"/>
                  <a:pt x="346215" y="0"/>
                </a:cubicBezTo>
                <a:close/>
              </a:path>
            </a:pathLst>
          </a:custGeom>
          <a:solidFill>
            <a:schemeClr val="bg1"/>
          </a:solidFill>
          <a:ln w="12700" cap="sq">
            <a:noFill/>
            <a:miter/>
          </a:ln>
        </p:spPr>
        <p:txBody>
          <a:bodyPr vert="horz" wrap="square" lIns="91440" tIns="45720" rIns="91440" bIns="45720" rtlCol="0" anchor="ctr"/>
          <a:lstStyle/>
          <a:p>
            <a:pPr algn="ctr"/>
            <a:endParaRPr kumimoji="1" lang="zh-CN" altLang="en-US"/>
          </a:p>
        </p:txBody>
      </p:sp>
      <p:sp>
        <p:nvSpPr>
          <p:cNvPr id="19" name="标题 1"/>
          <p:cNvSpPr txBox="1"/>
          <p:nvPr/>
        </p:nvSpPr>
        <p:spPr>
          <a:xfrm>
            <a:off x="5680068" y="3674079"/>
            <a:ext cx="819164" cy="819164"/>
          </a:xfrm>
          <a:custGeom>
            <a:avLst/>
            <a:gdLst>
              <a:gd name="connsiteX0" fmla="*/ 723900 w 723900"/>
              <a:gd name="connsiteY0" fmla="*/ 361950 h 723900"/>
              <a:gd name="connsiteX1" fmla="*/ 361950 w 723900"/>
              <a:gd name="connsiteY1" fmla="*/ 723900 h 723900"/>
              <a:gd name="connsiteX2" fmla="*/ 0 w 723900"/>
              <a:gd name="connsiteY2" fmla="*/ 361950 h 723900"/>
              <a:gd name="connsiteX3" fmla="*/ 361950 w 723900"/>
              <a:gd name="connsiteY3" fmla="*/ 0 h 723900"/>
              <a:gd name="connsiteX4" fmla="*/ 723900 w 723900"/>
              <a:gd name="connsiteY4" fmla="*/ 361950 h 723900"/>
            </a:gdLst>
            <a:ahLst/>
            <a:cxnLst/>
            <a:rect l="l" t="t" r="r" b="b"/>
            <a:pathLst>
              <a:path w="723900" h="723900">
                <a:moveTo>
                  <a:pt x="723900" y="361950"/>
                </a:moveTo>
                <a:cubicBezTo>
                  <a:pt x="723900" y="561849"/>
                  <a:pt x="561849" y="723900"/>
                  <a:pt x="361950" y="723900"/>
                </a:cubicBezTo>
                <a:cubicBezTo>
                  <a:pt x="162051" y="723900"/>
                  <a:pt x="0" y="561849"/>
                  <a:pt x="0" y="361950"/>
                </a:cubicBezTo>
                <a:cubicBezTo>
                  <a:pt x="0" y="162051"/>
                  <a:pt x="162051" y="0"/>
                  <a:pt x="361950" y="0"/>
                </a:cubicBezTo>
                <a:cubicBezTo>
                  <a:pt x="561849" y="0"/>
                  <a:pt x="723900" y="162051"/>
                  <a:pt x="723900" y="361950"/>
                </a:cubicBezTo>
                <a:close/>
              </a:path>
            </a:pathLst>
          </a:custGeom>
          <a:solidFill>
            <a:schemeClr val="accent2">
              <a:alpha val="8000"/>
            </a:schemeClr>
          </a:solidFill>
          <a:ln w="6350" cap="flat">
            <a:noFill/>
            <a:miter/>
          </a:ln>
        </p:spPr>
        <p:txBody>
          <a:bodyPr vert="horz" wrap="square" lIns="91440" tIns="45720" rIns="91440" bIns="45720" rtlCol="0" anchor="ctr"/>
          <a:lstStyle/>
          <a:p>
            <a:pPr algn="l"/>
            <a:endParaRPr kumimoji="1" lang="zh-CN" altLang="en-US"/>
          </a:p>
        </p:txBody>
      </p:sp>
      <p:sp>
        <p:nvSpPr>
          <p:cNvPr id="20" name="标题 1"/>
          <p:cNvSpPr txBox="1"/>
          <p:nvPr/>
        </p:nvSpPr>
        <p:spPr>
          <a:xfrm>
            <a:off x="5763457" y="3757467"/>
            <a:ext cx="652387" cy="652387"/>
          </a:xfrm>
          <a:custGeom>
            <a:avLst/>
            <a:gdLst>
              <a:gd name="connsiteX0" fmla="*/ 723900 w 723900"/>
              <a:gd name="connsiteY0" fmla="*/ 361950 h 723900"/>
              <a:gd name="connsiteX1" fmla="*/ 361950 w 723900"/>
              <a:gd name="connsiteY1" fmla="*/ 723900 h 723900"/>
              <a:gd name="connsiteX2" fmla="*/ 0 w 723900"/>
              <a:gd name="connsiteY2" fmla="*/ 361950 h 723900"/>
              <a:gd name="connsiteX3" fmla="*/ 361950 w 723900"/>
              <a:gd name="connsiteY3" fmla="*/ 0 h 723900"/>
              <a:gd name="connsiteX4" fmla="*/ 723900 w 723900"/>
              <a:gd name="connsiteY4" fmla="*/ 361950 h 723900"/>
            </a:gdLst>
            <a:ahLst/>
            <a:cxnLst/>
            <a:rect l="l" t="t" r="r" b="b"/>
            <a:pathLst>
              <a:path w="723900" h="723900">
                <a:moveTo>
                  <a:pt x="723900" y="361950"/>
                </a:moveTo>
                <a:cubicBezTo>
                  <a:pt x="723900" y="561849"/>
                  <a:pt x="561849" y="723900"/>
                  <a:pt x="361950" y="723900"/>
                </a:cubicBezTo>
                <a:cubicBezTo>
                  <a:pt x="162051" y="723900"/>
                  <a:pt x="0" y="561849"/>
                  <a:pt x="0" y="361950"/>
                </a:cubicBezTo>
                <a:cubicBezTo>
                  <a:pt x="0" y="162051"/>
                  <a:pt x="162051" y="0"/>
                  <a:pt x="361950" y="0"/>
                </a:cubicBezTo>
                <a:cubicBezTo>
                  <a:pt x="561849" y="0"/>
                  <a:pt x="723900" y="162051"/>
                  <a:pt x="723900" y="361950"/>
                </a:cubicBezTo>
                <a:close/>
              </a:path>
            </a:pathLst>
          </a:custGeom>
          <a:solidFill>
            <a:schemeClr val="accent2"/>
          </a:solidFill>
          <a:ln w="6350" cap="flat">
            <a:noFill/>
            <a:miter/>
          </a:ln>
        </p:spPr>
        <p:txBody>
          <a:bodyPr vert="horz" wrap="square" lIns="91440" tIns="45720" rIns="91440" bIns="45720" rtlCol="0" anchor="ctr"/>
          <a:lstStyle/>
          <a:p>
            <a:pPr algn="l"/>
            <a:endParaRPr kumimoji="1" lang="zh-CN" altLang="en-US"/>
          </a:p>
        </p:txBody>
      </p:sp>
      <p:sp>
        <p:nvSpPr>
          <p:cNvPr id="21" name="标题 1"/>
          <p:cNvSpPr txBox="1"/>
          <p:nvPr/>
        </p:nvSpPr>
        <p:spPr>
          <a:xfrm>
            <a:off x="5933313" y="3929187"/>
            <a:ext cx="312674" cy="338702"/>
          </a:xfrm>
          <a:custGeom>
            <a:avLst/>
            <a:gdLst>
              <a:gd name="connsiteX0" fmla="*/ 332293 w 664672"/>
              <a:gd name="connsiteY0" fmla="*/ 387672 h 720001"/>
              <a:gd name="connsiteX1" fmla="*/ 660804 w 664672"/>
              <a:gd name="connsiteY1" fmla="*/ 598902 h 720001"/>
              <a:gd name="connsiteX2" fmla="*/ 563560 w 664672"/>
              <a:gd name="connsiteY2" fmla="*/ 720001 h 720001"/>
              <a:gd name="connsiteX3" fmla="*/ 101112 w 664672"/>
              <a:gd name="connsiteY3" fmla="*/ 720001 h 720001"/>
              <a:gd name="connsiteX4" fmla="*/ 3868 w 664672"/>
              <a:gd name="connsiteY4" fmla="*/ 598902 h 720001"/>
              <a:gd name="connsiteX5" fmla="*/ 332293 w 664672"/>
              <a:gd name="connsiteY5" fmla="*/ 387672 h 720001"/>
              <a:gd name="connsiteX6" fmla="*/ 332293 w 664672"/>
              <a:gd name="connsiteY6" fmla="*/ 0 h 720001"/>
              <a:gd name="connsiteX7" fmla="*/ 509517 w 664672"/>
              <a:gd name="connsiteY7" fmla="*/ 177224 h 720001"/>
              <a:gd name="connsiteX8" fmla="*/ 332293 w 664672"/>
              <a:gd name="connsiteY8" fmla="*/ 354448 h 720001"/>
              <a:gd name="connsiteX9" fmla="*/ 155069 w 664672"/>
              <a:gd name="connsiteY9" fmla="*/ 177224 h 720001"/>
              <a:gd name="connsiteX10" fmla="*/ 332293 w 664672"/>
              <a:gd name="connsiteY10" fmla="*/ 0 h 720001"/>
            </a:gdLst>
            <a:ahLst/>
            <a:cxnLst/>
            <a:rect l="l" t="t" r="r" b="b"/>
            <a:pathLst>
              <a:path w="664672" h="720001">
                <a:moveTo>
                  <a:pt x="332293" y="387672"/>
                </a:moveTo>
                <a:cubicBezTo>
                  <a:pt x="550549" y="387672"/>
                  <a:pt x="628448" y="491162"/>
                  <a:pt x="660804" y="598902"/>
                </a:cubicBezTo>
                <a:cubicBezTo>
                  <a:pt x="679021" y="659624"/>
                  <a:pt x="630616" y="720001"/>
                  <a:pt x="563560" y="720001"/>
                </a:cubicBezTo>
                <a:lnTo>
                  <a:pt x="101112" y="720001"/>
                </a:lnTo>
                <a:cubicBezTo>
                  <a:pt x="34057" y="720001"/>
                  <a:pt x="-14348" y="659624"/>
                  <a:pt x="3868" y="598902"/>
                </a:cubicBezTo>
                <a:cubicBezTo>
                  <a:pt x="36138" y="491162"/>
                  <a:pt x="114037" y="387672"/>
                  <a:pt x="332293" y="387672"/>
                </a:cubicBezTo>
                <a:close/>
                <a:moveTo>
                  <a:pt x="332293" y="0"/>
                </a:moveTo>
                <a:cubicBezTo>
                  <a:pt x="430230" y="0"/>
                  <a:pt x="509604" y="79287"/>
                  <a:pt x="509517" y="177224"/>
                </a:cubicBezTo>
                <a:cubicBezTo>
                  <a:pt x="509517" y="275074"/>
                  <a:pt x="430144" y="354448"/>
                  <a:pt x="332293" y="354448"/>
                </a:cubicBezTo>
                <a:cubicBezTo>
                  <a:pt x="234442" y="354448"/>
                  <a:pt x="155069" y="275074"/>
                  <a:pt x="155069" y="177224"/>
                </a:cubicBezTo>
                <a:cubicBezTo>
                  <a:pt x="155069" y="79287"/>
                  <a:pt x="234442" y="0"/>
                  <a:pt x="332293" y="0"/>
                </a:cubicBezTo>
                <a:close/>
              </a:path>
            </a:pathLst>
          </a:custGeom>
          <a:solidFill>
            <a:schemeClr val="bg1"/>
          </a:solidFill>
          <a:ln w="12700" cap="sq">
            <a:noFill/>
            <a:miter/>
          </a:ln>
        </p:spPr>
        <p:txBody>
          <a:bodyPr vert="horz" wrap="square" lIns="91440" tIns="45720" rIns="91440" bIns="45720" rtlCol="0" anchor="ctr"/>
          <a:lstStyle/>
          <a:p>
            <a:pPr algn="ctr"/>
            <a:endParaRPr kumimoji="1" lang="zh-CN" altLang="en-US"/>
          </a:p>
        </p:txBody>
      </p:sp>
      <p:sp>
        <p:nvSpPr>
          <p:cNvPr id="22" name="标题 1"/>
          <p:cNvSpPr txBox="1"/>
          <p:nvPr/>
        </p:nvSpPr>
        <p:spPr>
          <a:xfrm>
            <a:off x="9522923" y="3674079"/>
            <a:ext cx="819164" cy="819164"/>
          </a:xfrm>
          <a:custGeom>
            <a:avLst/>
            <a:gdLst>
              <a:gd name="connsiteX0" fmla="*/ 723900 w 723900"/>
              <a:gd name="connsiteY0" fmla="*/ 361950 h 723900"/>
              <a:gd name="connsiteX1" fmla="*/ 361950 w 723900"/>
              <a:gd name="connsiteY1" fmla="*/ 723900 h 723900"/>
              <a:gd name="connsiteX2" fmla="*/ 0 w 723900"/>
              <a:gd name="connsiteY2" fmla="*/ 361950 h 723900"/>
              <a:gd name="connsiteX3" fmla="*/ 361950 w 723900"/>
              <a:gd name="connsiteY3" fmla="*/ 0 h 723900"/>
              <a:gd name="connsiteX4" fmla="*/ 723900 w 723900"/>
              <a:gd name="connsiteY4" fmla="*/ 361950 h 723900"/>
            </a:gdLst>
            <a:ahLst/>
            <a:cxnLst/>
            <a:rect l="l" t="t" r="r" b="b"/>
            <a:pathLst>
              <a:path w="723900" h="723900">
                <a:moveTo>
                  <a:pt x="723900" y="361950"/>
                </a:moveTo>
                <a:cubicBezTo>
                  <a:pt x="723900" y="561849"/>
                  <a:pt x="561849" y="723900"/>
                  <a:pt x="361950" y="723900"/>
                </a:cubicBezTo>
                <a:cubicBezTo>
                  <a:pt x="162051" y="723900"/>
                  <a:pt x="0" y="561849"/>
                  <a:pt x="0" y="361950"/>
                </a:cubicBezTo>
                <a:cubicBezTo>
                  <a:pt x="0" y="162051"/>
                  <a:pt x="162051" y="0"/>
                  <a:pt x="361950" y="0"/>
                </a:cubicBezTo>
                <a:cubicBezTo>
                  <a:pt x="561849" y="0"/>
                  <a:pt x="723900" y="162051"/>
                  <a:pt x="723900" y="361950"/>
                </a:cubicBezTo>
                <a:close/>
              </a:path>
            </a:pathLst>
          </a:custGeom>
          <a:solidFill>
            <a:schemeClr val="accent1">
              <a:alpha val="8000"/>
            </a:schemeClr>
          </a:solidFill>
          <a:ln w="6350" cap="flat">
            <a:noFill/>
            <a:miter/>
          </a:ln>
        </p:spPr>
        <p:txBody>
          <a:bodyPr vert="horz" wrap="square" lIns="91440" tIns="45720" rIns="91440" bIns="45720" rtlCol="0" anchor="ctr"/>
          <a:lstStyle/>
          <a:p>
            <a:pPr algn="l"/>
            <a:endParaRPr kumimoji="1" lang="zh-CN" altLang="en-US"/>
          </a:p>
        </p:txBody>
      </p:sp>
      <p:sp>
        <p:nvSpPr>
          <p:cNvPr id="23" name="标题 1"/>
          <p:cNvSpPr txBox="1"/>
          <p:nvPr/>
        </p:nvSpPr>
        <p:spPr>
          <a:xfrm>
            <a:off x="9606312" y="3757467"/>
            <a:ext cx="652387" cy="652387"/>
          </a:xfrm>
          <a:custGeom>
            <a:avLst/>
            <a:gdLst>
              <a:gd name="connsiteX0" fmla="*/ 723900 w 723900"/>
              <a:gd name="connsiteY0" fmla="*/ 361950 h 723900"/>
              <a:gd name="connsiteX1" fmla="*/ 361950 w 723900"/>
              <a:gd name="connsiteY1" fmla="*/ 723900 h 723900"/>
              <a:gd name="connsiteX2" fmla="*/ 0 w 723900"/>
              <a:gd name="connsiteY2" fmla="*/ 361950 h 723900"/>
              <a:gd name="connsiteX3" fmla="*/ 361950 w 723900"/>
              <a:gd name="connsiteY3" fmla="*/ 0 h 723900"/>
              <a:gd name="connsiteX4" fmla="*/ 723900 w 723900"/>
              <a:gd name="connsiteY4" fmla="*/ 361950 h 723900"/>
            </a:gdLst>
            <a:ahLst/>
            <a:cxnLst/>
            <a:rect l="l" t="t" r="r" b="b"/>
            <a:pathLst>
              <a:path w="723900" h="723900">
                <a:moveTo>
                  <a:pt x="723900" y="361950"/>
                </a:moveTo>
                <a:cubicBezTo>
                  <a:pt x="723900" y="561849"/>
                  <a:pt x="561849" y="723900"/>
                  <a:pt x="361950" y="723900"/>
                </a:cubicBezTo>
                <a:cubicBezTo>
                  <a:pt x="162051" y="723900"/>
                  <a:pt x="0" y="561849"/>
                  <a:pt x="0" y="361950"/>
                </a:cubicBezTo>
                <a:cubicBezTo>
                  <a:pt x="0" y="162051"/>
                  <a:pt x="162051" y="0"/>
                  <a:pt x="361950" y="0"/>
                </a:cubicBezTo>
                <a:cubicBezTo>
                  <a:pt x="561849" y="0"/>
                  <a:pt x="723900" y="162051"/>
                  <a:pt x="723900" y="361950"/>
                </a:cubicBezTo>
                <a:close/>
              </a:path>
            </a:pathLst>
          </a:custGeom>
          <a:solidFill>
            <a:schemeClr val="accent1"/>
          </a:solidFill>
          <a:ln w="6350" cap="flat">
            <a:noFill/>
            <a:miter/>
          </a:ln>
        </p:spPr>
        <p:txBody>
          <a:bodyPr vert="horz" wrap="square" lIns="91440" tIns="45720" rIns="91440" bIns="45720" rtlCol="0" anchor="ctr"/>
          <a:lstStyle/>
          <a:p>
            <a:pPr algn="l"/>
            <a:endParaRPr kumimoji="1" lang="zh-CN" altLang="en-US"/>
          </a:p>
        </p:txBody>
      </p:sp>
      <p:sp>
        <p:nvSpPr>
          <p:cNvPr id="24" name="标题 1"/>
          <p:cNvSpPr txBox="1"/>
          <p:nvPr/>
        </p:nvSpPr>
        <p:spPr>
          <a:xfrm>
            <a:off x="9772570" y="3938604"/>
            <a:ext cx="319871" cy="319871"/>
          </a:xfrm>
          <a:custGeom>
            <a:avLst/>
            <a:gdLst>
              <a:gd name="connsiteX0" fmla="*/ 457070 w 720001"/>
              <a:gd name="connsiteY0" fmla="*/ 57166 h 720001"/>
              <a:gd name="connsiteX1" fmla="*/ 457070 w 720001"/>
              <a:gd name="connsiteY1" fmla="*/ 263017 h 720001"/>
              <a:gd name="connsiteX2" fmla="*/ 662921 w 720001"/>
              <a:gd name="connsiteY2" fmla="*/ 263017 h 720001"/>
              <a:gd name="connsiteX3" fmla="*/ 647393 w 720001"/>
              <a:gd name="connsiteY3" fmla="*/ 212704 h 720001"/>
              <a:gd name="connsiteX4" fmla="*/ 591008 w 720001"/>
              <a:gd name="connsiteY4" fmla="*/ 129080 h 720001"/>
              <a:gd name="connsiteX5" fmla="*/ 507383 w 720001"/>
              <a:gd name="connsiteY5" fmla="*/ 72694 h 720001"/>
              <a:gd name="connsiteX6" fmla="*/ 457070 w 720001"/>
              <a:gd name="connsiteY6" fmla="*/ 57166 h 720001"/>
              <a:gd name="connsiteX7" fmla="*/ 405022 w 720001"/>
              <a:gd name="connsiteY7" fmla="*/ 0 h 720001"/>
              <a:gd name="connsiteX8" fmla="*/ 720001 w 720001"/>
              <a:gd name="connsiteY8" fmla="*/ 314979 h 720001"/>
              <a:gd name="connsiteX9" fmla="*/ 405022 w 720001"/>
              <a:gd name="connsiteY9" fmla="*/ 314979 h 720001"/>
              <a:gd name="connsiteX10" fmla="*/ 360000 w 720001"/>
              <a:gd name="connsiteY10" fmla="*/ 0 h 720001"/>
              <a:gd name="connsiteX11" fmla="*/ 360000 w 720001"/>
              <a:gd name="connsiteY11" fmla="*/ 360000 h 720001"/>
              <a:gd name="connsiteX12" fmla="*/ 720000 w 720001"/>
              <a:gd name="connsiteY12" fmla="*/ 360000 h 720001"/>
              <a:gd name="connsiteX13" fmla="*/ 360000 w 720001"/>
              <a:gd name="connsiteY13" fmla="*/ 720001 h 720001"/>
              <a:gd name="connsiteX14" fmla="*/ 0 w 720001"/>
              <a:gd name="connsiteY14" fmla="*/ 360000 h 720001"/>
              <a:gd name="connsiteX15" fmla="*/ 360000 w 720001"/>
              <a:gd name="connsiteY15" fmla="*/ 0 h 720001"/>
            </a:gdLst>
            <a:ahLst/>
            <a:cxnLst/>
            <a:rect l="l" t="t" r="r" b="b"/>
            <a:pathLst>
              <a:path w="720001" h="720001">
                <a:moveTo>
                  <a:pt x="457070" y="57166"/>
                </a:moveTo>
                <a:lnTo>
                  <a:pt x="457070" y="263017"/>
                </a:lnTo>
                <a:lnTo>
                  <a:pt x="662921" y="263017"/>
                </a:lnTo>
                <a:cubicBezTo>
                  <a:pt x="659451" y="245755"/>
                  <a:pt x="654246" y="229012"/>
                  <a:pt x="647393" y="212704"/>
                </a:cubicBezTo>
                <a:cubicBezTo>
                  <a:pt x="634121" y="181388"/>
                  <a:pt x="615210" y="153282"/>
                  <a:pt x="591008" y="129080"/>
                </a:cubicBezTo>
                <a:cubicBezTo>
                  <a:pt x="566806" y="104878"/>
                  <a:pt x="538699" y="85967"/>
                  <a:pt x="507383" y="72694"/>
                </a:cubicBezTo>
                <a:cubicBezTo>
                  <a:pt x="491075" y="65755"/>
                  <a:pt x="474246" y="60637"/>
                  <a:pt x="457070" y="57166"/>
                </a:cubicBezTo>
                <a:close/>
                <a:moveTo>
                  <a:pt x="405022" y="0"/>
                </a:moveTo>
                <a:cubicBezTo>
                  <a:pt x="578950" y="0"/>
                  <a:pt x="720001" y="141051"/>
                  <a:pt x="720001" y="314979"/>
                </a:cubicBezTo>
                <a:lnTo>
                  <a:pt x="405022" y="314979"/>
                </a:lnTo>
                <a:close/>
                <a:moveTo>
                  <a:pt x="360000" y="0"/>
                </a:moveTo>
                <a:lnTo>
                  <a:pt x="360000" y="360000"/>
                </a:lnTo>
                <a:lnTo>
                  <a:pt x="720000" y="360000"/>
                </a:lnTo>
                <a:cubicBezTo>
                  <a:pt x="720000" y="558825"/>
                  <a:pt x="558824" y="720001"/>
                  <a:pt x="360000" y="720001"/>
                </a:cubicBezTo>
                <a:cubicBezTo>
                  <a:pt x="161176" y="720001"/>
                  <a:pt x="0" y="558825"/>
                  <a:pt x="0" y="360000"/>
                </a:cubicBezTo>
                <a:cubicBezTo>
                  <a:pt x="0" y="161176"/>
                  <a:pt x="161176" y="0"/>
                  <a:pt x="360000" y="0"/>
                </a:cubicBezTo>
                <a:close/>
              </a:path>
            </a:pathLst>
          </a:custGeom>
          <a:solidFill>
            <a:schemeClr val="bg1"/>
          </a:solidFill>
          <a:ln w="12700" cap="sq">
            <a:noFill/>
            <a:miter/>
          </a:ln>
        </p:spPr>
        <p:txBody>
          <a:bodyPr vert="horz" wrap="square" lIns="91440" tIns="45720" rIns="91440" bIns="45720" rtlCol="0" anchor="ctr"/>
          <a:lstStyle/>
          <a:p>
            <a:pPr algn="ctr"/>
            <a:endParaRPr kumimoji="1" lang="zh-CN" altLang="en-US"/>
          </a:p>
        </p:txBody>
      </p:sp>
      <p:sp>
        <p:nvSpPr>
          <p:cNvPr id="25" name="标题 1"/>
          <p:cNvSpPr txBox="1"/>
          <p:nvPr/>
        </p:nvSpPr>
        <p:spPr>
          <a:xfrm>
            <a:off x="660400" y="2076592"/>
            <a:ext cx="3172790" cy="1512000"/>
          </a:xfrm>
          <a:prstGeom prst="rect">
            <a:avLst/>
          </a:prstGeom>
          <a:noFill/>
          <a:ln>
            <a:noFill/>
          </a:ln>
        </p:spPr>
        <p:txBody>
          <a:bodyPr vert="horz" wrap="square" lIns="0" tIns="0" rIns="0" bIns="0" rtlCol="0" anchor="t"/>
          <a:lstStyle/>
          <a:p>
            <a:pPr algn="ctr"/>
            <a:r>
              <a:rPr kumimoji="1" lang="en-US" altLang="zh-CN" sz="1400">
                <a:ln w="12700">
                  <a:noFill/>
                </a:ln>
                <a:solidFill>
                  <a:srgbClr val="262626">
                    <a:alpha val="100000"/>
                  </a:srgbClr>
                </a:solidFill>
                <a:latin typeface="Poppins"/>
                <a:ea typeface="Poppins"/>
                <a:cs typeface="Poppins"/>
              </a:rPr>
              <a:t>Creación y eliminación de cuentas de usuario.</a:t>
            </a:r>
            <a:endParaRPr kumimoji="1" lang="zh-CN" altLang="en-US"/>
          </a:p>
        </p:txBody>
      </p:sp>
      <p:sp>
        <p:nvSpPr>
          <p:cNvPr id="26" name="标题 1"/>
          <p:cNvSpPr txBox="1"/>
          <p:nvPr/>
        </p:nvSpPr>
        <p:spPr>
          <a:xfrm>
            <a:off x="660400" y="4580459"/>
            <a:ext cx="3172790" cy="1512000"/>
          </a:xfrm>
          <a:prstGeom prst="rect">
            <a:avLst/>
          </a:prstGeom>
          <a:noFill/>
          <a:ln>
            <a:noFill/>
          </a:ln>
        </p:spPr>
        <p:txBody>
          <a:bodyPr vert="horz" wrap="square" lIns="0" tIns="0" rIns="0" bIns="0" rtlCol="0" anchor="t"/>
          <a:lstStyle/>
          <a:p>
            <a:pPr algn="ctr"/>
            <a:r>
              <a:rPr kumimoji="1" lang="en-US" altLang="zh-CN" sz="1400">
                <a:ln w="12700">
                  <a:noFill/>
                </a:ln>
                <a:solidFill>
                  <a:srgbClr val="262626">
                    <a:alpha val="100000"/>
                  </a:srgbClr>
                </a:solidFill>
                <a:latin typeface="Poppins"/>
                <a:ea typeface="Poppins"/>
                <a:cs typeface="Poppins"/>
              </a:rPr>
              <a:t>Copias de seguridad (backups).</a:t>
            </a:r>
            <a:endParaRPr kumimoji="1" lang="zh-CN" altLang="en-US"/>
          </a:p>
        </p:txBody>
      </p:sp>
      <p:sp>
        <p:nvSpPr>
          <p:cNvPr id="27" name="标题 1"/>
          <p:cNvSpPr txBox="1"/>
          <p:nvPr/>
        </p:nvSpPr>
        <p:spPr>
          <a:xfrm>
            <a:off x="4503255" y="2076592"/>
            <a:ext cx="3172790" cy="1512000"/>
          </a:xfrm>
          <a:prstGeom prst="rect">
            <a:avLst/>
          </a:prstGeom>
          <a:noFill/>
          <a:ln>
            <a:noFill/>
          </a:ln>
        </p:spPr>
        <p:txBody>
          <a:bodyPr vert="horz" wrap="square" lIns="0" tIns="0" rIns="0" bIns="0" rtlCol="0" anchor="t"/>
          <a:lstStyle/>
          <a:p>
            <a:pPr algn="ctr"/>
            <a:r>
              <a:rPr kumimoji="1" lang="en-US" altLang="zh-CN" sz="1400">
                <a:ln w="12700">
                  <a:noFill/>
                </a:ln>
                <a:solidFill>
                  <a:srgbClr val="262626">
                    <a:alpha val="100000"/>
                  </a:srgbClr>
                </a:solidFill>
                <a:latin typeface="Poppins"/>
                <a:ea typeface="Poppins"/>
                <a:cs typeface="Poppins"/>
              </a:rPr>
              <a:t>Asignación de permisos.</a:t>
            </a:r>
            <a:endParaRPr kumimoji="1" lang="zh-CN" altLang="en-US"/>
          </a:p>
        </p:txBody>
      </p:sp>
      <p:sp>
        <p:nvSpPr>
          <p:cNvPr id="28" name="标题 1"/>
          <p:cNvSpPr txBox="1"/>
          <p:nvPr/>
        </p:nvSpPr>
        <p:spPr>
          <a:xfrm>
            <a:off x="4503255" y="4580459"/>
            <a:ext cx="3172790" cy="1512000"/>
          </a:xfrm>
          <a:prstGeom prst="rect">
            <a:avLst/>
          </a:prstGeom>
          <a:noFill/>
          <a:ln>
            <a:noFill/>
          </a:ln>
        </p:spPr>
        <p:txBody>
          <a:bodyPr vert="horz" wrap="square" lIns="0" tIns="0" rIns="0" bIns="0" rtlCol="0" anchor="t"/>
          <a:lstStyle/>
          <a:p>
            <a:pPr algn="ctr"/>
            <a:r>
              <a:rPr kumimoji="1" lang="en-US" altLang="zh-CN" sz="1400">
                <a:ln w="12700">
                  <a:noFill/>
                </a:ln>
                <a:solidFill>
                  <a:srgbClr val="262626">
                    <a:alpha val="100000"/>
                  </a:srgbClr>
                </a:solidFill>
                <a:latin typeface="Poppins"/>
                <a:ea typeface="Poppins"/>
                <a:cs typeface="Poppins"/>
              </a:rPr>
              <a:t>Limpieza de archivos temporales o logs antiguos.</a:t>
            </a:r>
            <a:endParaRPr kumimoji="1" lang="zh-CN" altLang="en-US"/>
          </a:p>
        </p:txBody>
      </p:sp>
      <p:sp>
        <p:nvSpPr>
          <p:cNvPr id="29" name="标题 1"/>
          <p:cNvSpPr txBox="1"/>
          <p:nvPr/>
        </p:nvSpPr>
        <p:spPr>
          <a:xfrm>
            <a:off x="8346110" y="2076592"/>
            <a:ext cx="3172790" cy="1512000"/>
          </a:xfrm>
          <a:prstGeom prst="rect">
            <a:avLst/>
          </a:prstGeom>
          <a:noFill/>
          <a:ln>
            <a:noFill/>
          </a:ln>
        </p:spPr>
        <p:txBody>
          <a:bodyPr vert="horz" wrap="square" lIns="0" tIns="0" rIns="0" bIns="0" rtlCol="0" anchor="t"/>
          <a:lstStyle/>
          <a:p>
            <a:pPr algn="ctr"/>
            <a:r>
              <a:rPr kumimoji="1" lang="en-US" altLang="zh-CN" sz="1400" dirty="0">
                <a:ln w="12700">
                  <a:noFill/>
                </a:ln>
                <a:solidFill>
                  <a:srgbClr val="262626">
                    <a:alpha val="100000"/>
                  </a:srgbClr>
                </a:solidFill>
                <a:latin typeface="Poppins"/>
                <a:ea typeface="Poppins"/>
                <a:cs typeface="Poppins"/>
              </a:rPr>
              <a:t>Generación de </a:t>
            </a:r>
            <a:r>
              <a:rPr kumimoji="1" lang="en-US" altLang="zh-CN" sz="1400" dirty="0" err="1">
                <a:ln w="12700">
                  <a:noFill/>
                </a:ln>
                <a:solidFill>
                  <a:srgbClr val="262626">
                    <a:alpha val="100000"/>
                  </a:srgbClr>
                </a:solidFill>
                <a:latin typeface="Poppins"/>
                <a:ea typeface="Poppins"/>
                <a:cs typeface="Poppins"/>
              </a:rPr>
              <a:t>reportes</a:t>
            </a:r>
            <a:r>
              <a:rPr kumimoji="1" lang="en-US" altLang="zh-CN" sz="1400" dirty="0">
                <a:ln w="12700">
                  <a:noFill/>
                </a:ln>
                <a:solidFill>
                  <a:srgbClr val="262626">
                    <a:alpha val="100000"/>
                  </a:srgbClr>
                </a:solidFill>
                <a:latin typeface="Poppins"/>
                <a:ea typeface="Poppins"/>
                <a:cs typeface="Poppins"/>
              </a:rPr>
              <a:t> (</a:t>
            </a:r>
            <a:r>
              <a:rPr kumimoji="1" lang="en-US" altLang="zh-CN" sz="1400" dirty="0" err="1">
                <a:ln w="12700">
                  <a:noFill/>
                </a:ln>
                <a:solidFill>
                  <a:srgbClr val="262626">
                    <a:alpha val="100000"/>
                  </a:srgbClr>
                </a:solidFill>
                <a:latin typeface="Poppins"/>
                <a:ea typeface="Poppins"/>
                <a:cs typeface="Poppins"/>
              </a:rPr>
              <a:t>ej</a:t>
            </a:r>
            <a:r>
              <a:rPr kumimoji="1" lang="en-US" altLang="zh-CN" sz="1400" dirty="0">
                <a:ln w="12700">
                  <a:noFill/>
                </a:ln>
                <a:solidFill>
                  <a:srgbClr val="262626">
                    <a:alpha val="100000"/>
                  </a:srgbClr>
                </a:solidFill>
                <a:latin typeface="Poppins"/>
                <a:ea typeface="Poppins"/>
                <a:cs typeface="Poppins"/>
              </a:rPr>
              <a:t>. logs de </a:t>
            </a:r>
            <a:r>
              <a:rPr kumimoji="1" lang="en-US" altLang="zh-CN" sz="1400" dirty="0" err="1">
                <a:ln w="12700">
                  <a:noFill/>
                </a:ln>
                <a:solidFill>
                  <a:srgbClr val="262626">
                    <a:alpha val="100000"/>
                  </a:srgbClr>
                </a:solidFill>
                <a:latin typeface="Poppins"/>
                <a:ea typeface="Poppins"/>
                <a:cs typeface="Poppins"/>
              </a:rPr>
              <a:t>acceso</a:t>
            </a:r>
            <a:r>
              <a:rPr kumimoji="1" lang="en-US" altLang="zh-CN" sz="1400" dirty="0">
                <a:ln w="12700">
                  <a:noFill/>
                </a:ln>
                <a:solidFill>
                  <a:srgbClr val="262626">
                    <a:alpha val="100000"/>
                  </a:srgbClr>
                </a:solidFill>
                <a:latin typeface="Poppins"/>
                <a:ea typeface="Poppins"/>
                <a:cs typeface="Poppins"/>
              </a:rPr>
              <a:t>, </a:t>
            </a:r>
            <a:r>
              <a:rPr kumimoji="1" lang="en-US" altLang="zh-CN" sz="1400" dirty="0" err="1">
                <a:ln w="12700">
                  <a:noFill/>
                </a:ln>
                <a:solidFill>
                  <a:srgbClr val="262626">
                    <a:alpha val="100000"/>
                  </a:srgbClr>
                </a:solidFill>
                <a:latin typeface="Poppins"/>
                <a:ea typeface="Poppins"/>
                <a:cs typeface="Poppins"/>
              </a:rPr>
              <a:t>uso</a:t>
            </a:r>
            <a:r>
              <a:rPr kumimoji="1" lang="en-US" altLang="zh-CN" sz="1400" dirty="0">
                <a:ln w="12700">
                  <a:noFill/>
                </a:ln>
                <a:solidFill>
                  <a:srgbClr val="262626">
                    <a:alpha val="100000"/>
                  </a:srgbClr>
                </a:solidFill>
                <a:latin typeface="Poppins"/>
                <a:ea typeface="Poppins"/>
                <a:cs typeface="Poppins"/>
              </a:rPr>
              <a:t> de </a:t>
            </a:r>
            <a:r>
              <a:rPr kumimoji="1" lang="en-US" altLang="zh-CN" sz="1400" dirty="0" err="1">
                <a:ln w="12700">
                  <a:noFill/>
                </a:ln>
                <a:solidFill>
                  <a:srgbClr val="262626">
                    <a:alpha val="100000"/>
                  </a:srgbClr>
                </a:solidFill>
                <a:latin typeface="Poppins"/>
                <a:ea typeface="Poppins"/>
                <a:cs typeface="Poppins"/>
              </a:rPr>
              <a:t>recursos</a:t>
            </a:r>
            <a:r>
              <a:rPr kumimoji="1" lang="en-US" altLang="zh-CN" sz="1400" dirty="0">
                <a:ln w="12700">
                  <a:noFill/>
                </a:ln>
                <a:solidFill>
                  <a:srgbClr val="262626">
                    <a:alpha val="100000"/>
                  </a:srgbClr>
                </a:solidFill>
                <a:latin typeface="Poppins"/>
                <a:ea typeface="Poppins"/>
                <a:cs typeface="Poppins"/>
              </a:rPr>
              <a:t>).</a:t>
            </a:r>
            <a:endParaRPr kumimoji="1" lang="zh-CN" altLang="en-US" dirty="0"/>
          </a:p>
        </p:txBody>
      </p:sp>
      <p:sp>
        <p:nvSpPr>
          <p:cNvPr id="30" name="标题 1"/>
          <p:cNvSpPr txBox="1"/>
          <p:nvPr/>
        </p:nvSpPr>
        <p:spPr>
          <a:xfrm>
            <a:off x="8346110" y="4580459"/>
            <a:ext cx="3172790" cy="1512000"/>
          </a:xfrm>
          <a:prstGeom prst="rect">
            <a:avLst/>
          </a:prstGeom>
          <a:noFill/>
          <a:ln>
            <a:noFill/>
          </a:ln>
        </p:spPr>
        <p:txBody>
          <a:bodyPr vert="horz" wrap="square" lIns="0" tIns="0" rIns="0" bIns="0" rtlCol="0" anchor="t"/>
          <a:lstStyle/>
          <a:p>
            <a:pPr algn="ctr"/>
            <a:r>
              <a:rPr kumimoji="1" lang="en-US" altLang="zh-CN" sz="1400">
                <a:ln w="12700">
                  <a:noFill/>
                </a:ln>
                <a:solidFill>
                  <a:srgbClr val="262626">
                    <a:alpha val="100000"/>
                  </a:srgbClr>
                </a:solidFill>
                <a:latin typeface="Poppins"/>
                <a:ea typeface="Poppins"/>
                <a:cs typeface="Poppins"/>
              </a:rPr>
              <a:t>Reinicio de servicios que se han detenido.</a:t>
            </a:r>
            <a:endParaRPr kumimoji="1" lang="zh-CN" altLang="en-US"/>
          </a:p>
        </p:txBody>
      </p:sp>
      <p:sp>
        <p:nvSpPr>
          <p:cNvPr id="31" name="标题 1"/>
          <p:cNvSpPr txBox="1"/>
          <p:nvPr/>
        </p:nvSpPr>
        <p:spPr>
          <a:xfrm>
            <a:off x="498273" y="37338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32" name="标题 1"/>
          <p:cNvSpPr txBox="1"/>
          <p:nvPr/>
        </p:nvSpPr>
        <p:spPr>
          <a:xfrm>
            <a:off x="660400"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¿Qué Tareas Repetitivas Automatizamos?</a:t>
            </a:r>
            <a:endParaRPr kumimoji="1" lang="zh-CN" altLang="en-US"/>
          </a:p>
        </p:txBody>
      </p:sp>
      <p:sp>
        <p:nvSpPr>
          <p:cNvPr id="33" name="标题 1"/>
          <p:cNvSpPr txBox="1"/>
          <p:nvPr/>
        </p:nvSpPr>
        <p:spPr>
          <a:xfrm rot="10800000">
            <a:off x="436515" y="301852"/>
            <a:ext cx="309616" cy="296154"/>
          </a:xfrm>
          <a:custGeom>
            <a:avLst/>
            <a:gdLst>
              <a:gd name="connsiteX0" fmla="*/ 0 w 522052"/>
              <a:gd name="connsiteY0" fmla="*/ 382622 h 499354"/>
              <a:gd name="connsiteX1" fmla="*/ 116732 w 522052"/>
              <a:gd name="connsiteY1" fmla="*/ 265890 h 499354"/>
              <a:gd name="connsiteX2" fmla="*/ 288588 w 522052"/>
              <a:gd name="connsiteY2" fmla="*/ 265890 h 499354"/>
              <a:gd name="connsiteX3" fmla="*/ 288588 w 522052"/>
              <a:gd name="connsiteY3" fmla="*/ 116732 h 499354"/>
              <a:gd name="connsiteX4" fmla="*/ 405320 w 522052"/>
              <a:gd name="connsiteY4" fmla="*/ 0 h 499354"/>
              <a:gd name="connsiteX5" fmla="*/ 522052 w 522052"/>
              <a:gd name="connsiteY5" fmla="*/ 116732 h 499354"/>
              <a:gd name="connsiteX6" fmla="*/ 522052 w 522052"/>
              <a:gd name="connsiteY6" fmla="*/ 382621 h 499354"/>
              <a:gd name="connsiteX7" fmla="*/ 405320 w 522052"/>
              <a:gd name="connsiteY7" fmla="*/ 499353 h 499354"/>
              <a:gd name="connsiteX8" fmla="*/ 393972 w 522052"/>
              <a:gd name="connsiteY8" fmla="*/ 497062 h 499354"/>
              <a:gd name="connsiteX9" fmla="*/ 382622 w 522052"/>
              <a:gd name="connsiteY9" fmla="*/ 499354 h 499354"/>
              <a:gd name="connsiteX10" fmla="*/ 116732 w 522052"/>
              <a:gd name="connsiteY10" fmla="*/ 499354 h 499354"/>
              <a:gd name="connsiteX11" fmla="*/ 0 w 522052"/>
              <a:gd name="connsiteY11" fmla="*/ 382622 h 499354"/>
            </a:gdLst>
            <a:ahLst/>
            <a:cxnLst/>
            <a:rect l="l" t="t" r="r" b="b"/>
            <a:pathLst>
              <a:path w="522052" h="499354">
                <a:moveTo>
                  <a:pt x="0" y="382622"/>
                </a:moveTo>
                <a:cubicBezTo>
                  <a:pt x="0" y="318153"/>
                  <a:pt x="52263" y="265890"/>
                  <a:pt x="116732" y="265890"/>
                </a:cubicBezTo>
                <a:lnTo>
                  <a:pt x="288588" y="265890"/>
                </a:lnTo>
                <a:lnTo>
                  <a:pt x="288588" y="116732"/>
                </a:lnTo>
                <a:cubicBezTo>
                  <a:pt x="288588" y="52263"/>
                  <a:pt x="340851" y="0"/>
                  <a:pt x="405320" y="0"/>
                </a:cubicBezTo>
                <a:cubicBezTo>
                  <a:pt x="469789" y="0"/>
                  <a:pt x="522052" y="52263"/>
                  <a:pt x="522052" y="116732"/>
                </a:cubicBezTo>
                <a:lnTo>
                  <a:pt x="522052" y="382621"/>
                </a:lnTo>
                <a:cubicBezTo>
                  <a:pt x="522052" y="447090"/>
                  <a:pt x="469789" y="499353"/>
                  <a:pt x="405320" y="499353"/>
                </a:cubicBezTo>
                <a:lnTo>
                  <a:pt x="393972" y="497062"/>
                </a:lnTo>
                <a:lnTo>
                  <a:pt x="382622" y="499354"/>
                </a:lnTo>
                <a:lnTo>
                  <a:pt x="116732" y="499354"/>
                </a:lnTo>
                <a:cubicBezTo>
                  <a:pt x="52263" y="499354"/>
                  <a:pt x="0" y="447091"/>
                  <a:pt x="0" y="382622"/>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35" name="Imagen 34">
            <a:extLst>
              <a:ext uri="{FF2B5EF4-FFF2-40B4-BE49-F238E27FC236}">
                <a16:creationId xmlns:a16="http://schemas.microsoft.com/office/drawing/2014/main" id="{37A83D80-4C74-6718-70AB-602E963B3B7F}"/>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标题 1"/>
          <p:cNvSpPr txBox="1"/>
          <p:nvPr/>
        </p:nvSpPr>
        <p:spPr>
          <a:xfrm>
            <a:off x="914399" y="1436641"/>
            <a:ext cx="180975" cy="390525"/>
          </a:xfrm>
          <a:prstGeom prst="chevron">
            <a:avLst/>
          </a:prstGeom>
          <a:solidFill>
            <a:schemeClr val="bg1">
              <a:lumMod val="85000"/>
            </a:schemeClr>
          </a:solidFill>
          <a:ln w="12700" cap="sq">
            <a:noFill/>
            <a:miter/>
          </a:ln>
          <a:effectLst>
            <a:outerShdw blurRad="762000" dist="254000" dir="5400000" algn="ctr" rotWithShape="0">
              <a:srgbClr val="000000">
                <a:alpha val="10000"/>
              </a:srgbClr>
            </a:outerShdw>
          </a:effectLst>
        </p:spPr>
        <p:txBody>
          <a:bodyPr vert="horz" wrap="square" lIns="0" tIns="0" rIns="0" bIns="0" rtlCol="0" anchor="ctr"/>
          <a:lstStyle/>
          <a:p>
            <a:pPr algn="ctr"/>
            <a:endParaRPr kumimoji="1" lang="zh-CN" altLang="en-US"/>
          </a:p>
        </p:txBody>
      </p:sp>
      <p:sp>
        <p:nvSpPr>
          <p:cNvPr id="8" name="标题 1"/>
          <p:cNvSpPr txBox="1"/>
          <p:nvPr/>
        </p:nvSpPr>
        <p:spPr>
          <a:xfrm>
            <a:off x="6383859" y="1436641"/>
            <a:ext cx="180975" cy="390525"/>
          </a:xfrm>
          <a:prstGeom prst="chevron">
            <a:avLst/>
          </a:prstGeom>
          <a:solidFill>
            <a:schemeClr val="accent1"/>
          </a:solidFill>
          <a:ln w="12700" cap="sq">
            <a:noFill/>
            <a:miter/>
          </a:ln>
          <a:effectLst>
            <a:outerShdw blurRad="762000" dist="254000" dir="5400000" algn="ctr" rotWithShape="0">
              <a:srgbClr val="000000">
                <a:alpha val="20000"/>
              </a:srgbClr>
            </a:outerShdw>
          </a:effectLst>
        </p:spPr>
        <p:txBody>
          <a:bodyPr vert="horz" wrap="square" lIns="0" tIns="0" rIns="0" bIns="0" rtlCol="0" anchor="t"/>
          <a:lstStyle/>
          <a:p>
            <a:pPr algn="ctr"/>
            <a:endParaRPr kumimoji="1" lang="zh-CN" altLang="en-US"/>
          </a:p>
        </p:txBody>
      </p:sp>
      <p:sp>
        <p:nvSpPr>
          <p:cNvPr id="9" name="标题 1"/>
          <p:cNvSpPr txBox="1"/>
          <p:nvPr/>
        </p:nvSpPr>
        <p:spPr>
          <a:xfrm>
            <a:off x="5088696" y="5035739"/>
            <a:ext cx="180975" cy="390525"/>
          </a:xfrm>
          <a:prstGeom prst="chevron">
            <a:avLst/>
          </a:prstGeom>
          <a:solidFill>
            <a:schemeClr val="bg1">
              <a:lumMod val="85000"/>
            </a:schemeClr>
          </a:solidFill>
          <a:ln w="12700" cap="sq">
            <a:noFill/>
            <a:miter/>
          </a:ln>
          <a:effectLst>
            <a:outerShdw blurRad="762000" dist="254000" dir="5400000" algn="ctr" rotWithShape="0">
              <a:srgbClr val="000000">
                <a:alpha val="10000"/>
              </a:srgbClr>
            </a:outerShdw>
          </a:effectLst>
        </p:spPr>
        <p:txBody>
          <a:bodyPr vert="horz" wrap="square" lIns="0" tIns="0" rIns="0" bIns="0" rtlCol="0" anchor="ctr"/>
          <a:lstStyle/>
          <a:p>
            <a:pPr algn="ctr"/>
            <a:endParaRPr kumimoji="1" lang="zh-CN" altLang="en-US" dirty="0"/>
          </a:p>
        </p:txBody>
      </p:sp>
      <p:sp>
        <p:nvSpPr>
          <p:cNvPr id="11" name="标题 1"/>
          <p:cNvSpPr txBox="1"/>
          <p:nvPr/>
        </p:nvSpPr>
        <p:spPr>
          <a:xfrm>
            <a:off x="2489776" y="3276969"/>
            <a:ext cx="596324" cy="620080"/>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rgbClr val="FFFFFF">
              <a:alpha val="100000"/>
            </a:srgbClr>
          </a:solidFill>
          <a:ln cap="sq">
            <a:noFill/>
          </a:ln>
        </p:spPr>
        <p:txBody>
          <a:bodyPr vert="horz" wrap="square" lIns="91440" tIns="45720" rIns="91440" bIns="45720" rtlCol="0" anchor="t"/>
          <a:lstStyle/>
          <a:p>
            <a:pPr algn="l"/>
            <a:endParaRPr kumimoji="1" lang="zh-CN" altLang="en-US"/>
          </a:p>
        </p:txBody>
      </p:sp>
      <p:sp>
        <p:nvSpPr>
          <p:cNvPr id="12" name="标题 1"/>
          <p:cNvSpPr txBox="1"/>
          <p:nvPr/>
        </p:nvSpPr>
        <p:spPr>
          <a:xfrm>
            <a:off x="1383232" y="1350371"/>
            <a:ext cx="5905500" cy="393700"/>
          </a:xfrm>
          <a:prstGeom prst="rect">
            <a:avLst/>
          </a:prstGeom>
          <a:noFill/>
          <a:ln cap="sq">
            <a:noFill/>
          </a:ln>
        </p:spPr>
        <p:txBody>
          <a:bodyPr vert="horz" wrap="square" lIns="0" tIns="0" rIns="0" bIns="0" rtlCol="0" anchor="b"/>
          <a:lstStyle/>
          <a:p>
            <a:pPr algn="l"/>
            <a:r>
              <a:rPr kumimoji="1" lang="en-US" altLang="zh-CN" sz="1600" dirty="0">
                <a:ln w="12700">
                  <a:noFill/>
                </a:ln>
                <a:solidFill>
                  <a:srgbClr val="4472C4">
                    <a:alpha val="100000"/>
                  </a:srgbClr>
                </a:solidFill>
                <a:latin typeface="poppins-bold"/>
                <a:ea typeface="poppins-bold"/>
                <a:cs typeface="poppins-bold"/>
              </a:rPr>
              <a:t>Bash (Bourne Again Shell)</a:t>
            </a:r>
            <a:endParaRPr kumimoji="1" lang="zh-CN" altLang="en-US" dirty="0"/>
          </a:p>
        </p:txBody>
      </p:sp>
      <p:sp>
        <p:nvSpPr>
          <p:cNvPr id="13" name="标题 1"/>
          <p:cNvSpPr txBox="1"/>
          <p:nvPr/>
        </p:nvSpPr>
        <p:spPr>
          <a:xfrm>
            <a:off x="1383232" y="1781654"/>
            <a:ext cx="4243936" cy="3122771"/>
          </a:xfrm>
          <a:prstGeom prst="rect">
            <a:avLst/>
          </a:prstGeom>
          <a:noFill/>
          <a:ln cap="sq">
            <a:noFill/>
          </a:ln>
        </p:spPr>
        <p:txBody>
          <a:bodyPr vert="horz" wrap="square" lIns="0" tIns="0" rIns="0" bIns="0" rtlCol="0" anchor="t"/>
          <a:lstStyle/>
          <a:p>
            <a:pPr algn="l"/>
            <a:r>
              <a:rPr kumimoji="1" lang="en-US" altLang="zh-CN" sz="1100" b="1" dirty="0" err="1">
                <a:ln w="12700">
                  <a:noFill/>
                </a:ln>
                <a:solidFill>
                  <a:srgbClr val="000000">
                    <a:alpha val="100000"/>
                  </a:srgbClr>
                </a:solidFill>
                <a:latin typeface="Poppins"/>
                <a:ea typeface="Poppins"/>
                <a:cs typeface="Poppins"/>
              </a:rPr>
              <a:t>Entorno</a:t>
            </a:r>
            <a:r>
              <a:rPr kumimoji="1" lang="en-US" altLang="zh-CN" sz="1100" dirty="0">
                <a:ln w="12700">
                  <a:noFill/>
                </a:ln>
                <a:solidFill>
                  <a:srgbClr val="000000">
                    <a:alpha val="100000"/>
                  </a:srgbClr>
                </a:solidFill>
                <a:latin typeface="Poppins"/>
                <a:ea typeface="Poppins"/>
                <a:cs typeface="Poppins"/>
              </a:rPr>
              <a:t>: </a:t>
            </a:r>
            <a:r>
              <a:rPr kumimoji="1" lang="en-US" altLang="zh-CN" sz="1100" dirty="0" err="1">
                <a:ln w="12700">
                  <a:noFill/>
                </a:ln>
                <a:solidFill>
                  <a:srgbClr val="000000">
                    <a:alpha val="100000"/>
                  </a:srgbClr>
                </a:solidFill>
                <a:latin typeface="Poppins"/>
                <a:ea typeface="Poppins"/>
                <a:cs typeface="Poppins"/>
              </a:rPr>
              <a:t>Estándar</a:t>
            </a:r>
            <a:r>
              <a:rPr kumimoji="1" lang="en-US" altLang="zh-CN" sz="1100" dirty="0">
                <a:ln w="12700">
                  <a:noFill/>
                </a:ln>
                <a:solidFill>
                  <a:srgbClr val="000000">
                    <a:alpha val="100000"/>
                  </a:srgbClr>
                </a:solidFill>
                <a:latin typeface="Poppins"/>
                <a:ea typeface="Poppins"/>
                <a:cs typeface="Poppins"/>
              </a:rPr>
              <a:t> </a:t>
            </a:r>
            <a:r>
              <a:rPr kumimoji="1" lang="en-US" altLang="zh-CN" sz="1100" dirty="0" err="1">
                <a:ln w="12700">
                  <a:noFill/>
                </a:ln>
                <a:solidFill>
                  <a:srgbClr val="000000">
                    <a:alpha val="100000"/>
                  </a:srgbClr>
                </a:solidFill>
                <a:latin typeface="Poppins"/>
                <a:ea typeface="Poppins"/>
                <a:cs typeface="Poppins"/>
              </a:rPr>
              <a:t>en</a:t>
            </a:r>
            <a:r>
              <a:rPr kumimoji="1" lang="en-US" altLang="zh-CN" sz="1100" dirty="0">
                <a:ln w="12700">
                  <a:noFill/>
                </a:ln>
                <a:solidFill>
                  <a:srgbClr val="000000">
                    <a:alpha val="100000"/>
                  </a:srgbClr>
                </a:solidFill>
                <a:latin typeface="Poppins"/>
                <a:ea typeface="Poppins"/>
                <a:cs typeface="Poppins"/>
              </a:rPr>
              <a:t> Linux/Unix/macOS</a:t>
            </a:r>
          </a:p>
          <a:p>
            <a:pPr algn="l"/>
            <a:r>
              <a:rPr kumimoji="1" lang="en-US" altLang="zh-CN" sz="1100" dirty="0">
                <a:ln w="12700">
                  <a:noFill/>
                </a:ln>
                <a:solidFill>
                  <a:srgbClr val="000000">
                    <a:alpha val="100000"/>
                  </a:srgbClr>
                </a:solidFill>
                <a:latin typeface="Poppins"/>
                <a:ea typeface="Poppins"/>
                <a:cs typeface="Poppins"/>
              </a:rPr>
              <a:t>
</a:t>
            </a:r>
            <a:r>
              <a:rPr kumimoji="1" lang="en-US" altLang="zh-CN" sz="1100" b="1" dirty="0">
                <a:ln w="12700">
                  <a:noFill/>
                </a:ln>
                <a:solidFill>
                  <a:srgbClr val="000000">
                    <a:alpha val="100000"/>
                  </a:srgbClr>
                </a:solidFill>
                <a:latin typeface="Poppins"/>
                <a:ea typeface="Poppins"/>
                <a:cs typeface="Poppins"/>
              </a:rPr>
              <a:t>Fortaleza: </a:t>
            </a:r>
            <a:r>
              <a:rPr kumimoji="1" lang="en-US" altLang="zh-CN" sz="1100" dirty="0" err="1">
                <a:ln w="12700">
                  <a:noFill/>
                </a:ln>
                <a:solidFill>
                  <a:srgbClr val="000000">
                    <a:alpha val="100000"/>
                  </a:srgbClr>
                </a:solidFill>
                <a:latin typeface="Poppins"/>
                <a:ea typeface="Poppins"/>
                <a:cs typeface="Poppins"/>
              </a:rPr>
              <a:t>Manipulación</a:t>
            </a:r>
            <a:r>
              <a:rPr kumimoji="1" lang="en-US" altLang="zh-CN" sz="1100" dirty="0">
                <a:ln w="12700">
                  <a:noFill/>
                </a:ln>
                <a:solidFill>
                  <a:srgbClr val="000000">
                    <a:alpha val="100000"/>
                  </a:srgbClr>
                </a:solidFill>
                <a:latin typeface="Poppins"/>
                <a:ea typeface="Poppins"/>
                <a:cs typeface="Poppins"/>
              </a:rPr>
              <a:t> de </a:t>
            </a:r>
            <a:r>
              <a:rPr kumimoji="1" lang="en-US" altLang="zh-CN" sz="1100" dirty="0" err="1">
                <a:ln w="12700">
                  <a:noFill/>
                </a:ln>
                <a:solidFill>
                  <a:srgbClr val="000000">
                    <a:alpha val="100000"/>
                  </a:srgbClr>
                </a:solidFill>
                <a:latin typeface="Poppins"/>
                <a:ea typeface="Poppins"/>
                <a:cs typeface="Poppins"/>
              </a:rPr>
              <a:t>archivos</a:t>
            </a:r>
            <a:r>
              <a:rPr kumimoji="1" lang="en-US" altLang="zh-CN" sz="1100" dirty="0">
                <a:ln w="12700">
                  <a:noFill/>
                </a:ln>
                <a:solidFill>
                  <a:srgbClr val="000000">
                    <a:alpha val="100000"/>
                  </a:srgbClr>
                </a:solidFill>
                <a:latin typeface="Poppins"/>
                <a:ea typeface="Poppins"/>
                <a:cs typeface="Poppins"/>
              </a:rPr>
              <a:t>, </a:t>
            </a:r>
            <a:r>
              <a:rPr kumimoji="1" lang="en-US" altLang="zh-CN" sz="1100" dirty="0" err="1">
                <a:ln w="12700">
                  <a:noFill/>
                </a:ln>
                <a:solidFill>
                  <a:srgbClr val="000000">
                    <a:alpha val="100000"/>
                  </a:srgbClr>
                </a:solidFill>
                <a:latin typeface="Poppins"/>
                <a:ea typeface="Poppins"/>
                <a:cs typeface="Poppins"/>
              </a:rPr>
              <a:t>ejecución</a:t>
            </a:r>
            <a:r>
              <a:rPr kumimoji="1" lang="en-US" altLang="zh-CN" sz="1100" dirty="0">
                <a:ln w="12700">
                  <a:noFill/>
                </a:ln>
                <a:solidFill>
                  <a:srgbClr val="000000">
                    <a:alpha val="100000"/>
                  </a:srgbClr>
                </a:solidFill>
                <a:latin typeface="Poppins"/>
                <a:ea typeface="Poppins"/>
                <a:cs typeface="Poppins"/>
              </a:rPr>
              <a:t> de </a:t>
            </a:r>
            <a:r>
              <a:rPr kumimoji="1" lang="en-US" altLang="zh-CN" sz="1100" dirty="0" err="1">
                <a:ln w="12700">
                  <a:noFill/>
                </a:ln>
                <a:solidFill>
                  <a:srgbClr val="000000">
                    <a:alpha val="100000"/>
                  </a:srgbClr>
                </a:solidFill>
                <a:latin typeface="Poppins"/>
                <a:ea typeface="Poppins"/>
                <a:cs typeface="Poppins"/>
              </a:rPr>
              <a:t>comandos</a:t>
            </a:r>
            <a:r>
              <a:rPr kumimoji="1" lang="en-US" altLang="zh-CN" sz="1100" dirty="0">
                <a:ln w="12700">
                  <a:noFill/>
                </a:ln>
                <a:solidFill>
                  <a:srgbClr val="000000">
                    <a:alpha val="100000"/>
                  </a:srgbClr>
                </a:solidFill>
                <a:latin typeface="Poppins"/>
                <a:ea typeface="Poppins"/>
                <a:cs typeface="Poppins"/>
              </a:rPr>
              <a:t> del </a:t>
            </a:r>
            <a:r>
              <a:rPr kumimoji="1" lang="en-US" altLang="zh-CN" sz="1100" dirty="0" err="1">
                <a:ln w="12700">
                  <a:noFill/>
                </a:ln>
                <a:solidFill>
                  <a:srgbClr val="000000">
                    <a:alpha val="100000"/>
                  </a:srgbClr>
                </a:solidFill>
                <a:latin typeface="Poppins"/>
                <a:ea typeface="Poppins"/>
                <a:cs typeface="Poppins"/>
              </a:rPr>
              <a:t>sistema</a:t>
            </a:r>
            <a:r>
              <a:rPr kumimoji="1" lang="en-US" altLang="zh-CN" sz="1100" dirty="0">
                <a:ln w="12700">
                  <a:noFill/>
                </a:ln>
                <a:solidFill>
                  <a:srgbClr val="000000">
                    <a:alpha val="100000"/>
                  </a:srgbClr>
                </a:solidFill>
                <a:latin typeface="Poppins"/>
                <a:ea typeface="Poppins"/>
                <a:cs typeface="Poppins"/>
              </a:rPr>
              <a:t> y </a:t>
            </a:r>
            <a:r>
              <a:rPr kumimoji="1" lang="en-US" altLang="zh-CN" sz="1100" dirty="0" err="1">
                <a:ln w="12700">
                  <a:noFill/>
                </a:ln>
                <a:solidFill>
                  <a:srgbClr val="000000">
                    <a:alpha val="100000"/>
                  </a:srgbClr>
                </a:solidFill>
                <a:latin typeface="Poppins"/>
                <a:ea typeface="Poppins"/>
                <a:cs typeface="Poppins"/>
              </a:rPr>
              <a:t>uso</a:t>
            </a:r>
            <a:r>
              <a:rPr kumimoji="1" lang="en-US" altLang="zh-CN" sz="1100" dirty="0">
                <a:ln w="12700">
                  <a:noFill/>
                </a:ln>
                <a:solidFill>
                  <a:srgbClr val="000000">
                    <a:alpha val="100000"/>
                  </a:srgbClr>
                </a:solidFill>
                <a:latin typeface="Poppins"/>
                <a:ea typeface="Poppins"/>
                <a:cs typeface="Poppins"/>
              </a:rPr>
              <a:t> de </a:t>
            </a:r>
            <a:r>
              <a:rPr kumimoji="1" lang="en-US" altLang="zh-CN" sz="1100" dirty="0" err="1">
                <a:ln w="12700">
                  <a:noFill/>
                </a:ln>
                <a:solidFill>
                  <a:srgbClr val="000000">
                    <a:alpha val="100000"/>
                  </a:srgbClr>
                </a:solidFill>
                <a:latin typeface="Poppins"/>
                <a:ea typeface="Poppins"/>
                <a:cs typeface="Poppins"/>
              </a:rPr>
              <a:t>utilidades</a:t>
            </a:r>
            <a:r>
              <a:rPr kumimoji="1" lang="en-US" altLang="zh-CN" sz="1100" dirty="0">
                <a:ln w="12700">
                  <a:noFill/>
                </a:ln>
                <a:solidFill>
                  <a:srgbClr val="000000">
                    <a:alpha val="100000"/>
                  </a:srgbClr>
                </a:solidFill>
                <a:latin typeface="Poppins"/>
                <a:ea typeface="Poppins"/>
                <a:cs typeface="Poppins"/>
              </a:rPr>
              <a:t>.</a:t>
            </a:r>
          </a:p>
          <a:p>
            <a:pPr algn="l"/>
            <a:r>
              <a:rPr kumimoji="1" lang="en-US" altLang="zh-CN" sz="1100" dirty="0">
                <a:ln w="12700">
                  <a:noFill/>
                </a:ln>
                <a:solidFill>
                  <a:srgbClr val="000000">
                    <a:alpha val="100000"/>
                  </a:srgbClr>
                </a:solidFill>
                <a:latin typeface="Poppins"/>
                <a:ea typeface="Poppins"/>
                <a:cs typeface="Poppins"/>
              </a:rPr>
              <a:t>
</a:t>
            </a:r>
            <a:r>
              <a:rPr kumimoji="1" lang="en-US" altLang="zh-CN" sz="1100" b="1" dirty="0" err="1">
                <a:ln w="12700">
                  <a:noFill/>
                </a:ln>
                <a:solidFill>
                  <a:srgbClr val="000000">
                    <a:alpha val="100000"/>
                  </a:srgbClr>
                </a:solidFill>
                <a:latin typeface="Poppins"/>
                <a:ea typeface="Poppins"/>
                <a:cs typeface="Poppins"/>
              </a:rPr>
              <a:t>Ejemplo</a:t>
            </a:r>
            <a:r>
              <a:rPr kumimoji="1" lang="en-US" altLang="zh-CN" sz="1100" b="1" dirty="0">
                <a:ln w="12700">
                  <a:noFill/>
                </a:ln>
                <a:solidFill>
                  <a:srgbClr val="000000">
                    <a:alpha val="100000"/>
                  </a:srgbClr>
                </a:solidFill>
                <a:latin typeface="Poppins"/>
                <a:ea typeface="Poppins"/>
                <a:cs typeface="Poppins"/>
              </a:rPr>
              <a:t> simple (Bash):</a:t>
            </a:r>
          </a:p>
          <a:p>
            <a:pPr algn="l"/>
            <a:r>
              <a:rPr kumimoji="1" lang="en-US" altLang="zh-CN" sz="1100" dirty="0">
                <a:ln w="12700">
                  <a:noFill/>
                </a:ln>
                <a:solidFill>
                  <a:srgbClr val="000000">
                    <a:alpha val="100000"/>
                  </a:srgbClr>
                </a:solidFill>
                <a:latin typeface="Poppins"/>
                <a:ea typeface="Poppins"/>
                <a:cs typeface="Poppins"/>
              </a:rPr>
              <a:t>Bash</a:t>
            </a:r>
          </a:p>
          <a:p>
            <a:r>
              <a:rPr kumimoji="1" lang="es-EC" sz="1100" dirty="0">
                <a:ln w="12700">
                  <a:noFill/>
                </a:ln>
                <a:solidFill>
                  <a:srgbClr val="000000">
                    <a:alpha val="100000"/>
                  </a:srgbClr>
                </a:solidFill>
                <a:latin typeface="Poppins"/>
                <a:cs typeface="Poppins"/>
              </a:rPr>
              <a:t>#!/bin/bash</a:t>
            </a:r>
          </a:p>
          <a:p>
            <a:r>
              <a:rPr kumimoji="1" lang="es-EC" sz="1100" dirty="0">
                <a:ln w="12700">
                  <a:noFill/>
                </a:ln>
                <a:solidFill>
                  <a:srgbClr val="000000">
                    <a:alpha val="100000"/>
                  </a:srgbClr>
                </a:solidFill>
                <a:latin typeface="Poppins"/>
                <a:cs typeface="Poppins"/>
              </a:rPr>
              <a:t># Script simple para buscar servicios 'caídos' y reiniciarlos</a:t>
            </a:r>
          </a:p>
          <a:p>
            <a:r>
              <a:rPr kumimoji="1" lang="en-US" altLang="zh-CN" sz="1100" dirty="0">
                <a:ln w="12700">
                  <a:noFill/>
                </a:ln>
                <a:solidFill>
                  <a:srgbClr val="000000">
                    <a:alpha val="100000"/>
                  </a:srgbClr>
                </a:solidFill>
                <a:latin typeface="Poppins"/>
                <a:ea typeface="Poppins"/>
                <a:cs typeface="Poppins"/>
              </a:rPr>
              <a:t>
SERVICE_NAME="apache2“</a:t>
            </a:r>
          </a:p>
          <a:p>
            <a:r>
              <a:rPr kumimoji="1" lang="en-US" altLang="zh-CN" sz="1100" dirty="0">
                <a:ln w="12700">
                  <a:noFill/>
                </a:ln>
                <a:solidFill>
                  <a:srgbClr val="000000">
                    <a:alpha val="100000"/>
                  </a:srgbClr>
                </a:solidFill>
                <a:latin typeface="Poppins"/>
                <a:ea typeface="Poppins"/>
                <a:cs typeface="Poppins"/>
              </a:rPr>
              <a:t>
if ! </a:t>
            </a:r>
            <a:r>
              <a:rPr kumimoji="1" lang="en-US" altLang="zh-CN" sz="1100" dirty="0" err="1">
                <a:ln w="12700">
                  <a:noFill/>
                </a:ln>
                <a:solidFill>
                  <a:srgbClr val="000000">
                    <a:alpha val="100000"/>
                  </a:srgbClr>
                </a:solidFill>
                <a:latin typeface="Poppins"/>
                <a:ea typeface="Poppins"/>
                <a:cs typeface="Poppins"/>
              </a:rPr>
              <a:t>systemctl</a:t>
            </a:r>
            <a:r>
              <a:rPr kumimoji="1" lang="en-US" altLang="zh-CN" sz="1100" dirty="0">
                <a:ln w="12700">
                  <a:noFill/>
                </a:ln>
                <a:solidFill>
                  <a:srgbClr val="000000">
                    <a:alpha val="100000"/>
                  </a:srgbClr>
                </a:solidFill>
                <a:latin typeface="Poppins"/>
                <a:ea typeface="Poppins"/>
                <a:cs typeface="Poppins"/>
              </a:rPr>
              <a:t> is- active - -quiet $SERVICE_NAME; then
echo "Servicio $SERVICE_NAME </a:t>
            </a:r>
            <a:r>
              <a:rPr kumimoji="1" lang="en-US" altLang="zh-CN" sz="1100" dirty="0" err="1">
                <a:ln w="12700">
                  <a:noFill/>
                </a:ln>
                <a:solidFill>
                  <a:srgbClr val="000000">
                    <a:alpha val="100000"/>
                  </a:srgbClr>
                </a:solidFill>
                <a:latin typeface="Poppins"/>
                <a:ea typeface="Poppins"/>
                <a:cs typeface="Poppins"/>
              </a:rPr>
              <a:t>está</a:t>
            </a:r>
            <a:r>
              <a:rPr kumimoji="1" lang="en-US" altLang="zh-CN" sz="1100" dirty="0">
                <a:ln w="12700">
                  <a:noFill/>
                </a:ln>
                <a:solidFill>
                  <a:srgbClr val="000000">
                    <a:alpha val="100000"/>
                  </a:srgbClr>
                </a:solidFill>
                <a:latin typeface="Poppins"/>
                <a:ea typeface="Poppins"/>
                <a:cs typeface="Poppins"/>
              </a:rPr>
              <a:t> </a:t>
            </a:r>
            <a:r>
              <a:rPr kumimoji="1" lang="en-US" altLang="zh-CN" sz="1100" dirty="0" err="1">
                <a:ln w="12700">
                  <a:noFill/>
                </a:ln>
                <a:solidFill>
                  <a:srgbClr val="000000">
                    <a:alpha val="100000"/>
                  </a:srgbClr>
                </a:solidFill>
                <a:latin typeface="Poppins"/>
                <a:ea typeface="Poppins"/>
                <a:cs typeface="Poppins"/>
              </a:rPr>
              <a:t>detenido</a:t>
            </a:r>
            <a:r>
              <a:rPr kumimoji="1" lang="en-US" altLang="zh-CN" sz="1100" dirty="0">
                <a:ln w="12700">
                  <a:noFill/>
                </a:ln>
                <a:solidFill>
                  <a:srgbClr val="000000">
                    <a:alpha val="100000"/>
                  </a:srgbClr>
                </a:solidFill>
                <a:latin typeface="Poppins"/>
                <a:ea typeface="Poppins"/>
                <a:cs typeface="Poppins"/>
              </a:rPr>
              <a:t>. </a:t>
            </a:r>
            <a:r>
              <a:rPr kumimoji="1" lang="en-US" altLang="zh-CN" sz="1100" dirty="0" err="1">
                <a:ln w="12700">
                  <a:noFill/>
                </a:ln>
                <a:solidFill>
                  <a:srgbClr val="000000">
                    <a:alpha val="100000"/>
                  </a:srgbClr>
                </a:solidFill>
                <a:latin typeface="Poppins"/>
                <a:ea typeface="Poppins"/>
                <a:cs typeface="Poppins"/>
              </a:rPr>
              <a:t>Reiniciando</a:t>
            </a:r>
            <a:r>
              <a:rPr kumimoji="1" lang="en-US" altLang="zh-CN" sz="1100" dirty="0">
                <a:ln w="12700">
                  <a:noFill/>
                </a:ln>
                <a:solidFill>
                  <a:srgbClr val="000000">
                    <a:alpha val="100000"/>
                  </a:srgbClr>
                </a:solidFill>
                <a:latin typeface="Poppins"/>
                <a:ea typeface="Poppins"/>
                <a:cs typeface="Poppins"/>
              </a:rPr>
              <a:t>..."
</a:t>
            </a:r>
            <a:r>
              <a:rPr kumimoji="1" lang="en-US" altLang="zh-CN" sz="1100" dirty="0" err="1">
                <a:ln w="12700">
                  <a:noFill/>
                </a:ln>
                <a:solidFill>
                  <a:srgbClr val="000000">
                    <a:alpha val="100000"/>
                  </a:srgbClr>
                </a:solidFill>
                <a:latin typeface="Poppins"/>
                <a:ea typeface="Poppins"/>
                <a:cs typeface="Poppins"/>
              </a:rPr>
              <a:t>systemctl</a:t>
            </a:r>
            <a:r>
              <a:rPr kumimoji="1" lang="en-US" altLang="zh-CN" sz="1100" dirty="0">
                <a:ln w="12700">
                  <a:noFill/>
                </a:ln>
                <a:solidFill>
                  <a:srgbClr val="000000">
                    <a:alpha val="100000"/>
                  </a:srgbClr>
                </a:solidFill>
                <a:latin typeface="Poppins"/>
                <a:ea typeface="Poppins"/>
                <a:cs typeface="Poppins"/>
              </a:rPr>
              <a:t> start $SERVICE_NAME</a:t>
            </a:r>
          </a:p>
          <a:p>
            <a:r>
              <a:rPr kumimoji="1" lang="en-US" altLang="zh-CN" sz="1100" dirty="0">
                <a:ln w="12700">
                  <a:noFill/>
                </a:ln>
                <a:solidFill>
                  <a:srgbClr val="000000">
                    <a:alpha val="100000"/>
                  </a:srgbClr>
                </a:solidFill>
                <a:latin typeface="Poppins"/>
                <a:ea typeface="Poppins"/>
                <a:cs typeface="Poppins"/>
              </a:rPr>
              <a:t>
#  </a:t>
            </a:r>
            <a:r>
              <a:rPr kumimoji="1" lang="en-US" altLang="zh-CN" sz="1100" dirty="0" err="1">
                <a:ln w="12700">
                  <a:noFill/>
                </a:ln>
                <a:solidFill>
                  <a:srgbClr val="000000">
                    <a:alpha val="100000"/>
                  </a:srgbClr>
                </a:solidFill>
                <a:latin typeface="Poppins"/>
                <a:ea typeface="Poppins"/>
                <a:cs typeface="Poppins"/>
              </a:rPr>
              <a:t>Aquí</a:t>
            </a:r>
            <a:r>
              <a:rPr kumimoji="1" lang="en-US" altLang="zh-CN" sz="1100" dirty="0">
                <a:ln w="12700">
                  <a:noFill/>
                </a:ln>
                <a:solidFill>
                  <a:srgbClr val="000000">
                    <a:alpha val="100000"/>
                  </a:srgbClr>
                </a:solidFill>
                <a:latin typeface="Poppins"/>
                <a:ea typeface="Poppins"/>
                <a:cs typeface="Poppins"/>
              </a:rPr>
              <a:t> se </a:t>
            </a:r>
            <a:r>
              <a:rPr kumimoji="1" lang="en-US" altLang="zh-CN" sz="1100" dirty="0" err="1">
                <a:ln w="12700">
                  <a:noFill/>
                </a:ln>
                <a:solidFill>
                  <a:srgbClr val="000000">
                    <a:alpha val="100000"/>
                  </a:srgbClr>
                </a:solidFill>
                <a:latin typeface="Poppins"/>
                <a:ea typeface="Poppins"/>
                <a:cs typeface="Poppins"/>
              </a:rPr>
              <a:t>podría</a:t>
            </a:r>
            <a:r>
              <a:rPr kumimoji="1" lang="en-US" altLang="zh-CN" sz="1100" dirty="0">
                <a:ln w="12700">
                  <a:noFill/>
                </a:ln>
                <a:solidFill>
                  <a:srgbClr val="000000">
                    <a:alpha val="100000"/>
                  </a:srgbClr>
                </a:solidFill>
                <a:latin typeface="Poppins"/>
                <a:ea typeface="Poppins"/>
                <a:cs typeface="Poppins"/>
              </a:rPr>
              <a:t> </a:t>
            </a:r>
            <a:r>
              <a:rPr kumimoji="1" lang="en-US" altLang="zh-CN" sz="1100" dirty="0" err="1">
                <a:ln w="12700">
                  <a:noFill/>
                </a:ln>
                <a:solidFill>
                  <a:srgbClr val="000000">
                    <a:alpha val="100000"/>
                  </a:srgbClr>
                </a:solidFill>
                <a:latin typeface="Poppins"/>
                <a:ea typeface="Poppins"/>
                <a:cs typeface="Poppins"/>
              </a:rPr>
              <a:t>agregar</a:t>
            </a:r>
            <a:r>
              <a:rPr kumimoji="1" lang="en-US" altLang="zh-CN" sz="1100" dirty="0">
                <a:ln w="12700">
                  <a:noFill/>
                </a:ln>
                <a:solidFill>
                  <a:srgbClr val="000000">
                    <a:alpha val="100000"/>
                  </a:srgbClr>
                </a:solidFill>
                <a:latin typeface="Poppins"/>
                <a:ea typeface="Poppins"/>
                <a:cs typeface="Poppins"/>
              </a:rPr>
              <a:t> un </a:t>
            </a:r>
            <a:r>
              <a:rPr kumimoji="1" lang="en-US" altLang="zh-CN" sz="1100" dirty="0" err="1">
                <a:ln w="12700">
                  <a:noFill/>
                </a:ln>
                <a:solidFill>
                  <a:srgbClr val="000000">
                    <a:alpha val="100000"/>
                  </a:srgbClr>
                </a:solidFill>
                <a:latin typeface="Poppins"/>
                <a:ea typeface="Poppins"/>
                <a:cs typeface="Poppins"/>
              </a:rPr>
              <a:t>envío</a:t>
            </a:r>
            <a:r>
              <a:rPr kumimoji="1" lang="en-US" altLang="zh-CN" sz="1100" dirty="0">
                <a:ln w="12700">
                  <a:noFill/>
                </a:ln>
                <a:solidFill>
                  <a:srgbClr val="000000">
                    <a:alpha val="100000"/>
                  </a:srgbClr>
                </a:solidFill>
                <a:latin typeface="Poppins"/>
                <a:ea typeface="Poppins"/>
                <a:cs typeface="Poppins"/>
              </a:rPr>
              <a:t> de </a:t>
            </a:r>
            <a:r>
              <a:rPr kumimoji="1" lang="en-US" altLang="zh-CN" sz="1100" dirty="0" err="1">
                <a:ln w="12700">
                  <a:noFill/>
                </a:ln>
                <a:solidFill>
                  <a:srgbClr val="000000">
                    <a:alpha val="100000"/>
                  </a:srgbClr>
                </a:solidFill>
                <a:latin typeface="Poppins"/>
                <a:ea typeface="Poppins"/>
                <a:cs typeface="Poppins"/>
              </a:rPr>
              <a:t>alerta</a:t>
            </a:r>
            <a:r>
              <a:rPr kumimoji="1" lang="en-US" altLang="zh-CN" sz="1100" dirty="0">
                <a:ln w="12700">
                  <a:noFill/>
                </a:ln>
                <a:solidFill>
                  <a:srgbClr val="000000">
                    <a:alpha val="100000"/>
                  </a:srgbClr>
                </a:solidFill>
                <a:latin typeface="Poppins"/>
                <a:ea typeface="Poppins"/>
                <a:cs typeface="Poppins"/>
              </a:rPr>
              <a:t>
fi</a:t>
            </a:r>
            <a:endParaRPr kumimoji="1" lang="zh-CN" altLang="en-US" sz="1100" dirty="0"/>
          </a:p>
        </p:txBody>
      </p:sp>
      <p:sp>
        <p:nvSpPr>
          <p:cNvPr id="14" name="标题 1"/>
          <p:cNvSpPr txBox="1"/>
          <p:nvPr/>
        </p:nvSpPr>
        <p:spPr>
          <a:xfrm>
            <a:off x="6685546" y="1371805"/>
            <a:ext cx="4339898" cy="393700"/>
          </a:xfrm>
          <a:prstGeom prst="rect">
            <a:avLst/>
          </a:prstGeom>
          <a:noFill/>
          <a:ln cap="sq">
            <a:noFill/>
          </a:ln>
        </p:spPr>
        <p:txBody>
          <a:bodyPr vert="horz" wrap="square" lIns="0" tIns="0" rIns="0" bIns="0" rtlCol="0" anchor="b"/>
          <a:lstStyle/>
          <a:p>
            <a:pPr algn="l"/>
            <a:r>
              <a:rPr kumimoji="1" lang="en-US" altLang="zh-CN" sz="1600" dirty="0">
                <a:ln w="12700">
                  <a:noFill/>
                </a:ln>
                <a:solidFill>
                  <a:srgbClr val="4472C4">
                    <a:alpha val="100000"/>
                  </a:srgbClr>
                </a:solidFill>
                <a:latin typeface="poppins-bold"/>
                <a:ea typeface="poppins-bold"/>
                <a:cs typeface="poppins-bold"/>
              </a:rPr>
              <a:t>PowerShell</a:t>
            </a:r>
            <a:endParaRPr kumimoji="1" lang="zh-CN" altLang="en-US" dirty="0"/>
          </a:p>
        </p:txBody>
      </p:sp>
      <p:sp>
        <p:nvSpPr>
          <p:cNvPr id="15" name="标题 1"/>
          <p:cNvSpPr txBox="1"/>
          <p:nvPr/>
        </p:nvSpPr>
        <p:spPr>
          <a:xfrm>
            <a:off x="6638178" y="1876346"/>
            <a:ext cx="4068878" cy="2933385"/>
          </a:xfrm>
          <a:prstGeom prst="rect">
            <a:avLst/>
          </a:prstGeom>
          <a:noFill/>
          <a:ln cap="sq">
            <a:noFill/>
          </a:ln>
        </p:spPr>
        <p:txBody>
          <a:bodyPr vert="horz" wrap="square" lIns="0" tIns="0" rIns="0" bIns="0" rtlCol="0" anchor="t"/>
          <a:lstStyle/>
          <a:p>
            <a:r>
              <a:rPr kumimoji="1" lang="en-US" altLang="zh-CN" sz="1100" b="1" dirty="0" err="1">
                <a:ln w="12700">
                  <a:noFill/>
                </a:ln>
                <a:solidFill>
                  <a:srgbClr val="000000">
                    <a:alpha val="100000"/>
                  </a:srgbClr>
                </a:solidFill>
                <a:latin typeface="Poppins"/>
                <a:cs typeface="Poppins"/>
              </a:rPr>
              <a:t>Entorno</a:t>
            </a:r>
            <a:r>
              <a:rPr kumimoji="1" lang="en-US" altLang="zh-CN" sz="1100" b="1" dirty="0">
                <a:ln w="12700">
                  <a:noFill/>
                </a:ln>
                <a:solidFill>
                  <a:srgbClr val="000000">
                    <a:alpha val="100000"/>
                  </a:srgbClr>
                </a:solidFill>
                <a:latin typeface="Poppins"/>
                <a:cs typeface="Poppins"/>
              </a:rPr>
              <a:t>: </a:t>
            </a:r>
            <a:r>
              <a:rPr kumimoji="1" lang="en-US" altLang="zh-CN" sz="1100" dirty="0" err="1">
                <a:ln w="12700">
                  <a:noFill/>
                </a:ln>
                <a:solidFill>
                  <a:srgbClr val="000000">
                    <a:alpha val="100000"/>
                  </a:srgbClr>
                </a:solidFill>
                <a:latin typeface="Poppins"/>
                <a:cs typeface="Poppins"/>
              </a:rPr>
              <a:t>Estándar</a:t>
            </a:r>
            <a:r>
              <a:rPr kumimoji="1" lang="en-US" altLang="zh-CN" sz="1100" dirty="0">
                <a:ln w="12700">
                  <a:noFill/>
                </a:ln>
                <a:solidFill>
                  <a:srgbClr val="000000">
                    <a:alpha val="100000"/>
                  </a:srgbClr>
                </a:solidFill>
                <a:latin typeface="Poppins"/>
                <a:cs typeface="Poppins"/>
              </a:rPr>
              <a:t> </a:t>
            </a:r>
            <a:r>
              <a:rPr kumimoji="1" lang="en-US" altLang="zh-CN" sz="1100" dirty="0" err="1">
                <a:ln w="12700">
                  <a:noFill/>
                </a:ln>
                <a:solidFill>
                  <a:srgbClr val="000000">
                    <a:alpha val="100000"/>
                  </a:srgbClr>
                </a:solidFill>
                <a:latin typeface="Poppins"/>
                <a:cs typeface="Poppins"/>
              </a:rPr>
              <a:t>moderno</a:t>
            </a:r>
            <a:r>
              <a:rPr kumimoji="1" lang="en-US" altLang="zh-CN" sz="1100" dirty="0">
                <a:ln w="12700">
                  <a:noFill/>
                </a:ln>
                <a:solidFill>
                  <a:srgbClr val="000000">
                    <a:alpha val="100000"/>
                  </a:srgbClr>
                </a:solidFill>
                <a:latin typeface="Poppins"/>
                <a:cs typeface="Poppins"/>
              </a:rPr>
              <a:t> </a:t>
            </a:r>
            <a:r>
              <a:rPr kumimoji="1" lang="en-US" altLang="zh-CN" sz="1100" dirty="0" err="1">
                <a:ln w="12700">
                  <a:noFill/>
                </a:ln>
                <a:solidFill>
                  <a:srgbClr val="000000">
                    <a:alpha val="100000"/>
                  </a:srgbClr>
                </a:solidFill>
                <a:latin typeface="Poppins"/>
                <a:cs typeface="Poppins"/>
              </a:rPr>
              <a:t>en</a:t>
            </a:r>
            <a:r>
              <a:rPr kumimoji="1" lang="en-US" altLang="zh-CN" sz="1100" dirty="0">
                <a:ln w="12700">
                  <a:noFill/>
                </a:ln>
                <a:solidFill>
                  <a:srgbClr val="000000">
                    <a:alpha val="100000"/>
                  </a:srgbClr>
                </a:solidFill>
                <a:latin typeface="Poppins"/>
                <a:cs typeface="Poppins"/>
              </a:rPr>
              <a:t> Windows Server (y </a:t>
            </a:r>
            <a:r>
              <a:rPr kumimoji="1" lang="en-US" altLang="zh-CN" sz="1100" dirty="0" err="1">
                <a:ln w="12700">
                  <a:noFill/>
                </a:ln>
                <a:solidFill>
                  <a:srgbClr val="000000">
                    <a:alpha val="100000"/>
                  </a:srgbClr>
                </a:solidFill>
                <a:latin typeface="Poppins"/>
                <a:cs typeface="Poppins"/>
              </a:rPr>
              <a:t>ahora</a:t>
            </a:r>
            <a:r>
              <a:rPr kumimoji="1" lang="en-US" altLang="zh-CN" sz="1100" dirty="0">
                <a:ln w="12700">
                  <a:noFill/>
                </a:ln>
                <a:solidFill>
                  <a:srgbClr val="000000">
                    <a:alpha val="100000"/>
                  </a:srgbClr>
                </a:solidFill>
                <a:latin typeface="Poppins"/>
                <a:cs typeface="Poppins"/>
              </a:rPr>
              <a:t> </a:t>
            </a:r>
            <a:r>
              <a:rPr kumimoji="1" lang="en-US" altLang="zh-CN" sz="1100" dirty="0" err="1">
                <a:ln w="12700">
                  <a:noFill/>
                </a:ln>
                <a:solidFill>
                  <a:srgbClr val="000000">
                    <a:alpha val="100000"/>
                  </a:srgbClr>
                </a:solidFill>
                <a:latin typeface="Poppins"/>
                <a:cs typeface="Poppins"/>
              </a:rPr>
              <a:t>multiplataforma</a:t>
            </a:r>
            <a:r>
              <a:rPr kumimoji="1" lang="en-US" altLang="zh-CN" sz="1100" dirty="0">
                <a:ln w="12700">
                  <a:noFill/>
                </a:ln>
                <a:solidFill>
                  <a:srgbClr val="000000">
                    <a:alpha val="100000"/>
                  </a:srgbClr>
                </a:solidFill>
                <a:latin typeface="Poppins"/>
                <a:cs typeface="Poppins"/>
              </a:rPr>
              <a:t>).</a:t>
            </a:r>
          </a:p>
          <a:p>
            <a:r>
              <a:rPr kumimoji="1" lang="en-US" altLang="zh-CN" sz="1100" dirty="0">
                <a:ln w="12700">
                  <a:noFill/>
                </a:ln>
                <a:solidFill>
                  <a:srgbClr val="000000">
                    <a:alpha val="100000"/>
                  </a:srgbClr>
                </a:solidFill>
                <a:latin typeface="Poppins"/>
                <a:cs typeface="Poppins"/>
              </a:rPr>
              <a:t>
</a:t>
            </a:r>
            <a:r>
              <a:rPr kumimoji="1" lang="en-US" altLang="zh-CN" sz="1100" b="1" dirty="0">
                <a:ln w="12700">
                  <a:noFill/>
                </a:ln>
                <a:solidFill>
                  <a:srgbClr val="000000">
                    <a:alpha val="100000"/>
                  </a:srgbClr>
                </a:solidFill>
                <a:latin typeface="Poppins"/>
                <a:cs typeface="Poppins"/>
              </a:rPr>
              <a:t>Fortaleza: </a:t>
            </a:r>
            <a:r>
              <a:rPr kumimoji="1" lang="en-US" altLang="zh-CN" sz="1100" dirty="0" err="1">
                <a:ln w="12700">
                  <a:noFill/>
                </a:ln>
                <a:solidFill>
                  <a:srgbClr val="000000">
                    <a:alpha val="100000"/>
                  </a:srgbClr>
                </a:solidFill>
                <a:latin typeface="Poppins"/>
                <a:cs typeface="Poppins"/>
              </a:rPr>
              <a:t>Basado</a:t>
            </a:r>
            <a:r>
              <a:rPr kumimoji="1" lang="en-US" altLang="zh-CN" sz="1100" dirty="0">
                <a:ln w="12700">
                  <a:noFill/>
                </a:ln>
                <a:solidFill>
                  <a:srgbClr val="000000">
                    <a:alpha val="100000"/>
                  </a:srgbClr>
                </a:solidFill>
                <a:latin typeface="Poppins"/>
                <a:cs typeface="Poppins"/>
              </a:rPr>
              <a:t> </a:t>
            </a:r>
            <a:r>
              <a:rPr kumimoji="1" lang="en-US" altLang="zh-CN" sz="1100" dirty="0" err="1">
                <a:ln w="12700">
                  <a:noFill/>
                </a:ln>
                <a:solidFill>
                  <a:srgbClr val="000000">
                    <a:alpha val="100000"/>
                  </a:srgbClr>
                </a:solidFill>
                <a:latin typeface="Poppins"/>
                <a:cs typeface="Poppins"/>
              </a:rPr>
              <a:t>en</a:t>
            </a:r>
            <a:r>
              <a:rPr kumimoji="1" lang="en-US" altLang="zh-CN" sz="1100" dirty="0">
                <a:ln w="12700">
                  <a:noFill/>
                </a:ln>
                <a:solidFill>
                  <a:srgbClr val="000000">
                    <a:alpha val="100000"/>
                  </a:srgbClr>
                </a:solidFill>
                <a:latin typeface="Poppins"/>
                <a:cs typeface="Poppins"/>
              </a:rPr>
              <a:t> </a:t>
            </a:r>
            <a:r>
              <a:rPr kumimoji="1" lang="en-US" altLang="zh-CN" sz="1100" dirty="0" err="1">
                <a:ln w="12700">
                  <a:noFill/>
                </a:ln>
                <a:solidFill>
                  <a:srgbClr val="000000">
                    <a:alpha val="100000"/>
                  </a:srgbClr>
                </a:solidFill>
                <a:latin typeface="Poppins"/>
                <a:cs typeface="Poppins"/>
              </a:rPr>
              <a:t>objetos</a:t>
            </a:r>
            <a:r>
              <a:rPr kumimoji="1" lang="en-US" altLang="zh-CN" sz="1100" dirty="0">
                <a:ln w="12700">
                  <a:noFill/>
                </a:ln>
                <a:solidFill>
                  <a:srgbClr val="000000">
                    <a:alpha val="100000"/>
                  </a:srgbClr>
                </a:solidFill>
                <a:latin typeface="Poppins"/>
                <a:cs typeface="Poppins"/>
              </a:rPr>
              <a:t>, </a:t>
            </a:r>
            <a:r>
              <a:rPr kumimoji="1" lang="en-US" altLang="zh-CN" sz="1100" dirty="0" err="1">
                <a:ln w="12700">
                  <a:noFill/>
                </a:ln>
                <a:solidFill>
                  <a:srgbClr val="000000">
                    <a:alpha val="100000"/>
                  </a:srgbClr>
                </a:solidFill>
                <a:latin typeface="Poppins"/>
                <a:cs typeface="Poppins"/>
              </a:rPr>
              <a:t>potente</a:t>
            </a:r>
            <a:r>
              <a:rPr kumimoji="1" lang="en-US" altLang="zh-CN" sz="1100" dirty="0">
                <a:ln w="12700">
                  <a:noFill/>
                </a:ln>
                <a:solidFill>
                  <a:srgbClr val="000000">
                    <a:alpha val="100000"/>
                  </a:srgbClr>
                </a:solidFill>
                <a:latin typeface="Poppins"/>
                <a:cs typeface="Poppins"/>
              </a:rPr>
              <a:t> para </a:t>
            </a:r>
            <a:r>
              <a:rPr kumimoji="1" lang="en-US" altLang="zh-CN" sz="1100" dirty="0" err="1">
                <a:ln w="12700">
                  <a:noFill/>
                </a:ln>
                <a:solidFill>
                  <a:srgbClr val="000000">
                    <a:alpha val="100000"/>
                  </a:srgbClr>
                </a:solidFill>
                <a:latin typeface="Poppins"/>
                <a:cs typeface="Poppins"/>
              </a:rPr>
              <a:t>administrar</a:t>
            </a:r>
            <a:r>
              <a:rPr kumimoji="1" lang="en-US" altLang="zh-CN" sz="1100" dirty="0">
                <a:ln w="12700">
                  <a:noFill/>
                </a:ln>
                <a:solidFill>
                  <a:srgbClr val="000000">
                    <a:alpha val="100000"/>
                  </a:srgbClr>
                </a:solidFill>
                <a:latin typeface="Poppins"/>
                <a:cs typeface="Poppins"/>
              </a:rPr>
              <a:t> Microsoft.</a:t>
            </a:r>
          </a:p>
          <a:p>
            <a:r>
              <a:rPr kumimoji="1" lang="en-US" altLang="zh-CN" sz="1100" dirty="0">
                <a:ln w="12700">
                  <a:noFill/>
                </a:ln>
                <a:solidFill>
                  <a:srgbClr val="000000">
                    <a:alpha val="100000"/>
                  </a:srgbClr>
                </a:solidFill>
                <a:latin typeface="Poppins"/>
                <a:cs typeface="Poppins"/>
              </a:rPr>
              <a:t>
</a:t>
            </a:r>
            <a:r>
              <a:rPr kumimoji="1" lang="en-US" altLang="zh-CN" sz="1100" b="1" dirty="0" err="1">
                <a:ln w="12700">
                  <a:noFill/>
                </a:ln>
                <a:solidFill>
                  <a:srgbClr val="000000">
                    <a:alpha val="100000"/>
                  </a:srgbClr>
                </a:solidFill>
                <a:latin typeface="Poppins"/>
                <a:cs typeface="Poppins"/>
              </a:rPr>
              <a:t>Ejemplo</a:t>
            </a:r>
            <a:r>
              <a:rPr kumimoji="1" lang="en-US" altLang="zh-CN" sz="1100" b="1" dirty="0">
                <a:ln w="12700">
                  <a:noFill/>
                </a:ln>
                <a:solidFill>
                  <a:srgbClr val="000000">
                    <a:alpha val="100000"/>
                  </a:srgbClr>
                </a:solidFill>
                <a:latin typeface="Poppins"/>
                <a:cs typeface="Poppins"/>
              </a:rPr>
              <a:t> simple (PowerShell):</a:t>
            </a:r>
          </a:p>
          <a:p>
            <a:r>
              <a:rPr kumimoji="1" lang="es-EC" sz="1100" dirty="0">
                <a:ln w="12700">
                  <a:noFill/>
                </a:ln>
                <a:solidFill>
                  <a:srgbClr val="000000">
                    <a:alpha val="100000"/>
                  </a:srgbClr>
                </a:solidFill>
                <a:latin typeface="Poppins"/>
                <a:cs typeface="Poppins"/>
              </a:rPr>
              <a:t># Script para encontrar usuarios de Active </a:t>
            </a:r>
            <a:r>
              <a:rPr kumimoji="1" lang="es-EC" sz="1100" dirty="0" err="1">
                <a:ln w="12700">
                  <a:noFill/>
                </a:ln>
                <a:solidFill>
                  <a:srgbClr val="000000">
                    <a:alpha val="100000"/>
                  </a:srgbClr>
                </a:solidFill>
                <a:latin typeface="Poppins"/>
                <a:cs typeface="Poppins"/>
              </a:rPr>
              <a:t>Directory</a:t>
            </a:r>
            <a:r>
              <a:rPr kumimoji="1" lang="es-EC" sz="1100" dirty="0">
                <a:ln w="12700">
                  <a:noFill/>
                </a:ln>
                <a:solidFill>
                  <a:srgbClr val="000000">
                    <a:alpha val="100000"/>
                  </a:srgbClr>
                </a:solidFill>
                <a:latin typeface="Poppins"/>
                <a:cs typeface="Poppins"/>
              </a:rPr>
              <a:t> con contraseñas expiradas</a:t>
            </a:r>
          </a:p>
          <a:p>
            <a:r>
              <a:rPr kumimoji="1" lang="es-EC" sz="1100" dirty="0">
                <a:ln w="12700">
                  <a:noFill/>
                </a:ln>
                <a:solidFill>
                  <a:srgbClr val="000000">
                    <a:alpha val="100000"/>
                  </a:srgbClr>
                </a:solidFill>
                <a:latin typeface="Poppins"/>
                <a:cs typeface="Poppins"/>
              </a:rPr>
              <a:t> </a:t>
            </a:r>
          </a:p>
          <a:p>
            <a:r>
              <a:rPr kumimoji="1" lang="en-US" sz="1100" dirty="0">
                <a:ln w="12700">
                  <a:noFill/>
                </a:ln>
                <a:solidFill>
                  <a:srgbClr val="000000">
                    <a:alpha val="100000"/>
                  </a:srgbClr>
                </a:solidFill>
                <a:latin typeface="Poppins"/>
                <a:cs typeface="Poppins"/>
              </a:rPr>
              <a:t>Import-Module </a:t>
            </a:r>
            <a:r>
              <a:rPr kumimoji="1" lang="en-US" sz="1100" dirty="0" err="1">
                <a:ln w="12700">
                  <a:noFill/>
                </a:ln>
                <a:solidFill>
                  <a:srgbClr val="000000">
                    <a:alpha val="100000"/>
                  </a:srgbClr>
                </a:solidFill>
                <a:latin typeface="Poppins"/>
                <a:cs typeface="Poppins"/>
              </a:rPr>
              <a:t>ActiveDirectory</a:t>
            </a:r>
            <a:endParaRPr kumimoji="1" lang="es-EC" sz="1100" dirty="0">
              <a:ln w="12700">
                <a:noFill/>
              </a:ln>
              <a:solidFill>
                <a:srgbClr val="000000">
                  <a:alpha val="100000"/>
                </a:srgbClr>
              </a:solidFill>
              <a:latin typeface="Poppins"/>
              <a:cs typeface="Poppins"/>
            </a:endParaRPr>
          </a:p>
          <a:p>
            <a:r>
              <a:rPr kumimoji="1" lang="en-US" sz="1100" dirty="0">
                <a:ln w="12700">
                  <a:noFill/>
                </a:ln>
                <a:solidFill>
                  <a:srgbClr val="000000">
                    <a:alpha val="100000"/>
                  </a:srgbClr>
                </a:solidFill>
                <a:latin typeface="Poppins"/>
                <a:cs typeface="Poppins"/>
              </a:rPr>
              <a:t> </a:t>
            </a:r>
            <a:endParaRPr kumimoji="1" lang="es-EC" sz="1100" dirty="0">
              <a:ln w="12700">
                <a:noFill/>
              </a:ln>
              <a:solidFill>
                <a:srgbClr val="000000">
                  <a:alpha val="100000"/>
                </a:srgbClr>
              </a:solidFill>
              <a:latin typeface="Poppins"/>
              <a:cs typeface="Poppins"/>
            </a:endParaRPr>
          </a:p>
          <a:p>
            <a:r>
              <a:rPr kumimoji="1" lang="en-US" sz="1100" dirty="0">
                <a:ln w="12700">
                  <a:noFill/>
                </a:ln>
                <a:solidFill>
                  <a:srgbClr val="000000">
                    <a:alpha val="100000"/>
                  </a:srgbClr>
                </a:solidFill>
                <a:latin typeface="Poppins"/>
                <a:cs typeface="Poppins"/>
              </a:rPr>
              <a:t>Search-</a:t>
            </a:r>
            <a:r>
              <a:rPr kumimoji="1" lang="en-US" sz="1100" dirty="0" err="1">
                <a:ln w="12700">
                  <a:noFill/>
                </a:ln>
                <a:solidFill>
                  <a:srgbClr val="000000">
                    <a:alpha val="100000"/>
                  </a:srgbClr>
                </a:solidFill>
                <a:latin typeface="Poppins"/>
                <a:cs typeface="Poppins"/>
              </a:rPr>
              <a:t>ADAccount</a:t>
            </a:r>
            <a:r>
              <a:rPr kumimoji="1" lang="en-US" sz="1100" dirty="0">
                <a:ln w="12700">
                  <a:noFill/>
                </a:ln>
                <a:solidFill>
                  <a:srgbClr val="000000">
                    <a:alpha val="100000"/>
                  </a:srgbClr>
                </a:solidFill>
                <a:latin typeface="Poppins"/>
                <a:cs typeface="Poppins"/>
              </a:rPr>
              <a:t> -</a:t>
            </a:r>
            <a:r>
              <a:rPr kumimoji="1" lang="en-US" sz="1100" dirty="0" err="1">
                <a:ln w="12700">
                  <a:noFill/>
                </a:ln>
                <a:solidFill>
                  <a:srgbClr val="000000">
                    <a:alpha val="100000"/>
                  </a:srgbClr>
                </a:solidFill>
                <a:latin typeface="Poppins"/>
                <a:cs typeface="Poppins"/>
              </a:rPr>
              <a:t>PasswordExpired</a:t>
            </a:r>
            <a:r>
              <a:rPr kumimoji="1" lang="en-US" sz="1100" dirty="0">
                <a:ln w="12700">
                  <a:noFill/>
                </a:ln>
                <a:solidFill>
                  <a:srgbClr val="000000">
                    <a:alpha val="100000"/>
                  </a:srgbClr>
                </a:solidFill>
                <a:latin typeface="Poppins"/>
                <a:cs typeface="Poppins"/>
              </a:rPr>
              <a:t> -</a:t>
            </a:r>
            <a:r>
              <a:rPr kumimoji="1" lang="en-US" sz="1100" dirty="0" err="1">
                <a:ln w="12700">
                  <a:noFill/>
                </a:ln>
                <a:solidFill>
                  <a:srgbClr val="000000">
                    <a:alpha val="100000"/>
                  </a:srgbClr>
                </a:solidFill>
                <a:latin typeface="Poppins"/>
                <a:cs typeface="Poppins"/>
              </a:rPr>
              <a:t>UsersOnly</a:t>
            </a:r>
            <a:r>
              <a:rPr kumimoji="1" lang="en-US" sz="1100" dirty="0">
                <a:ln w="12700">
                  <a:noFill/>
                </a:ln>
                <a:solidFill>
                  <a:srgbClr val="000000">
                    <a:alpha val="100000"/>
                  </a:srgbClr>
                </a:solidFill>
                <a:latin typeface="Poppins"/>
                <a:cs typeface="Poppins"/>
              </a:rPr>
              <a:t> | </a:t>
            </a:r>
            <a:endParaRPr kumimoji="1" lang="es-EC" sz="1100" dirty="0">
              <a:ln w="12700">
                <a:noFill/>
              </a:ln>
              <a:solidFill>
                <a:srgbClr val="000000">
                  <a:alpha val="100000"/>
                </a:srgbClr>
              </a:solidFill>
              <a:latin typeface="Poppins"/>
              <a:cs typeface="Poppins"/>
            </a:endParaRPr>
          </a:p>
          <a:p>
            <a:r>
              <a:rPr kumimoji="1" lang="en-US" sz="1100" dirty="0">
                <a:ln w="12700">
                  <a:noFill/>
                </a:ln>
                <a:solidFill>
                  <a:srgbClr val="000000">
                    <a:alpha val="100000"/>
                  </a:srgbClr>
                </a:solidFill>
                <a:latin typeface="Poppins"/>
                <a:cs typeface="Poppins"/>
              </a:rPr>
              <a:t> Select-Object Name, </a:t>
            </a:r>
            <a:r>
              <a:rPr kumimoji="1" lang="en-US" sz="1100" dirty="0" err="1">
                <a:ln w="12700">
                  <a:noFill/>
                </a:ln>
                <a:solidFill>
                  <a:srgbClr val="000000">
                    <a:alpha val="100000"/>
                  </a:srgbClr>
                </a:solidFill>
                <a:latin typeface="Poppins"/>
                <a:cs typeface="Poppins"/>
              </a:rPr>
              <a:t>SamAccountName</a:t>
            </a:r>
            <a:r>
              <a:rPr kumimoji="1" lang="en-US" sz="1100" dirty="0">
                <a:ln w="12700">
                  <a:noFill/>
                </a:ln>
                <a:solidFill>
                  <a:srgbClr val="000000">
                    <a:alpha val="100000"/>
                  </a:srgbClr>
                </a:solidFill>
                <a:latin typeface="Poppins"/>
                <a:cs typeface="Poppins"/>
              </a:rPr>
              <a:t> | </a:t>
            </a:r>
          </a:p>
          <a:p>
            <a:endParaRPr kumimoji="1" lang="es-EC" sz="1100" dirty="0">
              <a:ln w="12700">
                <a:noFill/>
              </a:ln>
              <a:solidFill>
                <a:srgbClr val="000000">
                  <a:alpha val="100000"/>
                </a:srgbClr>
              </a:solidFill>
              <a:latin typeface="Poppins"/>
              <a:cs typeface="Poppins"/>
            </a:endParaRPr>
          </a:p>
          <a:p>
            <a:r>
              <a:rPr kumimoji="1" lang="en-US" sz="1100" dirty="0">
                <a:ln w="12700">
                  <a:noFill/>
                </a:ln>
                <a:solidFill>
                  <a:srgbClr val="000000">
                    <a:alpha val="100000"/>
                  </a:srgbClr>
                </a:solidFill>
                <a:latin typeface="Poppins"/>
                <a:cs typeface="Poppins"/>
              </a:rPr>
              <a:t> Export-Csv –Path "C:\Reportes\PasswordsExpirados.csv" -</a:t>
            </a:r>
            <a:r>
              <a:rPr kumimoji="1" lang="en-US" sz="1100" dirty="0" err="1">
                <a:ln w="12700">
                  <a:noFill/>
                </a:ln>
                <a:solidFill>
                  <a:srgbClr val="000000">
                    <a:alpha val="100000"/>
                  </a:srgbClr>
                </a:solidFill>
                <a:latin typeface="Poppins"/>
                <a:cs typeface="Poppins"/>
              </a:rPr>
              <a:t>NoTypeInformation</a:t>
            </a:r>
            <a:endParaRPr kumimoji="1" lang="es-EC" sz="1100" dirty="0">
              <a:ln w="12700">
                <a:noFill/>
              </a:ln>
              <a:solidFill>
                <a:srgbClr val="000000">
                  <a:alpha val="100000"/>
                </a:srgbClr>
              </a:solidFill>
              <a:latin typeface="Poppins"/>
              <a:cs typeface="Poppins"/>
            </a:endParaRPr>
          </a:p>
        </p:txBody>
      </p:sp>
      <p:sp>
        <p:nvSpPr>
          <p:cNvPr id="16" name="标题 1"/>
          <p:cNvSpPr txBox="1"/>
          <p:nvPr/>
        </p:nvSpPr>
        <p:spPr>
          <a:xfrm>
            <a:off x="5409882" y="4966079"/>
            <a:ext cx="5905500" cy="393700"/>
          </a:xfrm>
          <a:prstGeom prst="rect">
            <a:avLst/>
          </a:prstGeom>
          <a:noFill/>
          <a:ln cap="sq">
            <a:noFill/>
          </a:ln>
        </p:spPr>
        <p:txBody>
          <a:bodyPr vert="horz" wrap="square" lIns="0" tIns="0" rIns="0" bIns="0" rtlCol="0" anchor="b"/>
          <a:lstStyle/>
          <a:p>
            <a:pPr algn="l"/>
            <a:r>
              <a:rPr kumimoji="1" lang="en-US" altLang="zh-CN" sz="1600" dirty="0">
                <a:ln w="12700">
                  <a:noFill/>
                </a:ln>
                <a:solidFill>
                  <a:srgbClr val="4472C4">
                    <a:alpha val="100000"/>
                  </a:srgbClr>
                </a:solidFill>
                <a:latin typeface="poppins-bold"/>
                <a:ea typeface="poppins-bold"/>
                <a:cs typeface="poppins-bold"/>
              </a:rPr>
              <a:t>Python</a:t>
            </a:r>
            <a:endParaRPr kumimoji="1" lang="zh-CN" altLang="en-US" dirty="0"/>
          </a:p>
        </p:txBody>
      </p:sp>
      <p:sp>
        <p:nvSpPr>
          <p:cNvPr id="17" name="标题 1"/>
          <p:cNvSpPr txBox="1"/>
          <p:nvPr/>
        </p:nvSpPr>
        <p:spPr>
          <a:xfrm>
            <a:off x="3600176" y="5557578"/>
            <a:ext cx="4489509" cy="837637"/>
          </a:xfrm>
          <a:prstGeom prst="rect">
            <a:avLst/>
          </a:prstGeom>
          <a:noFill/>
          <a:ln cap="sq">
            <a:noFill/>
          </a:ln>
        </p:spPr>
        <p:txBody>
          <a:bodyPr vert="horz" wrap="square" lIns="0" tIns="0" rIns="0" bIns="0" rtlCol="0" anchor="t"/>
          <a:lstStyle/>
          <a:p>
            <a:pPr algn="ctr"/>
            <a:r>
              <a:rPr kumimoji="1" lang="en-US" altLang="zh-CN" sz="1162" b="1" dirty="0" err="1">
                <a:ln w="12700">
                  <a:noFill/>
                </a:ln>
                <a:solidFill>
                  <a:srgbClr val="000000">
                    <a:alpha val="100000"/>
                  </a:srgbClr>
                </a:solidFill>
                <a:latin typeface="Poppins"/>
                <a:ea typeface="Poppins"/>
                <a:cs typeface="Poppins"/>
              </a:rPr>
              <a:t>Entorno</a:t>
            </a:r>
            <a:r>
              <a:rPr kumimoji="1" lang="en-US" altLang="zh-CN" sz="1162" b="1" dirty="0">
                <a:ln w="12700">
                  <a:noFill/>
                </a:ln>
                <a:solidFill>
                  <a:srgbClr val="000000">
                    <a:alpha val="100000"/>
                  </a:srgbClr>
                </a:solidFill>
                <a:latin typeface="Poppins"/>
                <a:ea typeface="Poppins"/>
                <a:cs typeface="Poppins"/>
              </a:rPr>
              <a:t>: </a:t>
            </a:r>
            <a:r>
              <a:rPr kumimoji="1" lang="en-US" altLang="zh-CN" sz="1162" dirty="0">
                <a:ln w="12700">
                  <a:noFill/>
                </a:ln>
                <a:solidFill>
                  <a:srgbClr val="000000">
                    <a:alpha val="100000"/>
                  </a:srgbClr>
                </a:solidFill>
                <a:latin typeface="Poppins"/>
                <a:ea typeface="Poppins"/>
                <a:cs typeface="Poppins"/>
              </a:rPr>
              <a:t>Universal.</a:t>
            </a:r>
          </a:p>
          <a:p>
            <a:pPr algn="ctr"/>
            <a:r>
              <a:rPr kumimoji="1" lang="en-US" altLang="zh-CN" sz="1162" dirty="0">
                <a:ln w="12700">
                  <a:noFill/>
                </a:ln>
                <a:solidFill>
                  <a:srgbClr val="000000">
                    <a:alpha val="100000"/>
                  </a:srgbClr>
                </a:solidFill>
                <a:latin typeface="Poppins"/>
                <a:ea typeface="Poppins"/>
                <a:cs typeface="Poppins"/>
              </a:rPr>
              <a:t>
</a:t>
            </a:r>
            <a:r>
              <a:rPr kumimoji="1" lang="en-US" altLang="zh-CN" sz="1162" b="1" dirty="0">
                <a:ln w="12700">
                  <a:noFill/>
                </a:ln>
                <a:solidFill>
                  <a:srgbClr val="000000">
                    <a:alpha val="100000"/>
                  </a:srgbClr>
                </a:solidFill>
                <a:latin typeface="Poppins"/>
                <a:ea typeface="Poppins"/>
                <a:cs typeface="Poppins"/>
              </a:rPr>
              <a:t>Fortaleza: </a:t>
            </a:r>
            <a:r>
              <a:rPr kumimoji="1" lang="en-US" altLang="zh-CN" sz="1162" dirty="0" err="1">
                <a:ln w="12700">
                  <a:noFill/>
                </a:ln>
                <a:solidFill>
                  <a:srgbClr val="000000">
                    <a:alpha val="100000"/>
                  </a:srgbClr>
                </a:solidFill>
                <a:latin typeface="Poppins"/>
                <a:ea typeface="Poppins"/>
                <a:cs typeface="Poppins"/>
              </a:rPr>
              <a:t>Lógica</a:t>
            </a:r>
            <a:r>
              <a:rPr kumimoji="1" lang="en-US" altLang="zh-CN" sz="1162" dirty="0">
                <a:ln w="12700">
                  <a:noFill/>
                </a:ln>
                <a:solidFill>
                  <a:srgbClr val="000000">
                    <a:alpha val="100000"/>
                  </a:srgbClr>
                </a:solidFill>
                <a:latin typeface="Poppins"/>
                <a:ea typeface="Poppins"/>
                <a:cs typeface="Poppins"/>
              </a:rPr>
              <a:t> </a:t>
            </a:r>
            <a:r>
              <a:rPr kumimoji="1" lang="en-US" altLang="zh-CN" sz="1162" dirty="0" err="1">
                <a:ln w="12700">
                  <a:noFill/>
                </a:ln>
                <a:solidFill>
                  <a:srgbClr val="000000">
                    <a:alpha val="100000"/>
                  </a:srgbClr>
                </a:solidFill>
                <a:latin typeface="Poppins"/>
                <a:ea typeface="Poppins"/>
                <a:cs typeface="Poppins"/>
              </a:rPr>
              <a:t>compleja</a:t>
            </a:r>
            <a:r>
              <a:rPr kumimoji="1" lang="en-US" altLang="zh-CN" sz="1162" dirty="0">
                <a:ln w="12700">
                  <a:noFill/>
                </a:ln>
                <a:solidFill>
                  <a:srgbClr val="000000">
                    <a:alpha val="100000"/>
                  </a:srgbClr>
                </a:solidFill>
                <a:latin typeface="Poppins"/>
                <a:ea typeface="Poppins"/>
                <a:cs typeface="Poppins"/>
              </a:rPr>
              <a:t>, </a:t>
            </a:r>
            <a:r>
              <a:rPr kumimoji="1" lang="en-US" altLang="zh-CN" sz="1162" dirty="0" err="1">
                <a:ln w="12700">
                  <a:noFill/>
                </a:ln>
                <a:solidFill>
                  <a:srgbClr val="000000">
                    <a:alpha val="100000"/>
                  </a:srgbClr>
                </a:solidFill>
                <a:latin typeface="Poppins"/>
                <a:ea typeface="Poppins"/>
                <a:cs typeface="Poppins"/>
              </a:rPr>
              <a:t>interacción</a:t>
            </a:r>
            <a:r>
              <a:rPr kumimoji="1" lang="en-US" altLang="zh-CN" sz="1162" dirty="0">
                <a:ln w="12700">
                  <a:noFill/>
                </a:ln>
                <a:solidFill>
                  <a:srgbClr val="000000">
                    <a:alpha val="100000"/>
                  </a:srgbClr>
                </a:solidFill>
                <a:latin typeface="Poppins"/>
                <a:ea typeface="Poppins"/>
                <a:cs typeface="Poppins"/>
              </a:rPr>
              <a:t> con APIs, </a:t>
            </a:r>
            <a:r>
              <a:rPr kumimoji="1" lang="en-US" altLang="zh-CN" sz="1162" dirty="0" err="1">
                <a:ln w="12700">
                  <a:noFill/>
                </a:ln>
                <a:solidFill>
                  <a:srgbClr val="000000">
                    <a:alpha val="100000"/>
                  </a:srgbClr>
                </a:solidFill>
                <a:latin typeface="Poppins"/>
                <a:ea typeface="Poppins"/>
                <a:cs typeface="Poppins"/>
              </a:rPr>
              <a:t>manipulación</a:t>
            </a:r>
            <a:r>
              <a:rPr kumimoji="1" lang="en-US" altLang="zh-CN" sz="1162" dirty="0">
                <a:ln w="12700">
                  <a:noFill/>
                </a:ln>
                <a:solidFill>
                  <a:srgbClr val="000000">
                    <a:alpha val="100000"/>
                  </a:srgbClr>
                </a:solidFill>
                <a:latin typeface="Poppins"/>
                <a:ea typeface="Poppins"/>
                <a:cs typeface="Poppins"/>
              </a:rPr>
              <a:t> </a:t>
            </a:r>
            <a:r>
              <a:rPr kumimoji="1" lang="en-US" altLang="zh-CN" sz="1162" dirty="0" err="1">
                <a:ln w="12700">
                  <a:noFill/>
                </a:ln>
                <a:solidFill>
                  <a:srgbClr val="000000">
                    <a:alpha val="100000"/>
                  </a:srgbClr>
                </a:solidFill>
                <a:latin typeface="Poppins"/>
                <a:ea typeface="Poppins"/>
                <a:cs typeface="Poppins"/>
              </a:rPr>
              <a:t>avanzada</a:t>
            </a:r>
            <a:r>
              <a:rPr kumimoji="1" lang="en-US" altLang="zh-CN" sz="1162" dirty="0">
                <a:ln w="12700">
                  <a:noFill/>
                </a:ln>
                <a:solidFill>
                  <a:srgbClr val="000000">
                    <a:alpha val="100000"/>
                  </a:srgbClr>
                </a:solidFill>
                <a:latin typeface="Poppins"/>
                <a:ea typeface="Poppins"/>
                <a:cs typeface="Poppins"/>
              </a:rPr>
              <a:t> de </a:t>
            </a:r>
            <a:r>
              <a:rPr kumimoji="1" lang="en-US" altLang="zh-CN" sz="1162" dirty="0" err="1">
                <a:ln w="12700">
                  <a:noFill/>
                </a:ln>
                <a:solidFill>
                  <a:srgbClr val="000000">
                    <a:alpha val="100000"/>
                  </a:srgbClr>
                </a:solidFill>
                <a:latin typeface="Poppins"/>
                <a:ea typeface="Poppins"/>
                <a:cs typeface="Poppins"/>
              </a:rPr>
              <a:t>datos</a:t>
            </a:r>
            <a:r>
              <a:rPr kumimoji="1" lang="en-US" altLang="zh-CN" sz="1162" dirty="0">
                <a:ln w="12700">
                  <a:noFill/>
                </a:ln>
                <a:solidFill>
                  <a:srgbClr val="000000">
                    <a:alpha val="100000"/>
                  </a:srgbClr>
                </a:solidFill>
                <a:latin typeface="Poppins"/>
                <a:ea typeface="Poppins"/>
                <a:cs typeface="Poppins"/>
              </a:rPr>
              <a:t>.</a:t>
            </a:r>
            <a:endParaRPr kumimoji="1" lang="zh-CN" altLang="en-US" dirty="0"/>
          </a:p>
        </p:txBody>
      </p:sp>
      <p:sp>
        <p:nvSpPr>
          <p:cNvPr id="18" name="标题 1"/>
          <p:cNvSpPr txBox="1"/>
          <p:nvPr/>
        </p:nvSpPr>
        <p:spPr>
          <a:xfrm>
            <a:off x="498273" y="37338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9" name="标题 1"/>
          <p:cNvSpPr txBox="1"/>
          <p:nvPr/>
        </p:nvSpPr>
        <p:spPr>
          <a:xfrm>
            <a:off x="660400" y="467040"/>
            <a:ext cx="10671175" cy="468000"/>
          </a:xfrm>
          <a:prstGeom prst="rect">
            <a:avLst/>
          </a:prstGeom>
          <a:noFill/>
          <a:ln>
            <a:noFill/>
          </a:ln>
        </p:spPr>
        <p:txBody>
          <a:bodyPr vert="horz" wrap="square" lIns="0" tIns="0" rIns="0" bIns="0" rtlCol="0" anchor="ctr"/>
          <a:lstStyle/>
          <a:p>
            <a:pPr algn="l"/>
            <a:r>
              <a:rPr kumimoji="1" lang="en-US" altLang="zh-CN" sz="2400" dirty="0">
                <a:ln w="12700">
                  <a:noFill/>
                </a:ln>
                <a:solidFill>
                  <a:srgbClr val="262626">
                    <a:alpha val="100000"/>
                  </a:srgbClr>
                </a:solidFill>
                <a:latin typeface="poppins-bold"/>
                <a:ea typeface="poppins-bold"/>
                <a:cs typeface="poppins-bold"/>
              </a:rPr>
              <a:t>Las Herramientas Clave (</a:t>
            </a:r>
            <a:r>
              <a:rPr kumimoji="1" lang="en-US" altLang="zh-CN" sz="2400" dirty="0" err="1">
                <a:ln w="12700">
                  <a:noFill/>
                </a:ln>
                <a:solidFill>
                  <a:srgbClr val="262626">
                    <a:alpha val="100000"/>
                  </a:srgbClr>
                </a:solidFill>
                <a:latin typeface="poppins-bold"/>
                <a:ea typeface="poppins-bold"/>
                <a:cs typeface="poppins-bold"/>
              </a:rPr>
              <a:t>Lenguajes</a:t>
            </a:r>
            <a:r>
              <a:rPr kumimoji="1" lang="en-US" altLang="zh-CN" sz="2400" dirty="0">
                <a:ln w="12700">
                  <a:noFill/>
                </a:ln>
                <a:solidFill>
                  <a:srgbClr val="262626">
                    <a:alpha val="100000"/>
                  </a:srgbClr>
                </a:solidFill>
                <a:latin typeface="poppins-bold"/>
                <a:ea typeface="poppins-bold"/>
                <a:cs typeface="poppins-bold"/>
              </a:rPr>
              <a:t> de Scripting)</a:t>
            </a:r>
            <a:endParaRPr kumimoji="1" lang="zh-CN" altLang="en-US" sz="2400" dirty="0"/>
          </a:p>
        </p:txBody>
      </p:sp>
      <p:sp>
        <p:nvSpPr>
          <p:cNvPr id="20" name="标题 1"/>
          <p:cNvSpPr txBox="1"/>
          <p:nvPr/>
        </p:nvSpPr>
        <p:spPr>
          <a:xfrm rot="10800000">
            <a:off x="436515" y="301852"/>
            <a:ext cx="309616" cy="296154"/>
          </a:xfrm>
          <a:custGeom>
            <a:avLst/>
            <a:gdLst>
              <a:gd name="connsiteX0" fmla="*/ 0 w 522052"/>
              <a:gd name="connsiteY0" fmla="*/ 382622 h 499354"/>
              <a:gd name="connsiteX1" fmla="*/ 116732 w 522052"/>
              <a:gd name="connsiteY1" fmla="*/ 265890 h 499354"/>
              <a:gd name="connsiteX2" fmla="*/ 288588 w 522052"/>
              <a:gd name="connsiteY2" fmla="*/ 265890 h 499354"/>
              <a:gd name="connsiteX3" fmla="*/ 288588 w 522052"/>
              <a:gd name="connsiteY3" fmla="*/ 116732 h 499354"/>
              <a:gd name="connsiteX4" fmla="*/ 405320 w 522052"/>
              <a:gd name="connsiteY4" fmla="*/ 0 h 499354"/>
              <a:gd name="connsiteX5" fmla="*/ 522052 w 522052"/>
              <a:gd name="connsiteY5" fmla="*/ 116732 h 499354"/>
              <a:gd name="connsiteX6" fmla="*/ 522052 w 522052"/>
              <a:gd name="connsiteY6" fmla="*/ 382621 h 499354"/>
              <a:gd name="connsiteX7" fmla="*/ 405320 w 522052"/>
              <a:gd name="connsiteY7" fmla="*/ 499353 h 499354"/>
              <a:gd name="connsiteX8" fmla="*/ 393972 w 522052"/>
              <a:gd name="connsiteY8" fmla="*/ 497062 h 499354"/>
              <a:gd name="connsiteX9" fmla="*/ 382622 w 522052"/>
              <a:gd name="connsiteY9" fmla="*/ 499354 h 499354"/>
              <a:gd name="connsiteX10" fmla="*/ 116732 w 522052"/>
              <a:gd name="connsiteY10" fmla="*/ 499354 h 499354"/>
              <a:gd name="connsiteX11" fmla="*/ 0 w 522052"/>
              <a:gd name="connsiteY11" fmla="*/ 382622 h 499354"/>
            </a:gdLst>
            <a:ahLst/>
            <a:cxnLst/>
            <a:rect l="l" t="t" r="r" b="b"/>
            <a:pathLst>
              <a:path w="522052" h="499354">
                <a:moveTo>
                  <a:pt x="0" y="382622"/>
                </a:moveTo>
                <a:cubicBezTo>
                  <a:pt x="0" y="318153"/>
                  <a:pt x="52263" y="265890"/>
                  <a:pt x="116732" y="265890"/>
                </a:cubicBezTo>
                <a:lnTo>
                  <a:pt x="288588" y="265890"/>
                </a:lnTo>
                <a:lnTo>
                  <a:pt x="288588" y="116732"/>
                </a:lnTo>
                <a:cubicBezTo>
                  <a:pt x="288588" y="52263"/>
                  <a:pt x="340851" y="0"/>
                  <a:pt x="405320" y="0"/>
                </a:cubicBezTo>
                <a:cubicBezTo>
                  <a:pt x="469789" y="0"/>
                  <a:pt x="522052" y="52263"/>
                  <a:pt x="522052" y="116732"/>
                </a:cubicBezTo>
                <a:lnTo>
                  <a:pt x="522052" y="382621"/>
                </a:lnTo>
                <a:cubicBezTo>
                  <a:pt x="522052" y="447090"/>
                  <a:pt x="469789" y="499353"/>
                  <a:pt x="405320" y="499353"/>
                </a:cubicBezTo>
                <a:lnTo>
                  <a:pt x="393972" y="497062"/>
                </a:lnTo>
                <a:lnTo>
                  <a:pt x="382622" y="499354"/>
                </a:lnTo>
                <a:lnTo>
                  <a:pt x="116732" y="499354"/>
                </a:lnTo>
                <a:cubicBezTo>
                  <a:pt x="52263" y="499354"/>
                  <a:pt x="0" y="447091"/>
                  <a:pt x="0" y="382622"/>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21" name="Imagen 20">
            <a:extLst>
              <a:ext uri="{FF2B5EF4-FFF2-40B4-BE49-F238E27FC236}">
                <a16:creationId xmlns:a16="http://schemas.microsoft.com/office/drawing/2014/main" id="{DDB3F9AA-D44B-2F41-301E-A0BD323D8F8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n 2"/>
          <p:cNvPicPr>
            <a:picLocks noChangeAspect="1"/>
          </p:cNvPicPr>
          <p:nvPr/>
        </p:nvPicPr>
        <p:blipFill>
          <a:blip r:embed="rId2">
            <a:alphaModFix/>
          </a:blip>
          <a:srcRect l="34798" t="10263" r="6538" b="17674"/>
          <a:stretch>
            <a:fillRect/>
          </a:stretch>
        </p:blipFill>
        <p:spPr>
          <a:xfrm flipH="1">
            <a:off x="174171" y="1016001"/>
            <a:ext cx="6662058" cy="4586514"/>
          </a:xfrm>
          <a:prstGeom prst="rect">
            <a:avLst/>
          </a:prstGeom>
          <a:noFill/>
          <a:ln>
            <a:noFill/>
          </a:ln>
        </p:spPr>
      </p:pic>
      <p:sp>
        <p:nvSpPr>
          <p:cNvPr id="4" name="标题 1"/>
          <p:cNvSpPr txBox="1"/>
          <p:nvPr/>
        </p:nvSpPr>
        <p:spPr>
          <a:xfrm>
            <a:off x="6879771" y="3359947"/>
            <a:ext cx="4760688" cy="1255728"/>
          </a:xfrm>
          <a:prstGeom prst="rect">
            <a:avLst/>
          </a:prstGeom>
          <a:noFill/>
          <a:ln>
            <a:noFill/>
          </a:ln>
        </p:spPr>
        <p:txBody>
          <a:bodyPr vert="horz" wrap="square" lIns="91440" tIns="45720" rIns="91440" bIns="45720" rtlCol="0" anchor="ctr"/>
          <a:lstStyle/>
          <a:p>
            <a:pPr algn="ctr"/>
            <a:r>
              <a:rPr kumimoji="1" lang="en-US" altLang="zh-CN" sz="2039">
                <a:ln w="12700">
                  <a:noFill/>
                </a:ln>
                <a:solidFill>
                  <a:srgbClr val="000000">
                    <a:alpha val="100000"/>
                  </a:srgbClr>
                </a:solidFill>
                <a:latin typeface="poppins-bold"/>
                <a:ea typeface="poppins-bold"/>
                <a:cs typeface="poppins-bold"/>
              </a:rPr>
              <a:t>Integración de Software de Gestión (Orquestación)</a:t>
            </a:r>
            <a:endParaRPr kumimoji="1" lang="zh-CN" altLang="en-US"/>
          </a:p>
        </p:txBody>
      </p:sp>
      <p:sp>
        <p:nvSpPr>
          <p:cNvPr id="6" name="标题 1"/>
          <p:cNvSpPr txBox="1"/>
          <p:nvPr/>
        </p:nvSpPr>
        <p:spPr>
          <a:xfrm flipH="1">
            <a:off x="8745588" y="2147252"/>
            <a:ext cx="1029054" cy="1029054"/>
          </a:xfrm>
          <a:prstGeom prst="ellipse">
            <a:avLst/>
          </a:prstGeom>
          <a:solidFill>
            <a:schemeClr val="tx1"/>
          </a:solidFill>
          <a:ln w="12700"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a:off x="8031679" y="1262814"/>
            <a:ext cx="2456872" cy="1667352"/>
          </a:xfrm>
          <a:prstGeom prst="rect">
            <a:avLst/>
          </a:prstGeom>
          <a:noFill/>
          <a:ln>
            <a:noFill/>
          </a:ln>
        </p:spPr>
        <p:txBody>
          <a:bodyPr vert="horz" wrap="square" lIns="0" tIns="0" rIns="0" bIns="0" rtlCol="0" anchor="b"/>
          <a:lstStyle/>
          <a:p>
            <a:pPr algn="ctr"/>
            <a:r>
              <a:rPr kumimoji="1" lang="en-US" altLang="zh-CN" sz="4000">
                <a:ln w="12700">
                  <a:noFill/>
                </a:ln>
                <a:solidFill>
                  <a:srgbClr val="FFFFFF">
                    <a:alpha val="100000"/>
                  </a:srgbClr>
                </a:solidFill>
                <a:latin typeface="Barlow Condensed Medium"/>
                <a:ea typeface="Barlow Condensed Medium"/>
                <a:cs typeface="Barlow Condensed Medium"/>
              </a:rPr>
              <a:t> 02</a:t>
            </a:r>
            <a:endParaRPr kumimoji="1" lang="zh-CN" altLang="en-US"/>
          </a:p>
        </p:txBody>
      </p:sp>
      <p:pic>
        <p:nvPicPr>
          <p:cNvPr id="8" name="Imagen 7">
            <a:extLst>
              <a:ext uri="{FF2B5EF4-FFF2-40B4-BE49-F238E27FC236}">
                <a16:creationId xmlns:a16="http://schemas.microsoft.com/office/drawing/2014/main" id="{B387CD55-ABDB-25BE-3D4F-AC261C732BB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标题 1"/>
          <p:cNvSpPr txBox="1"/>
          <p:nvPr/>
        </p:nvSpPr>
        <p:spPr>
          <a:xfrm>
            <a:off x="1186683" y="4480975"/>
            <a:ext cx="4320000" cy="1292415"/>
          </a:xfrm>
          <a:prstGeom prst="rect">
            <a:avLst/>
          </a:prstGeom>
          <a:noFill/>
          <a:ln>
            <a:noFill/>
          </a:ln>
        </p:spPr>
        <p:txBody>
          <a:bodyPr vert="horz" wrap="square" lIns="0" tIns="0" rIns="0" bIns="0" rtlCol="0" anchor="t"/>
          <a:lstStyle/>
          <a:p>
            <a:pPr algn="ctr"/>
            <a:r>
              <a:rPr kumimoji="1" lang="en-US" altLang="zh-CN" sz="1400" dirty="0" err="1">
                <a:ln w="12700">
                  <a:noFill/>
                </a:ln>
                <a:solidFill>
                  <a:srgbClr val="262626">
                    <a:alpha val="100000"/>
                  </a:srgbClr>
                </a:solidFill>
                <a:latin typeface="Poppins"/>
                <a:ea typeface="Poppins"/>
                <a:cs typeface="Poppins"/>
              </a:rPr>
              <a:t>Completar</a:t>
            </a:r>
            <a:r>
              <a:rPr kumimoji="1" lang="en-US" altLang="zh-CN" sz="1400" dirty="0">
                <a:ln w="12700">
                  <a:noFill/>
                </a:ln>
                <a:solidFill>
                  <a:srgbClr val="262626">
                    <a:alpha val="100000"/>
                  </a:srgbClr>
                </a:solidFill>
                <a:latin typeface="Poppins"/>
                <a:ea typeface="Poppins"/>
                <a:cs typeface="Poppins"/>
              </a:rPr>
              <a:t> </a:t>
            </a:r>
            <a:r>
              <a:rPr kumimoji="1" lang="en-US" altLang="zh-CN" sz="1400" dirty="0" err="1">
                <a:ln w="12700">
                  <a:noFill/>
                </a:ln>
                <a:solidFill>
                  <a:srgbClr val="262626">
                    <a:alpha val="100000"/>
                  </a:srgbClr>
                </a:solidFill>
                <a:latin typeface="Poppins"/>
                <a:ea typeface="Poppins"/>
                <a:cs typeface="Poppins"/>
              </a:rPr>
              <a:t>una</a:t>
            </a:r>
            <a:r>
              <a:rPr kumimoji="1" lang="en-US" altLang="zh-CN" sz="1400" dirty="0">
                <a:ln w="12700">
                  <a:noFill/>
                </a:ln>
                <a:solidFill>
                  <a:srgbClr val="262626">
                    <a:alpha val="100000"/>
                  </a:srgbClr>
                </a:solidFill>
                <a:latin typeface="Poppins"/>
                <a:ea typeface="Poppins"/>
                <a:cs typeface="Poppins"/>
              </a:rPr>
              <a:t> </a:t>
            </a:r>
            <a:r>
              <a:rPr kumimoji="1" lang="en-US" altLang="zh-CN" sz="1400" dirty="0" err="1">
                <a:ln w="12700">
                  <a:noFill/>
                </a:ln>
                <a:solidFill>
                  <a:srgbClr val="262626">
                    <a:alpha val="100000"/>
                  </a:srgbClr>
                </a:solidFill>
                <a:latin typeface="Poppins"/>
                <a:ea typeface="Poppins"/>
                <a:cs typeface="Poppins"/>
              </a:rPr>
              <a:t>tarea</a:t>
            </a:r>
            <a:r>
              <a:rPr kumimoji="1" lang="en-US" altLang="zh-CN" sz="1400" dirty="0">
                <a:ln w="12700">
                  <a:noFill/>
                </a:ln>
                <a:solidFill>
                  <a:srgbClr val="262626">
                    <a:alpha val="100000"/>
                  </a:srgbClr>
                </a:solidFill>
                <a:latin typeface="Poppins"/>
                <a:ea typeface="Poppins"/>
                <a:cs typeface="Poppins"/>
              </a:rPr>
              <a:t> (</a:t>
            </a:r>
            <a:r>
              <a:rPr kumimoji="1" lang="en-US" altLang="zh-CN" sz="1400" dirty="0" err="1">
                <a:ln w="12700">
                  <a:noFill/>
                </a:ln>
                <a:solidFill>
                  <a:srgbClr val="262626">
                    <a:alpha val="100000"/>
                  </a:srgbClr>
                </a:solidFill>
                <a:latin typeface="Poppins"/>
                <a:ea typeface="Poppins"/>
                <a:cs typeface="Poppins"/>
              </a:rPr>
              <a:t>Ej</a:t>
            </a:r>
            <a:r>
              <a:rPr kumimoji="1" lang="en-US" altLang="zh-CN" sz="1400" dirty="0">
                <a:ln w="12700">
                  <a:noFill/>
                </a:ln>
                <a:solidFill>
                  <a:srgbClr val="262626">
                    <a:alpha val="100000"/>
                  </a:srgbClr>
                </a:solidFill>
                <a:latin typeface="Poppins"/>
                <a:ea typeface="Poppins"/>
                <a:cs typeface="Poppins"/>
              </a:rPr>
              <a:t>. </a:t>
            </a:r>
            <a:r>
              <a:rPr kumimoji="1" lang="en-US" altLang="zh-CN" sz="1400" dirty="0" err="1">
                <a:ln w="12700">
                  <a:noFill/>
                </a:ln>
                <a:solidFill>
                  <a:srgbClr val="262626">
                    <a:alpha val="100000"/>
                  </a:srgbClr>
                </a:solidFill>
                <a:latin typeface="Poppins"/>
                <a:ea typeface="Poppins"/>
                <a:cs typeface="Poppins"/>
              </a:rPr>
              <a:t>crear</a:t>
            </a:r>
            <a:r>
              <a:rPr kumimoji="1" lang="en-US" altLang="zh-CN" sz="1400" dirty="0">
                <a:ln w="12700">
                  <a:noFill/>
                </a:ln>
                <a:solidFill>
                  <a:srgbClr val="262626">
                    <a:alpha val="100000"/>
                  </a:srgbClr>
                </a:solidFill>
                <a:latin typeface="Poppins"/>
                <a:ea typeface="Poppins"/>
                <a:cs typeface="Poppins"/>
              </a:rPr>
              <a:t> un </a:t>
            </a:r>
            <a:r>
              <a:rPr kumimoji="1" lang="en-US" altLang="zh-CN" sz="1400" dirty="0" err="1">
                <a:ln w="12700">
                  <a:noFill/>
                </a:ln>
                <a:solidFill>
                  <a:srgbClr val="262626">
                    <a:alpha val="100000"/>
                  </a:srgbClr>
                </a:solidFill>
                <a:latin typeface="Poppins"/>
                <a:ea typeface="Poppins"/>
                <a:cs typeface="Poppins"/>
              </a:rPr>
              <a:t>usuario</a:t>
            </a:r>
            <a:r>
              <a:rPr kumimoji="1" lang="en-US" altLang="zh-CN" sz="1400" dirty="0">
                <a:ln w="12700">
                  <a:noFill/>
                </a:ln>
                <a:solidFill>
                  <a:srgbClr val="262626">
                    <a:alpha val="100000"/>
                  </a:srgbClr>
                </a:solidFill>
                <a:latin typeface="Poppins"/>
                <a:ea typeface="Poppins"/>
                <a:cs typeface="Poppins"/>
              </a:rPr>
              <a:t>).</a:t>
            </a:r>
            <a:endParaRPr kumimoji="1" lang="zh-CN" altLang="en-US" dirty="0"/>
          </a:p>
        </p:txBody>
      </p:sp>
      <p:sp>
        <p:nvSpPr>
          <p:cNvPr id="5" name="标题 1"/>
          <p:cNvSpPr txBox="1"/>
          <p:nvPr/>
        </p:nvSpPr>
        <p:spPr>
          <a:xfrm>
            <a:off x="1006683" y="3537573"/>
            <a:ext cx="4680000" cy="792000"/>
          </a:xfrm>
          <a:prstGeom prst="parallelogram">
            <a:avLst>
              <a:gd name="adj" fmla="val 22929"/>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a:off x="1186683" y="3609573"/>
            <a:ext cx="4320000" cy="648000"/>
          </a:xfrm>
          <a:prstGeom prst="rect">
            <a:avLst/>
          </a:prstGeom>
          <a:noFill/>
          <a:ln w="12700" cap="sq">
            <a:noFill/>
            <a:miter/>
          </a:ln>
        </p:spPr>
        <p:txBody>
          <a:bodyPr vert="horz" wrap="square" lIns="0" tIns="0" rIns="0" bIns="0" rtlCol="0" anchor="ctr"/>
          <a:lstStyle/>
          <a:p>
            <a:pPr algn="ctr"/>
            <a:r>
              <a:rPr kumimoji="1" lang="en-US" altLang="zh-CN" sz="1600">
                <a:ln w="12700">
                  <a:noFill/>
                </a:ln>
                <a:solidFill>
                  <a:srgbClr val="FFFFFF">
                    <a:alpha val="100000"/>
                  </a:srgbClr>
                </a:solidFill>
                <a:latin typeface="poppins-bold"/>
                <a:ea typeface="poppins-bold"/>
                <a:cs typeface="poppins-bold"/>
              </a:rPr>
              <a:t>Automatización</a:t>
            </a:r>
            <a:endParaRPr kumimoji="1" lang="zh-CN" altLang="en-US"/>
          </a:p>
        </p:txBody>
      </p:sp>
      <p:sp>
        <p:nvSpPr>
          <p:cNvPr id="8" name="标题 1"/>
          <p:cNvSpPr txBox="1"/>
          <p:nvPr/>
        </p:nvSpPr>
        <p:spPr>
          <a:xfrm>
            <a:off x="6672617" y="4480975"/>
            <a:ext cx="4320000" cy="1292415"/>
          </a:xfrm>
          <a:prstGeom prst="rect">
            <a:avLst/>
          </a:prstGeom>
          <a:noFill/>
          <a:ln>
            <a:noFill/>
          </a:ln>
        </p:spPr>
        <p:txBody>
          <a:bodyPr vert="horz" wrap="square" lIns="0" tIns="0" rIns="0" bIns="0" rtlCol="0" anchor="t"/>
          <a:lstStyle/>
          <a:p>
            <a:pPr algn="ctr"/>
            <a:r>
              <a:rPr kumimoji="1" lang="en-US" altLang="zh-CN" sz="1400">
                <a:ln w="12700">
                  <a:noFill/>
                </a:ln>
                <a:solidFill>
                  <a:srgbClr val="262626">
                    <a:alpha val="100000"/>
                  </a:srgbClr>
                </a:solidFill>
                <a:latin typeface="Poppins"/>
                <a:ea typeface="Poppins"/>
                <a:cs typeface="Poppins"/>
              </a:rPr>
              <a:t>Coordinar múltiples tareas automatizadas a través de diferentes sistemas.</a:t>
            </a:r>
            <a:endParaRPr kumimoji="1" lang="zh-CN" altLang="en-US"/>
          </a:p>
        </p:txBody>
      </p:sp>
      <p:sp>
        <p:nvSpPr>
          <p:cNvPr id="9" name="标题 1"/>
          <p:cNvSpPr txBox="1"/>
          <p:nvPr/>
        </p:nvSpPr>
        <p:spPr>
          <a:xfrm>
            <a:off x="6492617" y="3537573"/>
            <a:ext cx="4680000" cy="792000"/>
          </a:xfrm>
          <a:prstGeom prst="parallelogram">
            <a:avLst>
              <a:gd name="adj" fmla="val 22929"/>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sp>
        <p:nvSpPr>
          <p:cNvPr id="10" name="标题 1"/>
          <p:cNvSpPr txBox="1"/>
          <p:nvPr/>
        </p:nvSpPr>
        <p:spPr>
          <a:xfrm>
            <a:off x="6672617" y="3609573"/>
            <a:ext cx="4320000" cy="648000"/>
          </a:xfrm>
          <a:prstGeom prst="rect">
            <a:avLst/>
          </a:prstGeom>
          <a:noFill/>
          <a:ln w="12700" cap="sq">
            <a:noFill/>
            <a:miter/>
          </a:ln>
        </p:spPr>
        <p:txBody>
          <a:bodyPr vert="horz" wrap="square" lIns="0" tIns="0" rIns="0" bIns="0" rtlCol="0" anchor="ctr"/>
          <a:lstStyle/>
          <a:p>
            <a:pPr algn="ctr"/>
            <a:r>
              <a:rPr kumimoji="1" lang="en-US" altLang="zh-CN" sz="1600">
                <a:ln w="12700">
                  <a:noFill/>
                </a:ln>
                <a:solidFill>
                  <a:srgbClr val="FFFFFF">
                    <a:alpha val="100000"/>
                  </a:srgbClr>
                </a:solidFill>
                <a:latin typeface="poppins-bold"/>
                <a:ea typeface="poppins-bold"/>
                <a:cs typeface="poppins-bold"/>
              </a:rPr>
              <a:t>Orquestación (Integración)</a:t>
            </a:r>
            <a:endParaRPr kumimoji="1" lang="zh-CN" altLang="en-US"/>
          </a:p>
        </p:txBody>
      </p:sp>
      <p:sp>
        <p:nvSpPr>
          <p:cNvPr id="11" name="标题 1"/>
          <p:cNvSpPr txBox="1"/>
          <p:nvPr/>
        </p:nvSpPr>
        <p:spPr>
          <a:xfrm>
            <a:off x="498273" y="37338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660400"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Automatización vs. Orquestación</a:t>
            </a:r>
            <a:endParaRPr kumimoji="1" lang="zh-CN" altLang="en-US"/>
          </a:p>
        </p:txBody>
      </p:sp>
      <p:sp>
        <p:nvSpPr>
          <p:cNvPr id="13" name="标题 1"/>
          <p:cNvSpPr txBox="1"/>
          <p:nvPr/>
        </p:nvSpPr>
        <p:spPr>
          <a:xfrm rot="10800000">
            <a:off x="436515" y="301852"/>
            <a:ext cx="309616" cy="296154"/>
          </a:xfrm>
          <a:custGeom>
            <a:avLst/>
            <a:gdLst>
              <a:gd name="connsiteX0" fmla="*/ 0 w 522052"/>
              <a:gd name="connsiteY0" fmla="*/ 382622 h 499354"/>
              <a:gd name="connsiteX1" fmla="*/ 116732 w 522052"/>
              <a:gd name="connsiteY1" fmla="*/ 265890 h 499354"/>
              <a:gd name="connsiteX2" fmla="*/ 288588 w 522052"/>
              <a:gd name="connsiteY2" fmla="*/ 265890 h 499354"/>
              <a:gd name="connsiteX3" fmla="*/ 288588 w 522052"/>
              <a:gd name="connsiteY3" fmla="*/ 116732 h 499354"/>
              <a:gd name="connsiteX4" fmla="*/ 405320 w 522052"/>
              <a:gd name="connsiteY4" fmla="*/ 0 h 499354"/>
              <a:gd name="connsiteX5" fmla="*/ 522052 w 522052"/>
              <a:gd name="connsiteY5" fmla="*/ 116732 h 499354"/>
              <a:gd name="connsiteX6" fmla="*/ 522052 w 522052"/>
              <a:gd name="connsiteY6" fmla="*/ 382621 h 499354"/>
              <a:gd name="connsiteX7" fmla="*/ 405320 w 522052"/>
              <a:gd name="connsiteY7" fmla="*/ 499353 h 499354"/>
              <a:gd name="connsiteX8" fmla="*/ 393972 w 522052"/>
              <a:gd name="connsiteY8" fmla="*/ 497062 h 499354"/>
              <a:gd name="connsiteX9" fmla="*/ 382622 w 522052"/>
              <a:gd name="connsiteY9" fmla="*/ 499354 h 499354"/>
              <a:gd name="connsiteX10" fmla="*/ 116732 w 522052"/>
              <a:gd name="connsiteY10" fmla="*/ 499354 h 499354"/>
              <a:gd name="connsiteX11" fmla="*/ 0 w 522052"/>
              <a:gd name="connsiteY11" fmla="*/ 382622 h 499354"/>
            </a:gdLst>
            <a:ahLst/>
            <a:cxnLst/>
            <a:rect l="l" t="t" r="r" b="b"/>
            <a:pathLst>
              <a:path w="522052" h="499354">
                <a:moveTo>
                  <a:pt x="0" y="382622"/>
                </a:moveTo>
                <a:cubicBezTo>
                  <a:pt x="0" y="318153"/>
                  <a:pt x="52263" y="265890"/>
                  <a:pt x="116732" y="265890"/>
                </a:cubicBezTo>
                <a:lnTo>
                  <a:pt x="288588" y="265890"/>
                </a:lnTo>
                <a:lnTo>
                  <a:pt x="288588" y="116732"/>
                </a:lnTo>
                <a:cubicBezTo>
                  <a:pt x="288588" y="52263"/>
                  <a:pt x="340851" y="0"/>
                  <a:pt x="405320" y="0"/>
                </a:cubicBezTo>
                <a:cubicBezTo>
                  <a:pt x="469789" y="0"/>
                  <a:pt x="522052" y="52263"/>
                  <a:pt x="522052" y="116732"/>
                </a:cubicBezTo>
                <a:lnTo>
                  <a:pt x="522052" y="382621"/>
                </a:lnTo>
                <a:cubicBezTo>
                  <a:pt x="522052" y="447090"/>
                  <a:pt x="469789" y="499353"/>
                  <a:pt x="405320" y="499353"/>
                </a:cubicBezTo>
                <a:lnTo>
                  <a:pt x="393972" y="497062"/>
                </a:lnTo>
                <a:lnTo>
                  <a:pt x="382622" y="499354"/>
                </a:lnTo>
                <a:lnTo>
                  <a:pt x="116732" y="499354"/>
                </a:lnTo>
                <a:cubicBezTo>
                  <a:pt x="52263" y="499354"/>
                  <a:pt x="0" y="447091"/>
                  <a:pt x="0" y="382622"/>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4" name="标题 1">
            <a:extLst>
              <a:ext uri="{FF2B5EF4-FFF2-40B4-BE49-F238E27FC236}">
                <a16:creationId xmlns:a16="http://schemas.microsoft.com/office/drawing/2014/main" id="{06B12187-B5B3-1786-972A-C43619C920F8}"/>
              </a:ext>
            </a:extLst>
          </p:cNvPr>
          <p:cNvSpPr txBox="1"/>
          <p:nvPr/>
        </p:nvSpPr>
        <p:spPr>
          <a:xfrm>
            <a:off x="3456817" y="1756890"/>
            <a:ext cx="6071600" cy="1304443"/>
          </a:xfrm>
          <a:prstGeom prst="rect">
            <a:avLst/>
          </a:prstGeom>
          <a:noFill/>
          <a:ln>
            <a:noFill/>
          </a:ln>
        </p:spPr>
        <p:txBody>
          <a:bodyPr vert="horz" wrap="square" lIns="0" tIns="0" rIns="0" bIns="0" rtlCol="0" anchor="t"/>
          <a:lstStyle/>
          <a:p>
            <a:r>
              <a:rPr lang="es-EC" dirty="0"/>
              <a:t>Este es el siguiente nivel. Los scripts individuales son útiles, pero aislados. La verdadera potencia se logra cuando diferentes sistemas de software se comunican entre sí para automatizar un </a:t>
            </a:r>
            <a:r>
              <a:rPr lang="es-EC" i="1" dirty="0"/>
              <a:t>proceso completo</a:t>
            </a:r>
            <a:r>
              <a:rPr lang="es-EC" dirty="0"/>
              <a:t>.</a:t>
            </a:r>
          </a:p>
        </p:txBody>
      </p:sp>
      <p:pic>
        <p:nvPicPr>
          <p:cNvPr id="15" name="Imagen 14">
            <a:extLst>
              <a:ext uri="{FF2B5EF4-FFF2-40B4-BE49-F238E27FC236}">
                <a16:creationId xmlns:a16="http://schemas.microsoft.com/office/drawing/2014/main" id="{2A8F464A-7A31-EE9F-6F0A-A639A2842171}"/>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957774" y="1742200"/>
            <a:ext cx="4680000" cy="3780000"/>
          </a:xfrm>
          <a:prstGeom prst="roundRect">
            <a:avLst>
              <a:gd name="adj" fmla="val 7804"/>
            </a:avLst>
          </a:prstGeom>
          <a:solidFill>
            <a:schemeClr val="bg1"/>
          </a:solidFill>
          <a:ln w="9525" cap="flat">
            <a:solidFill>
              <a:schemeClr val="accent1"/>
            </a:solidFill>
            <a:miter/>
          </a:ln>
          <a:effectLst>
            <a:outerShdw blurRad="317500" dist="127000" dir="2700000" algn="tl" rotWithShape="0">
              <a:schemeClr val="accent1">
                <a:alpha val="10000"/>
              </a:schemeClr>
            </a:outerShdw>
          </a:effectLst>
        </p:spPr>
        <p:txBody>
          <a:bodyPr vert="horz" wrap="square" lIns="91440" tIns="45720" rIns="91440" bIns="45720" rtlCol="0" anchor="ctr"/>
          <a:lstStyle/>
          <a:p>
            <a:pPr algn="ctr"/>
            <a:endParaRPr kumimoji="1" lang="zh-CN" altLang="en-US"/>
          </a:p>
        </p:txBody>
      </p:sp>
      <p:sp>
        <p:nvSpPr>
          <p:cNvPr id="4" name="标题 1"/>
          <p:cNvSpPr txBox="1"/>
          <p:nvPr/>
        </p:nvSpPr>
        <p:spPr>
          <a:xfrm>
            <a:off x="1317774" y="2035564"/>
            <a:ext cx="504000" cy="504000"/>
          </a:xfrm>
          <a:prstGeom prst="ellipse">
            <a:avLst/>
          </a:prstGeom>
          <a:solidFill>
            <a:schemeClr val="accent1">
              <a:lumMod val="20000"/>
              <a:lumOff val="80000"/>
            </a:schemeClr>
          </a:solidFill>
          <a:ln w="12700" cap="sq">
            <a:noFill/>
            <a:miter/>
          </a:ln>
          <a:effectLst/>
        </p:spPr>
        <p:txBody>
          <a:bodyPr vert="horz" wrap="square" lIns="91440" tIns="45720" rIns="91440" bIns="45720" rtlCol="0" anchor="ctr"/>
          <a:lstStyle/>
          <a:p>
            <a:pPr algn="ctr"/>
            <a:endParaRPr kumimoji="1" lang="zh-CN" altLang="en-US"/>
          </a:p>
        </p:txBody>
      </p:sp>
      <p:sp>
        <p:nvSpPr>
          <p:cNvPr id="6" name="标题 1"/>
          <p:cNvSpPr txBox="1"/>
          <p:nvPr/>
        </p:nvSpPr>
        <p:spPr>
          <a:xfrm>
            <a:off x="1317774" y="2761532"/>
            <a:ext cx="3960000" cy="2538699"/>
          </a:xfrm>
          <a:prstGeom prst="rect">
            <a:avLst/>
          </a:prstGeom>
          <a:noFill/>
          <a:ln>
            <a:noFill/>
          </a:ln>
        </p:spPr>
        <p:txBody>
          <a:bodyPr vert="horz" wrap="square" lIns="0" tIns="0" rIns="0" bIns="0" rtlCol="0" anchor="t"/>
          <a:lstStyle/>
          <a:p>
            <a:r>
              <a:rPr lang="es-EC" dirty="0"/>
              <a:t>La integración es posible gracias a las </a:t>
            </a:r>
            <a:r>
              <a:rPr lang="es-EC" b="1" dirty="0" err="1"/>
              <a:t>APIs</a:t>
            </a:r>
            <a:r>
              <a:rPr lang="es-EC" b="1" dirty="0"/>
              <a:t> (Interfaces de Programación de Aplicaciones)</a:t>
            </a:r>
            <a:r>
              <a:rPr lang="es-EC" dirty="0"/>
              <a:t>. Casi todo el software de gestión moderno (VMware, Cisco, Microsoft, herramientas de monitoreo, sistemas de </a:t>
            </a:r>
            <a:r>
              <a:rPr lang="es-EC" dirty="0" err="1"/>
              <a:t>ticketing</a:t>
            </a:r>
            <a:r>
              <a:rPr lang="es-EC" dirty="0"/>
              <a:t>) tiene una API. Esto permite que un script o una plataforma de automatización le dé "órdenes" a otro software.</a:t>
            </a:r>
          </a:p>
        </p:txBody>
      </p:sp>
      <p:sp>
        <p:nvSpPr>
          <p:cNvPr id="11" name="标题 1"/>
          <p:cNvSpPr txBox="1"/>
          <p:nvPr/>
        </p:nvSpPr>
        <p:spPr>
          <a:xfrm>
            <a:off x="498273" y="37338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660400"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El "Pegamento": las APIs</a:t>
            </a:r>
            <a:endParaRPr kumimoji="1" lang="zh-CN" altLang="en-US"/>
          </a:p>
        </p:txBody>
      </p:sp>
      <p:sp>
        <p:nvSpPr>
          <p:cNvPr id="13" name="标题 1"/>
          <p:cNvSpPr txBox="1"/>
          <p:nvPr/>
        </p:nvSpPr>
        <p:spPr>
          <a:xfrm rot="10800000">
            <a:off x="436515" y="301852"/>
            <a:ext cx="309616" cy="296154"/>
          </a:xfrm>
          <a:custGeom>
            <a:avLst/>
            <a:gdLst>
              <a:gd name="connsiteX0" fmla="*/ 0 w 522052"/>
              <a:gd name="connsiteY0" fmla="*/ 382622 h 499354"/>
              <a:gd name="connsiteX1" fmla="*/ 116732 w 522052"/>
              <a:gd name="connsiteY1" fmla="*/ 265890 h 499354"/>
              <a:gd name="connsiteX2" fmla="*/ 288588 w 522052"/>
              <a:gd name="connsiteY2" fmla="*/ 265890 h 499354"/>
              <a:gd name="connsiteX3" fmla="*/ 288588 w 522052"/>
              <a:gd name="connsiteY3" fmla="*/ 116732 h 499354"/>
              <a:gd name="connsiteX4" fmla="*/ 405320 w 522052"/>
              <a:gd name="connsiteY4" fmla="*/ 0 h 499354"/>
              <a:gd name="connsiteX5" fmla="*/ 522052 w 522052"/>
              <a:gd name="connsiteY5" fmla="*/ 116732 h 499354"/>
              <a:gd name="connsiteX6" fmla="*/ 522052 w 522052"/>
              <a:gd name="connsiteY6" fmla="*/ 382621 h 499354"/>
              <a:gd name="connsiteX7" fmla="*/ 405320 w 522052"/>
              <a:gd name="connsiteY7" fmla="*/ 499353 h 499354"/>
              <a:gd name="connsiteX8" fmla="*/ 393972 w 522052"/>
              <a:gd name="connsiteY8" fmla="*/ 497062 h 499354"/>
              <a:gd name="connsiteX9" fmla="*/ 382622 w 522052"/>
              <a:gd name="connsiteY9" fmla="*/ 499354 h 499354"/>
              <a:gd name="connsiteX10" fmla="*/ 116732 w 522052"/>
              <a:gd name="connsiteY10" fmla="*/ 499354 h 499354"/>
              <a:gd name="connsiteX11" fmla="*/ 0 w 522052"/>
              <a:gd name="connsiteY11" fmla="*/ 382622 h 499354"/>
            </a:gdLst>
            <a:ahLst/>
            <a:cxnLst/>
            <a:rect l="l" t="t" r="r" b="b"/>
            <a:pathLst>
              <a:path w="522052" h="499354">
                <a:moveTo>
                  <a:pt x="0" y="382622"/>
                </a:moveTo>
                <a:cubicBezTo>
                  <a:pt x="0" y="318153"/>
                  <a:pt x="52263" y="265890"/>
                  <a:pt x="116732" y="265890"/>
                </a:cubicBezTo>
                <a:lnTo>
                  <a:pt x="288588" y="265890"/>
                </a:lnTo>
                <a:lnTo>
                  <a:pt x="288588" y="116732"/>
                </a:lnTo>
                <a:cubicBezTo>
                  <a:pt x="288588" y="52263"/>
                  <a:pt x="340851" y="0"/>
                  <a:pt x="405320" y="0"/>
                </a:cubicBezTo>
                <a:cubicBezTo>
                  <a:pt x="469789" y="0"/>
                  <a:pt x="522052" y="52263"/>
                  <a:pt x="522052" y="116732"/>
                </a:cubicBezTo>
                <a:lnTo>
                  <a:pt x="522052" y="382621"/>
                </a:lnTo>
                <a:cubicBezTo>
                  <a:pt x="522052" y="447090"/>
                  <a:pt x="469789" y="499353"/>
                  <a:pt x="405320" y="499353"/>
                </a:cubicBezTo>
                <a:lnTo>
                  <a:pt x="393972" y="497062"/>
                </a:lnTo>
                <a:lnTo>
                  <a:pt x="382622" y="499354"/>
                </a:lnTo>
                <a:lnTo>
                  <a:pt x="116732" y="499354"/>
                </a:lnTo>
                <a:cubicBezTo>
                  <a:pt x="52263" y="499354"/>
                  <a:pt x="0" y="447091"/>
                  <a:pt x="0" y="382622"/>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14" name="Imagen 13">
            <a:extLst>
              <a:ext uri="{FF2B5EF4-FFF2-40B4-BE49-F238E27FC236}">
                <a16:creationId xmlns:a16="http://schemas.microsoft.com/office/drawing/2014/main" id="{5715B289-8567-DF52-4AE0-4F71BC33DBD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flipH="1">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a:off x="6440183" y="1673231"/>
            <a:ext cx="3960000" cy="3960613"/>
          </a:xfrm>
          <a:prstGeom prst="roundRect">
            <a:avLst>
              <a:gd name="adj" fmla="val 3543"/>
            </a:avLst>
          </a:prstGeom>
          <a:solidFill>
            <a:schemeClr val="bg1"/>
          </a:solidFill>
          <a:ln w="12700" cap="sq">
            <a:noFill/>
            <a:miter/>
          </a:ln>
          <a:effectLst>
            <a:outerShdw blurRad="71323" sx="102000" sy="102000" algn="ctr" rotWithShape="0">
              <a:schemeClr val="accent1">
                <a:alpha val="8000"/>
              </a:schemeClr>
            </a:outerShdw>
          </a:effectLst>
        </p:spPr>
        <p:txBody>
          <a:bodyPr vert="horz" wrap="square" lIns="85588" tIns="42794" rIns="85588" bIns="42794" rtlCol="0" anchor="ctr"/>
          <a:lstStyle/>
          <a:p>
            <a:pPr algn="ctr"/>
            <a:endParaRPr kumimoji="1" lang="zh-CN" altLang="en-US"/>
          </a:p>
        </p:txBody>
      </p:sp>
      <p:sp>
        <p:nvSpPr>
          <p:cNvPr id="4" name="标题 1"/>
          <p:cNvSpPr txBox="1"/>
          <p:nvPr/>
        </p:nvSpPr>
        <p:spPr>
          <a:xfrm rot="5400000">
            <a:off x="8065560" y="251892"/>
            <a:ext cx="467151" cy="3692506"/>
          </a:xfrm>
          <a:prstGeom prst="round2SameRect">
            <a:avLst>
              <a:gd name="adj1" fmla="val 50000"/>
              <a:gd name="adj2" fmla="val 0"/>
            </a:avLst>
          </a:prstGeom>
          <a:solidFill>
            <a:schemeClr val="accent1"/>
          </a:solidFill>
          <a:ln w="12700" cap="sq">
            <a:noFill/>
            <a:miter/>
          </a:ln>
        </p:spPr>
        <p:txBody>
          <a:bodyPr vert="horz" wrap="square" lIns="91440" tIns="45720" rIns="91440" bIns="45720" rtlCol="0" anchor="ctr"/>
          <a:lstStyle/>
          <a:p>
            <a:pPr algn="l"/>
            <a:endParaRPr kumimoji="1" lang="zh-CN" altLang="en-US"/>
          </a:p>
        </p:txBody>
      </p:sp>
      <p:sp>
        <p:nvSpPr>
          <p:cNvPr id="5" name="标题 1"/>
          <p:cNvSpPr txBox="1"/>
          <p:nvPr/>
        </p:nvSpPr>
        <p:spPr>
          <a:xfrm>
            <a:off x="1779117" y="1673231"/>
            <a:ext cx="3960000" cy="3960613"/>
          </a:xfrm>
          <a:prstGeom prst="roundRect">
            <a:avLst>
              <a:gd name="adj" fmla="val 3543"/>
            </a:avLst>
          </a:prstGeom>
          <a:solidFill>
            <a:schemeClr val="bg1"/>
          </a:solidFill>
          <a:ln w="12700" cap="sq">
            <a:noFill/>
            <a:miter/>
          </a:ln>
          <a:effectLst>
            <a:outerShdw blurRad="71323" sx="102000" sy="102000" algn="ctr" rotWithShape="0">
              <a:schemeClr val="accent1">
                <a:alpha val="8000"/>
              </a:schemeClr>
            </a:outerShdw>
          </a:effectLst>
        </p:spPr>
        <p:txBody>
          <a:bodyPr vert="horz" wrap="square" lIns="85588" tIns="42794" rIns="85588" bIns="42794" rtlCol="0" anchor="ctr"/>
          <a:lstStyle/>
          <a:p>
            <a:pPr algn="ctr"/>
            <a:endParaRPr kumimoji="1" lang="zh-CN" altLang="en-US"/>
          </a:p>
        </p:txBody>
      </p:sp>
      <p:sp>
        <p:nvSpPr>
          <p:cNvPr id="6" name="标题 1"/>
          <p:cNvSpPr txBox="1"/>
          <p:nvPr/>
        </p:nvSpPr>
        <p:spPr>
          <a:xfrm>
            <a:off x="2046611" y="2523058"/>
            <a:ext cx="3420000" cy="2814752"/>
          </a:xfrm>
          <a:prstGeom prst="rect">
            <a:avLst/>
          </a:prstGeom>
          <a:noFill/>
          <a:ln>
            <a:noFill/>
          </a:ln>
        </p:spPr>
        <p:txBody>
          <a:bodyPr vert="horz" wrap="square" lIns="0" tIns="0" rIns="0" bIns="0" rtlCol="0" anchor="t"/>
          <a:lstStyle/>
          <a:p>
            <a:pPr lvl="0"/>
            <a:r>
              <a:rPr lang="es-EC" sz="1400" b="1" dirty="0"/>
              <a:t>Ansible:</a:t>
            </a:r>
            <a:r>
              <a:rPr lang="es-EC" sz="1400" dirty="0"/>
              <a:t> Muy popular por su simplicidad (usa YAML). Se enfoca en la "Gestión de Configuración". El administrador no escribe un script de "cómo" instalar algo, sino que describe el "estado deseado" (Ej. "Quiero que estos 100 servidores web tengan Apache instalado y corriendo"). Ansible se encarga del resto.</a:t>
            </a:r>
          </a:p>
          <a:p>
            <a:pPr lvl="0"/>
            <a:endParaRPr lang="es-EC" sz="1400" dirty="0"/>
          </a:p>
          <a:p>
            <a:pPr lvl="0"/>
            <a:r>
              <a:rPr lang="es-EC" sz="1400" b="1" dirty="0" err="1"/>
              <a:t>Terraform</a:t>
            </a:r>
            <a:r>
              <a:rPr lang="es-EC" sz="1400" b="1" dirty="0"/>
              <a:t>:</a:t>
            </a:r>
            <a:r>
              <a:rPr lang="es-EC" sz="1400" dirty="0"/>
              <a:t> Se enfoca en "Infraestructura como Código (</a:t>
            </a:r>
            <a:r>
              <a:rPr lang="es-EC" sz="1400" dirty="0" err="1"/>
              <a:t>IaC</a:t>
            </a:r>
            <a:r>
              <a:rPr lang="es-EC" sz="1400" dirty="0"/>
              <a:t>)". Se usa para </a:t>
            </a:r>
            <a:r>
              <a:rPr lang="es-EC" sz="1400" i="1" dirty="0"/>
              <a:t>provisionar</a:t>
            </a:r>
            <a:r>
              <a:rPr lang="es-EC" sz="1400" dirty="0"/>
              <a:t> infraestructura (</a:t>
            </a:r>
            <a:r>
              <a:rPr lang="es-EC" sz="1400" dirty="0" err="1"/>
              <a:t>VMs</a:t>
            </a:r>
            <a:r>
              <a:rPr lang="es-EC" sz="1400" dirty="0"/>
              <a:t>, redes, balanceadores de carga) en la nube (AWS, Azure, GCP) o en </a:t>
            </a:r>
            <a:r>
              <a:rPr lang="es-EC" sz="1400" i="1" dirty="0" err="1"/>
              <a:t>on</a:t>
            </a:r>
            <a:r>
              <a:rPr lang="es-EC" sz="1400" i="1" dirty="0"/>
              <a:t>-premise</a:t>
            </a:r>
            <a:r>
              <a:rPr lang="es-EC" sz="1400" dirty="0"/>
              <a:t> (VMware).</a:t>
            </a:r>
          </a:p>
          <a:p>
            <a:pPr algn="l"/>
            <a:r>
              <a:rPr kumimoji="1" lang="en-US" altLang="zh-CN" sz="1200" dirty="0">
                <a:ln w="12700">
                  <a:noFill/>
                </a:ln>
                <a:solidFill>
                  <a:srgbClr val="404040">
                    <a:alpha val="100000"/>
                  </a:srgbClr>
                </a:solidFill>
                <a:latin typeface="Poppins"/>
                <a:ea typeface="Poppins"/>
                <a:cs typeface="Poppins"/>
              </a:rPr>
              <a:t>.</a:t>
            </a:r>
            <a:endParaRPr kumimoji="1" lang="zh-CN" altLang="en-US" sz="1200" dirty="0"/>
          </a:p>
        </p:txBody>
      </p:sp>
      <p:sp>
        <p:nvSpPr>
          <p:cNvPr id="7" name="标题 1"/>
          <p:cNvSpPr txBox="1"/>
          <p:nvPr/>
        </p:nvSpPr>
        <p:spPr>
          <a:xfrm rot="16200000">
            <a:off x="3659289" y="251892"/>
            <a:ext cx="467150" cy="3692506"/>
          </a:xfrm>
          <a:prstGeom prst="round2SameRect">
            <a:avLst>
              <a:gd name="adj1" fmla="val 50000"/>
              <a:gd name="adj2" fmla="val 0"/>
            </a:avLst>
          </a:prstGeom>
          <a:solidFill>
            <a:schemeClr val="accent1"/>
          </a:solidFill>
          <a:ln w="12700" cap="sq">
            <a:noFill/>
            <a:miter/>
          </a:ln>
        </p:spPr>
        <p:txBody>
          <a:bodyPr vert="horz" wrap="square" lIns="91440" tIns="45720" rIns="91440" bIns="45720" rtlCol="0" anchor="ctr"/>
          <a:lstStyle/>
          <a:p>
            <a:pPr algn="l"/>
            <a:endParaRPr kumimoji="1" lang="zh-CN" altLang="en-US"/>
          </a:p>
        </p:txBody>
      </p:sp>
      <p:sp>
        <p:nvSpPr>
          <p:cNvPr id="9" name="标题 1"/>
          <p:cNvSpPr txBox="1"/>
          <p:nvPr/>
        </p:nvSpPr>
        <p:spPr>
          <a:xfrm>
            <a:off x="6582786" y="2437232"/>
            <a:ext cx="3674794" cy="3196612"/>
          </a:xfrm>
          <a:prstGeom prst="rect">
            <a:avLst/>
          </a:prstGeom>
          <a:noFill/>
          <a:ln>
            <a:noFill/>
          </a:ln>
        </p:spPr>
        <p:txBody>
          <a:bodyPr vert="horz" wrap="square" lIns="0" tIns="0" rIns="0" bIns="0" rtlCol="0" anchor="t"/>
          <a:lstStyle/>
          <a:p>
            <a:pPr lvl="0"/>
            <a:r>
              <a:rPr lang="es-EC" sz="1400" b="1" dirty="0"/>
              <a:t>Sistemas de Orquestación: </a:t>
            </a:r>
            <a:r>
              <a:rPr lang="es-EC" sz="1400" dirty="0"/>
              <a:t>Herramientas como </a:t>
            </a:r>
            <a:r>
              <a:rPr lang="es-EC" sz="1400" b="1" dirty="0" err="1"/>
              <a:t>ServiceNow</a:t>
            </a:r>
            <a:r>
              <a:rPr lang="es-EC" sz="1400" dirty="0"/>
              <a:t> o </a:t>
            </a:r>
            <a:r>
              <a:rPr lang="es-EC" sz="1400" b="1" dirty="0"/>
              <a:t>Jira Service Management </a:t>
            </a:r>
            <a:r>
              <a:rPr lang="es-EC" sz="1400" dirty="0"/>
              <a:t>pueden actuar como el "cerebro" central.</a:t>
            </a:r>
          </a:p>
          <a:p>
            <a:pPr marL="742950" lvl="1" indent="-285750">
              <a:buFont typeface="Arial" panose="020B0604020202020204" pitchFamily="34" charset="0"/>
              <a:buChar char="•"/>
            </a:pPr>
            <a:r>
              <a:rPr lang="es-EC" sz="1400" dirty="0"/>
              <a:t>Flujo de ejemplo: Un usuario pide un nuevo servidor en el portal de </a:t>
            </a:r>
            <a:r>
              <a:rPr lang="es-EC" sz="1400" dirty="0" err="1"/>
              <a:t>ServiceNow</a:t>
            </a:r>
            <a:r>
              <a:rPr lang="es-EC" sz="1400" dirty="0"/>
              <a:t> -&gt; El ticket se aprueba automáticamente -&gt; </a:t>
            </a:r>
            <a:r>
              <a:rPr lang="es-EC" sz="1400" dirty="0" err="1"/>
              <a:t>ServiceNow</a:t>
            </a:r>
            <a:r>
              <a:rPr lang="es-EC" sz="1400" dirty="0"/>
              <a:t> llama a la API de </a:t>
            </a:r>
            <a:r>
              <a:rPr lang="es-EC" sz="1400" dirty="0" err="1"/>
              <a:t>Terraform</a:t>
            </a:r>
            <a:r>
              <a:rPr lang="es-EC" sz="1400" dirty="0"/>
              <a:t> para crear la VM -&gt; </a:t>
            </a:r>
            <a:r>
              <a:rPr lang="es-EC" sz="1400" dirty="0" err="1"/>
              <a:t>Terraform</a:t>
            </a:r>
            <a:r>
              <a:rPr lang="es-EC" sz="1400" dirty="0"/>
              <a:t> llama a la API de VMware -&gt; Una vez creada, </a:t>
            </a:r>
            <a:r>
              <a:rPr lang="es-EC" sz="1400" dirty="0" err="1"/>
              <a:t>ServiceNow</a:t>
            </a:r>
            <a:r>
              <a:rPr lang="es-EC" sz="1400" dirty="0"/>
              <a:t> llama a Ansible para configurar la VM (instalar software, aplicar parches).</a:t>
            </a:r>
          </a:p>
          <a:p>
            <a:r>
              <a:rPr lang="es-EC" sz="1400" dirty="0"/>
              <a:t>El administrador no intervino en ningún paso. </a:t>
            </a:r>
            <a:endParaRPr lang="zh-CN" altLang="en-US" sz="1400" dirty="0"/>
          </a:p>
        </p:txBody>
      </p:sp>
      <p:sp>
        <p:nvSpPr>
          <p:cNvPr id="11" name="标题 1"/>
          <p:cNvSpPr txBox="1"/>
          <p:nvPr/>
        </p:nvSpPr>
        <p:spPr>
          <a:xfrm>
            <a:off x="498273" y="373379"/>
            <a:ext cx="8171180" cy="1003817"/>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a:off x="923291" y="632228"/>
            <a:ext cx="6700520" cy="468000"/>
          </a:xfrm>
          <a:prstGeom prst="rect">
            <a:avLst/>
          </a:prstGeom>
          <a:noFill/>
          <a:ln>
            <a:noFill/>
          </a:ln>
        </p:spPr>
        <p:txBody>
          <a:bodyPr vert="horz" wrap="square" lIns="0" tIns="0" rIns="0" bIns="0" rtlCol="0" anchor="ctr"/>
          <a:lstStyle/>
          <a:p>
            <a:pPr algn="l"/>
            <a:r>
              <a:rPr kumimoji="1" lang="en-US" altLang="zh-CN" sz="2800" dirty="0" err="1">
                <a:ln w="12700">
                  <a:noFill/>
                </a:ln>
                <a:solidFill>
                  <a:srgbClr val="262626">
                    <a:alpha val="100000"/>
                  </a:srgbClr>
                </a:solidFill>
                <a:latin typeface="poppins-bold"/>
                <a:ea typeface="poppins-bold"/>
                <a:cs typeface="poppins-bold"/>
              </a:rPr>
              <a:t>Plataformas</a:t>
            </a:r>
            <a:r>
              <a:rPr kumimoji="1" lang="en-US" altLang="zh-CN" sz="2800" dirty="0">
                <a:ln w="12700">
                  <a:noFill/>
                </a:ln>
                <a:solidFill>
                  <a:srgbClr val="262626">
                    <a:alpha val="100000"/>
                  </a:srgbClr>
                </a:solidFill>
                <a:latin typeface="poppins-bold"/>
                <a:ea typeface="poppins-bold"/>
                <a:cs typeface="poppins-bold"/>
              </a:rPr>
              <a:t> de </a:t>
            </a:r>
            <a:r>
              <a:rPr kumimoji="1" lang="en-US" altLang="zh-CN" sz="2800" dirty="0" err="1">
                <a:ln w="12700">
                  <a:noFill/>
                </a:ln>
                <a:solidFill>
                  <a:srgbClr val="262626">
                    <a:alpha val="100000"/>
                  </a:srgbClr>
                </a:solidFill>
                <a:latin typeface="poppins-bold"/>
                <a:ea typeface="poppins-bold"/>
                <a:cs typeface="poppins-bold"/>
              </a:rPr>
              <a:t>Gestión</a:t>
            </a:r>
            <a:r>
              <a:rPr kumimoji="1" lang="en-US" altLang="zh-CN" sz="2800" dirty="0">
                <a:ln w="12700">
                  <a:noFill/>
                </a:ln>
                <a:solidFill>
                  <a:srgbClr val="262626">
                    <a:alpha val="100000"/>
                  </a:srgbClr>
                </a:solidFill>
                <a:latin typeface="poppins-bold"/>
                <a:ea typeface="poppins-bold"/>
                <a:cs typeface="poppins-bold"/>
              </a:rPr>
              <a:t> de </a:t>
            </a:r>
            <a:r>
              <a:rPr kumimoji="1" lang="en-US" altLang="zh-CN" sz="2800" dirty="0" err="1">
                <a:ln w="12700">
                  <a:noFill/>
                </a:ln>
                <a:solidFill>
                  <a:srgbClr val="262626">
                    <a:alpha val="100000"/>
                  </a:srgbClr>
                </a:solidFill>
                <a:latin typeface="poppins-bold"/>
                <a:ea typeface="poppins-bold"/>
                <a:cs typeface="poppins-bold"/>
              </a:rPr>
              <a:t>Configuración</a:t>
            </a:r>
            <a:r>
              <a:rPr kumimoji="1" lang="en-US" altLang="zh-CN" sz="2800" dirty="0">
                <a:ln w="12700">
                  <a:noFill/>
                </a:ln>
                <a:solidFill>
                  <a:srgbClr val="262626">
                    <a:alpha val="100000"/>
                  </a:srgbClr>
                </a:solidFill>
                <a:latin typeface="poppins-bold"/>
                <a:ea typeface="poppins-bold"/>
                <a:cs typeface="poppins-bold"/>
              </a:rPr>
              <a:t> (CM) e </a:t>
            </a:r>
            <a:r>
              <a:rPr kumimoji="1" lang="en-US" altLang="zh-CN" sz="2800" dirty="0" err="1">
                <a:ln w="12700">
                  <a:noFill/>
                </a:ln>
                <a:solidFill>
                  <a:srgbClr val="262626">
                    <a:alpha val="100000"/>
                  </a:srgbClr>
                </a:solidFill>
                <a:latin typeface="poppins-bold"/>
                <a:ea typeface="poppins-bold"/>
                <a:cs typeface="poppins-bold"/>
              </a:rPr>
              <a:t>IaC</a:t>
            </a:r>
            <a:endParaRPr kumimoji="1" lang="zh-CN" altLang="en-US" dirty="0"/>
          </a:p>
        </p:txBody>
      </p:sp>
      <p:sp>
        <p:nvSpPr>
          <p:cNvPr id="13" name="标题 1"/>
          <p:cNvSpPr txBox="1"/>
          <p:nvPr/>
        </p:nvSpPr>
        <p:spPr>
          <a:xfrm rot="10800000">
            <a:off x="436515" y="301852"/>
            <a:ext cx="309616" cy="296154"/>
          </a:xfrm>
          <a:custGeom>
            <a:avLst/>
            <a:gdLst>
              <a:gd name="connsiteX0" fmla="*/ 0 w 522052"/>
              <a:gd name="connsiteY0" fmla="*/ 382622 h 499354"/>
              <a:gd name="connsiteX1" fmla="*/ 116732 w 522052"/>
              <a:gd name="connsiteY1" fmla="*/ 265890 h 499354"/>
              <a:gd name="connsiteX2" fmla="*/ 288588 w 522052"/>
              <a:gd name="connsiteY2" fmla="*/ 265890 h 499354"/>
              <a:gd name="connsiteX3" fmla="*/ 288588 w 522052"/>
              <a:gd name="connsiteY3" fmla="*/ 116732 h 499354"/>
              <a:gd name="connsiteX4" fmla="*/ 405320 w 522052"/>
              <a:gd name="connsiteY4" fmla="*/ 0 h 499354"/>
              <a:gd name="connsiteX5" fmla="*/ 522052 w 522052"/>
              <a:gd name="connsiteY5" fmla="*/ 116732 h 499354"/>
              <a:gd name="connsiteX6" fmla="*/ 522052 w 522052"/>
              <a:gd name="connsiteY6" fmla="*/ 382621 h 499354"/>
              <a:gd name="connsiteX7" fmla="*/ 405320 w 522052"/>
              <a:gd name="connsiteY7" fmla="*/ 499353 h 499354"/>
              <a:gd name="connsiteX8" fmla="*/ 393972 w 522052"/>
              <a:gd name="connsiteY8" fmla="*/ 497062 h 499354"/>
              <a:gd name="connsiteX9" fmla="*/ 382622 w 522052"/>
              <a:gd name="connsiteY9" fmla="*/ 499354 h 499354"/>
              <a:gd name="connsiteX10" fmla="*/ 116732 w 522052"/>
              <a:gd name="connsiteY10" fmla="*/ 499354 h 499354"/>
              <a:gd name="connsiteX11" fmla="*/ 0 w 522052"/>
              <a:gd name="connsiteY11" fmla="*/ 382622 h 499354"/>
            </a:gdLst>
            <a:ahLst/>
            <a:cxnLst/>
            <a:rect l="l" t="t" r="r" b="b"/>
            <a:pathLst>
              <a:path w="522052" h="499354">
                <a:moveTo>
                  <a:pt x="0" y="382622"/>
                </a:moveTo>
                <a:cubicBezTo>
                  <a:pt x="0" y="318153"/>
                  <a:pt x="52263" y="265890"/>
                  <a:pt x="116732" y="265890"/>
                </a:cubicBezTo>
                <a:lnTo>
                  <a:pt x="288588" y="265890"/>
                </a:lnTo>
                <a:lnTo>
                  <a:pt x="288588" y="116732"/>
                </a:lnTo>
                <a:cubicBezTo>
                  <a:pt x="288588" y="52263"/>
                  <a:pt x="340851" y="0"/>
                  <a:pt x="405320" y="0"/>
                </a:cubicBezTo>
                <a:cubicBezTo>
                  <a:pt x="469789" y="0"/>
                  <a:pt x="522052" y="52263"/>
                  <a:pt x="522052" y="116732"/>
                </a:cubicBezTo>
                <a:lnTo>
                  <a:pt x="522052" y="382621"/>
                </a:lnTo>
                <a:cubicBezTo>
                  <a:pt x="522052" y="447090"/>
                  <a:pt x="469789" y="499353"/>
                  <a:pt x="405320" y="499353"/>
                </a:cubicBezTo>
                <a:lnTo>
                  <a:pt x="393972" y="497062"/>
                </a:lnTo>
                <a:lnTo>
                  <a:pt x="382622" y="499354"/>
                </a:lnTo>
                <a:lnTo>
                  <a:pt x="116732" y="499354"/>
                </a:lnTo>
                <a:cubicBezTo>
                  <a:pt x="52263" y="499354"/>
                  <a:pt x="0" y="447091"/>
                  <a:pt x="0" y="382622"/>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15" name="Imagen 14">
            <a:extLst>
              <a:ext uri="{FF2B5EF4-FFF2-40B4-BE49-F238E27FC236}">
                <a16:creationId xmlns:a16="http://schemas.microsoft.com/office/drawing/2014/main" id="{98D4F053-3848-6282-3FBE-8025635714D4}"/>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3" name="Imagen 2"/>
          <p:cNvPicPr>
            <a:picLocks noChangeAspect="1"/>
          </p:cNvPicPr>
          <p:nvPr/>
        </p:nvPicPr>
        <p:blipFill>
          <a:blip r:embed="rId2">
            <a:alphaModFix/>
          </a:blip>
          <a:srcRect l="34798" t="10263" r="6538" b="17674"/>
          <a:stretch>
            <a:fillRect/>
          </a:stretch>
        </p:blipFill>
        <p:spPr>
          <a:xfrm flipH="1">
            <a:off x="174171" y="1016001"/>
            <a:ext cx="6662058" cy="4586514"/>
          </a:xfrm>
          <a:prstGeom prst="rect">
            <a:avLst/>
          </a:prstGeom>
          <a:noFill/>
          <a:ln>
            <a:noFill/>
          </a:ln>
        </p:spPr>
      </p:pic>
      <p:sp>
        <p:nvSpPr>
          <p:cNvPr id="4" name="标题 1"/>
          <p:cNvSpPr txBox="1"/>
          <p:nvPr/>
        </p:nvSpPr>
        <p:spPr>
          <a:xfrm>
            <a:off x="6879771" y="3359947"/>
            <a:ext cx="4760688" cy="1255728"/>
          </a:xfrm>
          <a:prstGeom prst="rect">
            <a:avLst/>
          </a:prstGeom>
          <a:noFill/>
          <a:ln>
            <a:noFill/>
          </a:ln>
        </p:spPr>
        <p:txBody>
          <a:bodyPr vert="horz" wrap="square" lIns="91440" tIns="45720" rIns="91440" bIns="45720" rtlCol="0" anchor="ctr"/>
          <a:lstStyle/>
          <a:p>
            <a:pPr algn="ctr"/>
            <a:r>
              <a:rPr kumimoji="1" lang="en-US" altLang="zh-CN" sz="2039">
                <a:ln w="12700">
                  <a:noFill/>
                </a:ln>
                <a:solidFill>
                  <a:srgbClr val="000000">
                    <a:alpha val="100000"/>
                  </a:srgbClr>
                </a:solidFill>
                <a:latin typeface="poppins-bold"/>
                <a:ea typeface="poppins-bold"/>
                <a:cs typeface="poppins-bold"/>
              </a:rPr>
              <a:t>Ejemplos de Automatización en TI (Casos de Uso)</a:t>
            </a:r>
            <a:endParaRPr kumimoji="1" lang="zh-CN" altLang="en-US"/>
          </a:p>
        </p:txBody>
      </p:sp>
      <p:sp>
        <p:nvSpPr>
          <p:cNvPr id="6" name="标题 1"/>
          <p:cNvSpPr txBox="1"/>
          <p:nvPr/>
        </p:nvSpPr>
        <p:spPr>
          <a:xfrm flipH="1">
            <a:off x="8745588" y="2147252"/>
            <a:ext cx="1029054" cy="1029054"/>
          </a:xfrm>
          <a:prstGeom prst="ellipse">
            <a:avLst/>
          </a:prstGeom>
          <a:solidFill>
            <a:schemeClr val="tx1"/>
          </a:solidFill>
          <a:ln w="12700"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a:off x="8031679" y="1262814"/>
            <a:ext cx="2456872" cy="1667352"/>
          </a:xfrm>
          <a:prstGeom prst="rect">
            <a:avLst/>
          </a:prstGeom>
          <a:noFill/>
          <a:ln>
            <a:noFill/>
          </a:ln>
        </p:spPr>
        <p:txBody>
          <a:bodyPr vert="horz" wrap="square" lIns="0" tIns="0" rIns="0" bIns="0" rtlCol="0" anchor="b"/>
          <a:lstStyle/>
          <a:p>
            <a:pPr algn="ctr"/>
            <a:r>
              <a:rPr kumimoji="1" lang="en-US" altLang="zh-CN" sz="4000">
                <a:ln w="12700">
                  <a:noFill/>
                </a:ln>
                <a:solidFill>
                  <a:srgbClr val="FFFFFF">
                    <a:alpha val="100000"/>
                  </a:srgbClr>
                </a:solidFill>
                <a:latin typeface="Barlow Condensed Medium"/>
                <a:ea typeface="Barlow Condensed Medium"/>
                <a:cs typeface="Barlow Condensed Medium"/>
              </a:rPr>
              <a:t> 03</a:t>
            </a:r>
            <a:endParaRPr kumimoji="1" lang="zh-CN" altLang="en-US"/>
          </a:p>
        </p:txBody>
      </p:sp>
      <p:pic>
        <p:nvPicPr>
          <p:cNvPr id="8" name="Imagen 7">
            <a:extLst>
              <a:ext uri="{FF2B5EF4-FFF2-40B4-BE49-F238E27FC236}">
                <a16:creationId xmlns:a16="http://schemas.microsoft.com/office/drawing/2014/main" id="{5257E351-5E9E-1E57-1A63-3A7943B71984}"/>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2864569" y="1518773"/>
            <a:ext cx="7997315" cy="1380888"/>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4" name="标题 1"/>
          <p:cNvSpPr txBox="1"/>
          <p:nvPr/>
        </p:nvSpPr>
        <p:spPr>
          <a:xfrm>
            <a:off x="3154068" y="2105024"/>
            <a:ext cx="7277494" cy="771963"/>
          </a:xfrm>
          <a:prstGeom prst="rect">
            <a:avLst/>
          </a:prstGeom>
          <a:noFill/>
          <a:ln cap="sq">
            <a:noFill/>
          </a:ln>
        </p:spPr>
        <p:txBody>
          <a:bodyPr vert="horz" wrap="square" lIns="0" tIns="0" rIns="0" bIns="0" rtlCol="0" anchor="t"/>
          <a:lstStyle/>
          <a:p>
            <a:r>
              <a:rPr lang="es-EC" sz="1400" dirty="0"/>
              <a:t>Un técnico recibe un ticket de RRHH. Debe: 1. Crear cuenta en Active </a:t>
            </a:r>
            <a:r>
              <a:rPr lang="es-EC" sz="1400" dirty="0" err="1"/>
              <a:t>Directory</a:t>
            </a:r>
            <a:r>
              <a:rPr lang="es-EC" sz="1400" dirty="0"/>
              <a:t>. 2. Crear buzón en Exchange. 3. Dar acceso a 5 carpetas compartidas. 4. Añadirlo al VPN. (Propenso a olvidos).</a:t>
            </a:r>
            <a:r>
              <a:rPr kumimoji="1" lang="en-US" altLang="zh-CN" sz="821" dirty="0">
                <a:ln w="12700">
                  <a:noFill/>
                </a:ln>
                <a:solidFill>
                  <a:srgbClr val="262626">
                    <a:alpha val="100000"/>
                  </a:srgbClr>
                </a:solidFill>
                <a:latin typeface="Poppins"/>
                <a:ea typeface="Poppins"/>
                <a:cs typeface="Poppins"/>
              </a:rPr>
              <a:t>.</a:t>
            </a:r>
            <a:endParaRPr kumimoji="1" lang="zh-CN" altLang="en-US" dirty="0"/>
          </a:p>
        </p:txBody>
      </p:sp>
      <p:sp>
        <p:nvSpPr>
          <p:cNvPr id="5" name="标题 1"/>
          <p:cNvSpPr txBox="1"/>
          <p:nvPr/>
        </p:nvSpPr>
        <p:spPr>
          <a:xfrm>
            <a:off x="3154067" y="1692627"/>
            <a:ext cx="7277494" cy="412397"/>
          </a:xfrm>
          <a:prstGeom prst="rect">
            <a:avLst/>
          </a:prstGeom>
          <a:noFill/>
          <a:ln cap="sq">
            <a:noFill/>
          </a:ln>
        </p:spPr>
        <p:txBody>
          <a:bodyPr vert="horz" wrap="square" lIns="0" tIns="0" rIns="0" bIns="0" rtlCol="0" anchor="b"/>
          <a:lstStyle/>
          <a:p>
            <a:pPr algn="l"/>
            <a:r>
              <a:rPr kumimoji="1" lang="en-US" altLang="zh-CN" sz="1600">
                <a:ln w="12700">
                  <a:noFill/>
                </a:ln>
                <a:solidFill>
                  <a:srgbClr val="4472C4">
                    <a:alpha val="100000"/>
                  </a:srgbClr>
                </a:solidFill>
                <a:latin typeface="poppins-bold"/>
                <a:ea typeface="poppins-bold"/>
                <a:cs typeface="poppins-bold"/>
              </a:rPr>
              <a:t>Manual</a:t>
            </a:r>
            <a:endParaRPr kumimoji="1" lang="zh-CN" altLang="en-US"/>
          </a:p>
        </p:txBody>
      </p:sp>
      <p:pic>
        <p:nvPicPr>
          <p:cNvPr id="6" name="Imagen 5"/>
          <p:cNvPicPr>
            <a:picLocks noChangeAspect="1"/>
          </p:cNvPicPr>
          <p:nvPr/>
        </p:nvPicPr>
        <p:blipFill>
          <a:blip r:embed="rId2">
            <a:alphaModFix/>
          </a:blip>
          <a:srcRect l="26836" t="3821" r="14209" b="3713"/>
          <a:stretch>
            <a:fillRect/>
          </a:stretch>
        </p:blipFill>
        <p:spPr>
          <a:xfrm>
            <a:off x="1127367" y="1229054"/>
            <a:ext cx="1872753" cy="1960327"/>
          </a:xfrm>
          <a:custGeom>
            <a:avLst/>
            <a:gdLst/>
            <a:ahLst/>
            <a:cxnLst/>
            <a:rect l="l" t="t" r="r" b="b"/>
            <a:pathLst>
              <a:path w="1872753" h="1960327">
                <a:moveTo>
                  <a:pt x="0" y="0"/>
                </a:moveTo>
                <a:lnTo>
                  <a:pt x="1872753" y="0"/>
                </a:lnTo>
                <a:lnTo>
                  <a:pt x="1872753" y="1960327"/>
                </a:lnTo>
                <a:lnTo>
                  <a:pt x="0" y="1960327"/>
                </a:lnTo>
                <a:close/>
              </a:path>
            </a:pathLst>
          </a:custGeom>
          <a:noFill/>
          <a:ln>
            <a:noFill/>
          </a:ln>
        </p:spPr>
      </p:pic>
      <p:sp>
        <p:nvSpPr>
          <p:cNvPr id="7" name="标题 1"/>
          <p:cNvSpPr txBox="1"/>
          <p:nvPr/>
        </p:nvSpPr>
        <p:spPr>
          <a:xfrm>
            <a:off x="10585510" y="2588023"/>
            <a:ext cx="466423" cy="450927"/>
          </a:xfrm>
          <a:prstGeom prst="rect">
            <a:avLst/>
          </a:prstGeom>
          <a:solidFill>
            <a:schemeClr val="accent1">
              <a:lumMod val="60000"/>
              <a:lumOff val="40000"/>
            </a:schemeClr>
          </a:solidFill>
          <a:ln w="12700" cap="sq">
            <a:noFill/>
            <a:miter/>
          </a:ln>
        </p:spPr>
        <p:txBody>
          <a:bodyPr vert="horz" wrap="square" lIns="91440" tIns="45720" rIns="91440" bIns="45720" rtlCol="0" anchor="ctr"/>
          <a:lstStyle/>
          <a:p>
            <a:pPr algn="ctr"/>
            <a:endParaRPr kumimoji="1" lang="zh-CN" altLang="en-US"/>
          </a:p>
        </p:txBody>
      </p:sp>
      <p:sp>
        <p:nvSpPr>
          <p:cNvPr id="8" name="标题 1"/>
          <p:cNvSpPr txBox="1"/>
          <p:nvPr/>
        </p:nvSpPr>
        <p:spPr>
          <a:xfrm>
            <a:off x="10688700" y="2693207"/>
            <a:ext cx="260044" cy="240559"/>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ahLst/>
            <a:cxn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9" name="标题 1"/>
          <p:cNvSpPr txBox="1"/>
          <p:nvPr/>
        </p:nvSpPr>
        <p:spPr>
          <a:xfrm>
            <a:off x="2864569" y="3924234"/>
            <a:ext cx="7997315" cy="1520177"/>
          </a:xfrm>
          <a:prstGeom prst="rect">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10" name="标题 1"/>
          <p:cNvSpPr txBox="1"/>
          <p:nvPr/>
        </p:nvSpPr>
        <p:spPr>
          <a:xfrm>
            <a:off x="3154068" y="4510486"/>
            <a:ext cx="7431442" cy="771963"/>
          </a:xfrm>
          <a:prstGeom prst="rect">
            <a:avLst/>
          </a:prstGeom>
          <a:noFill/>
          <a:ln cap="sq">
            <a:noFill/>
          </a:ln>
        </p:spPr>
        <p:txBody>
          <a:bodyPr vert="horz" wrap="square" lIns="0" tIns="0" rIns="0" bIns="0" rtlCol="0" anchor="t"/>
          <a:lstStyle/>
          <a:p>
            <a:r>
              <a:rPr lang="es-EC" sz="1400" dirty="0"/>
              <a:t>Un script (o un orquestador) detecta el nuevo empleado en el sistema de RRHH. Automáticamente: crea el usuario en AD basado en una plantilla, le asigna las licencias de O365, lo añade a los grupos de seguridad correctos y envía un correo de bienvenida. Cero intervención de TI.</a:t>
            </a:r>
            <a:endParaRPr lang="zh-CN" altLang="en-US" sz="1400" dirty="0"/>
          </a:p>
        </p:txBody>
      </p:sp>
      <p:sp>
        <p:nvSpPr>
          <p:cNvPr id="11" name="标题 1"/>
          <p:cNvSpPr txBox="1"/>
          <p:nvPr/>
        </p:nvSpPr>
        <p:spPr>
          <a:xfrm>
            <a:off x="3154067" y="4098089"/>
            <a:ext cx="7277494" cy="412397"/>
          </a:xfrm>
          <a:prstGeom prst="rect">
            <a:avLst/>
          </a:prstGeom>
          <a:noFill/>
          <a:ln cap="sq">
            <a:noFill/>
          </a:ln>
        </p:spPr>
        <p:txBody>
          <a:bodyPr vert="horz" wrap="square" lIns="0" tIns="0" rIns="0" bIns="0" rtlCol="0" anchor="b"/>
          <a:lstStyle/>
          <a:p>
            <a:pPr algn="l"/>
            <a:r>
              <a:rPr kumimoji="1" lang="en-US" altLang="zh-CN" sz="1600">
                <a:ln w="12700">
                  <a:noFill/>
                </a:ln>
                <a:solidFill>
                  <a:srgbClr val="4472C4">
                    <a:alpha val="100000"/>
                  </a:srgbClr>
                </a:solidFill>
                <a:latin typeface="poppins-bold"/>
                <a:ea typeface="poppins-bold"/>
                <a:cs typeface="poppins-bold"/>
              </a:rPr>
              <a:t>Automatizado</a:t>
            </a:r>
            <a:endParaRPr kumimoji="1" lang="zh-CN" altLang="en-US"/>
          </a:p>
        </p:txBody>
      </p:sp>
      <p:pic>
        <p:nvPicPr>
          <p:cNvPr id="12" name="Imagen 11"/>
          <p:cNvPicPr>
            <a:picLocks noChangeAspect="1"/>
          </p:cNvPicPr>
          <p:nvPr/>
        </p:nvPicPr>
        <p:blipFill>
          <a:blip r:embed="rId3">
            <a:alphaModFix/>
          </a:blip>
          <a:srcRect l="26836" t="3821" r="14209" b="3713"/>
          <a:stretch>
            <a:fillRect/>
          </a:stretch>
        </p:blipFill>
        <p:spPr>
          <a:xfrm>
            <a:off x="1127367" y="3634516"/>
            <a:ext cx="1872753" cy="1960327"/>
          </a:xfrm>
          <a:custGeom>
            <a:avLst/>
            <a:gdLst/>
            <a:ahLst/>
            <a:cxnLst/>
            <a:rect l="l" t="t" r="r" b="b"/>
            <a:pathLst>
              <a:path w="1872753" h="1960327">
                <a:moveTo>
                  <a:pt x="0" y="0"/>
                </a:moveTo>
                <a:lnTo>
                  <a:pt x="1872753" y="0"/>
                </a:lnTo>
                <a:lnTo>
                  <a:pt x="1872753" y="1960327"/>
                </a:lnTo>
                <a:lnTo>
                  <a:pt x="0" y="1960327"/>
                </a:lnTo>
                <a:close/>
              </a:path>
            </a:pathLst>
          </a:custGeom>
          <a:noFill/>
          <a:ln>
            <a:noFill/>
          </a:ln>
        </p:spPr>
      </p:pic>
      <p:sp>
        <p:nvSpPr>
          <p:cNvPr id="13" name="标题 1"/>
          <p:cNvSpPr txBox="1"/>
          <p:nvPr/>
        </p:nvSpPr>
        <p:spPr>
          <a:xfrm>
            <a:off x="10585510" y="4993485"/>
            <a:ext cx="466423" cy="450927"/>
          </a:xfrm>
          <a:prstGeom prst="rect">
            <a:avLst/>
          </a:prstGeom>
          <a:solidFill>
            <a:schemeClr val="accent1">
              <a:lumMod val="60000"/>
              <a:lumOff val="40000"/>
            </a:schemeClr>
          </a:soli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a:off x="10688700" y="5098669"/>
            <a:ext cx="260044" cy="240559"/>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ahLst/>
            <a:cxn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bg1"/>
          </a:solidFill>
          <a:ln w="1860" cap="flat">
            <a:noFill/>
            <a:miter/>
          </a:ln>
        </p:spPr>
        <p:txBody>
          <a:bodyPr vert="horz" wrap="square" lIns="91440" tIns="45720" rIns="91440" bIns="45720" rtlCol="0" anchor="ctr"/>
          <a:lstStyle/>
          <a:p>
            <a:pPr algn="l"/>
            <a:endParaRPr kumimoji="1" lang="zh-CN" altLang="en-US"/>
          </a:p>
        </p:txBody>
      </p:sp>
      <p:sp>
        <p:nvSpPr>
          <p:cNvPr id="15" name="标题 1"/>
          <p:cNvSpPr txBox="1"/>
          <p:nvPr/>
        </p:nvSpPr>
        <p:spPr>
          <a:xfrm>
            <a:off x="498273" y="37338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6" name="标题 1"/>
          <p:cNvSpPr txBox="1"/>
          <p:nvPr/>
        </p:nvSpPr>
        <p:spPr>
          <a:xfrm>
            <a:off x="660400"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Onboarding y Offboarding de Empleados</a:t>
            </a:r>
            <a:endParaRPr kumimoji="1" lang="zh-CN" altLang="en-US"/>
          </a:p>
        </p:txBody>
      </p:sp>
      <p:sp>
        <p:nvSpPr>
          <p:cNvPr id="17" name="标题 1"/>
          <p:cNvSpPr txBox="1"/>
          <p:nvPr/>
        </p:nvSpPr>
        <p:spPr>
          <a:xfrm rot="10800000">
            <a:off x="436515" y="301852"/>
            <a:ext cx="309616" cy="296154"/>
          </a:xfrm>
          <a:custGeom>
            <a:avLst/>
            <a:gdLst>
              <a:gd name="connsiteX0" fmla="*/ 0 w 522052"/>
              <a:gd name="connsiteY0" fmla="*/ 382622 h 499354"/>
              <a:gd name="connsiteX1" fmla="*/ 116732 w 522052"/>
              <a:gd name="connsiteY1" fmla="*/ 265890 h 499354"/>
              <a:gd name="connsiteX2" fmla="*/ 288588 w 522052"/>
              <a:gd name="connsiteY2" fmla="*/ 265890 h 499354"/>
              <a:gd name="connsiteX3" fmla="*/ 288588 w 522052"/>
              <a:gd name="connsiteY3" fmla="*/ 116732 h 499354"/>
              <a:gd name="connsiteX4" fmla="*/ 405320 w 522052"/>
              <a:gd name="connsiteY4" fmla="*/ 0 h 499354"/>
              <a:gd name="connsiteX5" fmla="*/ 522052 w 522052"/>
              <a:gd name="connsiteY5" fmla="*/ 116732 h 499354"/>
              <a:gd name="connsiteX6" fmla="*/ 522052 w 522052"/>
              <a:gd name="connsiteY6" fmla="*/ 382621 h 499354"/>
              <a:gd name="connsiteX7" fmla="*/ 405320 w 522052"/>
              <a:gd name="connsiteY7" fmla="*/ 499353 h 499354"/>
              <a:gd name="connsiteX8" fmla="*/ 393972 w 522052"/>
              <a:gd name="connsiteY8" fmla="*/ 497062 h 499354"/>
              <a:gd name="connsiteX9" fmla="*/ 382622 w 522052"/>
              <a:gd name="connsiteY9" fmla="*/ 499354 h 499354"/>
              <a:gd name="connsiteX10" fmla="*/ 116732 w 522052"/>
              <a:gd name="connsiteY10" fmla="*/ 499354 h 499354"/>
              <a:gd name="connsiteX11" fmla="*/ 0 w 522052"/>
              <a:gd name="connsiteY11" fmla="*/ 382622 h 499354"/>
            </a:gdLst>
            <a:ahLst/>
            <a:cxnLst/>
            <a:rect l="l" t="t" r="r" b="b"/>
            <a:pathLst>
              <a:path w="522052" h="499354">
                <a:moveTo>
                  <a:pt x="0" y="382622"/>
                </a:moveTo>
                <a:cubicBezTo>
                  <a:pt x="0" y="318153"/>
                  <a:pt x="52263" y="265890"/>
                  <a:pt x="116732" y="265890"/>
                </a:cubicBezTo>
                <a:lnTo>
                  <a:pt x="288588" y="265890"/>
                </a:lnTo>
                <a:lnTo>
                  <a:pt x="288588" y="116732"/>
                </a:lnTo>
                <a:cubicBezTo>
                  <a:pt x="288588" y="52263"/>
                  <a:pt x="340851" y="0"/>
                  <a:pt x="405320" y="0"/>
                </a:cubicBezTo>
                <a:cubicBezTo>
                  <a:pt x="469789" y="0"/>
                  <a:pt x="522052" y="52263"/>
                  <a:pt x="522052" y="116732"/>
                </a:cubicBezTo>
                <a:lnTo>
                  <a:pt x="522052" y="382621"/>
                </a:lnTo>
                <a:cubicBezTo>
                  <a:pt x="522052" y="447090"/>
                  <a:pt x="469789" y="499353"/>
                  <a:pt x="405320" y="499353"/>
                </a:cubicBezTo>
                <a:lnTo>
                  <a:pt x="393972" y="497062"/>
                </a:lnTo>
                <a:lnTo>
                  <a:pt x="382622" y="499354"/>
                </a:lnTo>
                <a:lnTo>
                  <a:pt x="116732" y="499354"/>
                </a:lnTo>
                <a:cubicBezTo>
                  <a:pt x="52263" y="499354"/>
                  <a:pt x="0" y="447091"/>
                  <a:pt x="0" y="382622"/>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18" name="Imagen 17">
            <a:extLst>
              <a:ext uri="{FF2B5EF4-FFF2-40B4-BE49-F238E27FC236}">
                <a16:creationId xmlns:a16="http://schemas.microsoft.com/office/drawing/2014/main" id="{E2B931B1-ED14-995C-B916-63D08FEF0AE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flipH="1">
            <a:off x="0" y="0"/>
            <a:ext cx="12192000" cy="6858000"/>
          </a:xfrm>
          <a:prstGeom prst="rect">
            <a:avLst/>
          </a:prstGeom>
          <a:solidFill>
            <a:schemeClr val="bg1"/>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a:off x="4205924" y="1630676"/>
            <a:ext cx="6831292" cy="1800000"/>
          </a:xfrm>
          <a:prstGeom prst="rect">
            <a:avLst/>
          </a:prstGeom>
          <a:solidFill>
            <a:schemeClr val="bg1">
              <a:lumMod val="95000"/>
            </a:schemeClr>
          </a:solidFill>
          <a:ln w="12700" cap="sq">
            <a:noFill/>
            <a:miter/>
          </a:ln>
          <a:effectLst/>
        </p:spPr>
        <p:txBody>
          <a:bodyPr vert="horz" wrap="square" lIns="0" tIns="0" rIns="0" bIns="0" rtlCol="0" anchor="t"/>
          <a:lstStyle/>
          <a:p>
            <a:pPr algn="just"/>
            <a:endParaRPr kumimoji="1" lang="zh-CN" altLang="en-US"/>
          </a:p>
        </p:txBody>
      </p:sp>
      <p:sp>
        <p:nvSpPr>
          <p:cNvPr id="4" name="标题 1"/>
          <p:cNvSpPr txBox="1"/>
          <p:nvPr/>
        </p:nvSpPr>
        <p:spPr>
          <a:xfrm>
            <a:off x="4205924" y="1630676"/>
            <a:ext cx="6831292" cy="36000"/>
          </a:xfrm>
          <a:prstGeom prst="rect">
            <a:avLst/>
          </a:prstGeom>
          <a:solidFill>
            <a:schemeClr val="bg1">
              <a:lumMod val="85000"/>
            </a:schemeClr>
          </a:solidFill>
          <a:ln w="12700" cap="sq">
            <a:noFill/>
            <a:miter/>
          </a:ln>
          <a:effectLst/>
        </p:spPr>
        <p:txBody>
          <a:bodyPr vert="horz" wrap="square" lIns="0" tIns="0" rIns="0" bIns="0" rtlCol="0" anchor="t"/>
          <a:lstStyle/>
          <a:p>
            <a:pPr algn="just"/>
            <a:endParaRPr kumimoji="1" lang="zh-CN" altLang="en-US"/>
          </a:p>
        </p:txBody>
      </p:sp>
      <p:pic>
        <p:nvPicPr>
          <p:cNvPr id="5" name="Imagen 4"/>
          <p:cNvPicPr>
            <a:picLocks noChangeAspect="1"/>
          </p:cNvPicPr>
          <p:nvPr/>
        </p:nvPicPr>
        <p:blipFill>
          <a:blip r:embed="rId2">
            <a:alphaModFix/>
          </a:blip>
          <a:srcRect l="720" t="2967" r="17686" b="50408"/>
          <a:stretch>
            <a:fillRect/>
          </a:stretch>
        </p:blipFill>
        <p:spPr>
          <a:xfrm>
            <a:off x="1685925" y="1630676"/>
            <a:ext cx="2520000" cy="1800000"/>
          </a:xfrm>
          <a:custGeom>
            <a:avLst/>
            <a:gdLst/>
            <a:ahLst/>
            <a:cxnLst/>
            <a:rect l="l" t="t" r="r" b="b"/>
            <a:pathLst>
              <a:path w="2520000" h="1800000">
                <a:moveTo>
                  <a:pt x="0" y="0"/>
                </a:moveTo>
                <a:lnTo>
                  <a:pt x="2520000" y="0"/>
                </a:lnTo>
                <a:lnTo>
                  <a:pt x="2520000" y="1800000"/>
                </a:lnTo>
                <a:lnTo>
                  <a:pt x="0" y="1800000"/>
                </a:lnTo>
                <a:lnTo>
                  <a:pt x="0" y="0"/>
                </a:lnTo>
                <a:close/>
              </a:path>
            </a:pathLst>
          </a:custGeom>
          <a:noFill/>
          <a:ln>
            <a:noFill/>
          </a:ln>
        </p:spPr>
      </p:pic>
      <p:sp>
        <p:nvSpPr>
          <p:cNvPr id="6" name="标题 1"/>
          <p:cNvSpPr txBox="1"/>
          <p:nvPr/>
        </p:nvSpPr>
        <p:spPr>
          <a:xfrm>
            <a:off x="1142084" y="3833724"/>
            <a:ext cx="6840001" cy="1800000"/>
          </a:xfrm>
          <a:prstGeom prst="rect">
            <a:avLst/>
          </a:prstGeom>
          <a:solidFill>
            <a:schemeClr val="bg1"/>
          </a:solidFill>
          <a:ln w="12700" cap="sq">
            <a:noFill/>
            <a:miter/>
          </a:ln>
          <a:effectLst>
            <a:outerShdw blurRad="381000" dist="127000" dir="5400000" algn="t" rotWithShape="0">
              <a:schemeClr val="accent1">
                <a:lumMod val="40000"/>
                <a:lumOff val="60000"/>
                <a:alpha val="15000"/>
              </a:schemeClr>
            </a:outerShdw>
          </a:effectLst>
        </p:spPr>
        <p:txBody>
          <a:bodyPr vert="horz" wrap="square" lIns="0" tIns="0" rIns="0" bIns="0" rtlCol="0" anchor="t"/>
          <a:lstStyle/>
          <a:p>
            <a:pPr algn="just"/>
            <a:endParaRPr kumimoji="1" lang="zh-CN" altLang="en-US"/>
          </a:p>
        </p:txBody>
      </p:sp>
      <p:sp>
        <p:nvSpPr>
          <p:cNvPr id="7" name="标题 1"/>
          <p:cNvSpPr txBox="1"/>
          <p:nvPr/>
        </p:nvSpPr>
        <p:spPr>
          <a:xfrm>
            <a:off x="1142084" y="3833724"/>
            <a:ext cx="6840001" cy="36000"/>
          </a:xfrm>
          <a:prstGeom prst="rect">
            <a:avLst/>
          </a:prstGeom>
          <a:solidFill>
            <a:schemeClr val="accent1"/>
          </a:solidFill>
          <a:ln w="12700" cap="sq">
            <a:noFill/>
            <a:miter/>
          </a:ln>
          <a:effectLst/>
        </p:spPr>
        <p:txBody>
          <a:bodyPr vert="horz" wrap="square" lIns="0" tIns="0" rIns="0" bIns="0" rtlCol="0" anchor="t"/>
          <a:lstStyle/>
          <a:p>
            <a:pPr algn="just"/>
            <a:endParaRPr kumimoji="1" lang="zh-CN" altLang="en-US"/>
          </a:p>
        </p:txBody>
      </p:sp>
      <p:pic>
        <p:nvPicPr>
          <p:cNvPr id="8" name="Imagen 7"/>
          <p:cNvPicPr>
            <a:picLocks noChangeAspect="1"/>
          </p:cNvPicPr>
          <p:nvPr/>
        </p:nvPicPr>
        <p:blipFill>
          <a:blip r:embed="rId3">
            <a:alphaModFix/>
          </a:blip>
          <a:srcRect l="4529" t="8573" r="10276" b="18505"/>
          <a:stretch>
            <a:fillRect/>
          </a:stretch>
        </p:blipFill>
        <p:spPr>
          <a:xfrm>
            <a:off x="7982085" y="3833724"/>
            <a:ext cx="2520000" cy="1800000"/>
          </a:xfrm>
          <a:custGeom>
            <a:avLst/>
            <a:gdLst/>
            <a:ahLst/>
            <a:cxnLst/>
            <a:rect l="l" t="t" r="r" b="b"/>
            <a:pathLst>
              <a:path w="2520000" h="1800000">
                <a:moveTo>
                  <a:pt x="0" y="0"/>
                </a:moveTo>
                <a:lnTo>
                  <a:pt x="2520000" y="0"/>
                </a:lnTo>
                <a:lnTo>
                  <a:pt x="2520000" y="1800000"/>
                </a:lnTo>
                <a:lnTo>
                  <a:pt x="0" y="1800000"/>
                </a:lnTo>
                <a:lnTo>
                  <a:pt x="0" y="0"/>
                </a:lnTo>
                <a:close/>
              </a:path>
            </a:pathLst>
          </a:custGeom>
          <a:noFill/>
          <a:ln>
            <a:noFill/>
          </a:ln>
        </p:spPr>
      </p:pic>
      <p:sp>
        <p:nvSpPr>
          <p:cNvPr id="9" name="标题 1"/>
          <p:cNvSpPr txBox="1"/>
          <p:nvPr/>
        </p:nvSpPr>
        <p:spPr>
          <a:xfrm>
            <a:off x="4562084" y="2288995"/>
            <a:ext cx="6118971" cy="955135"/>
          </a:xfrm>
          <a:prstGeom prst="rect">
            <a:avLst/>
          </a:prstGeom>
          <a:noFill/>
          <a:ln>
            <a:noFill/>
          </a:ln>
        </p:spPr>
        <p:txBody>
          <a:bodyPr vert="horz" wrap="square" lIns="0" tIns="0" rIns="0" bIns="0" rtlCol="0" anchor="t"/>
          <a:lstStyle/>
          <a:p>
            <a:pPr algn="l"/>
            <a:r>
              <a:rPr kumimoji="1" lang="en-US" altLang="zh-CN" sz="1600">
                <a:ln w="12700">
                  <a:noFill/>
                </a:ln>
                <a:solidFill>
                  <a:srgbClr val="262626">
                    <a:alpha val="100000"/>
                  </a:srgbClr>
                </a:solidFill>
                <a:latin typeface="Poppins"/>
                <a:ea typeface="Poppins"/>
                <a:cs typeface="Poppins"/>
              </a:rPr>
              <a:t>Revisar boletines de seguridad.
Descargar parches.
Conectarse a cada servidor para instalarlos y reiniciarlos.</a:t>
            </a:r>
            <a:endParaRPr kumimoji="1" lang="zh-CN" altLang="en-US"/>
          </a:p>
        </p:txBody>
      </p:sp>
      <p:sp>
        <p:nvSpPr>
          <p:cNvPr id="10" name="标题 1"/>
          <p:cNvSpPr txBox="1"/>
          <p:nvPr/>
        </p:nvSpPr>
        <p:spPr>
          <a:xfrm>
            <a:off x="4562085" y="1861000"/>
            <a:ext cx="6118971" cy="360000"/>
          </a:xfrm>
          <a:prstGeom prst="rect">
            <a:avLst/>
          </a:prstGeom>
          <a:noFill/>
          <a:ln>
            <a:noFill/>
          </a:ln>
        </p:spPr>
        <p:txBody>
          <a:bodyPr vert="horz" wrap="square" lIns="0" tIns="0" rIns="0" bIns="0" rtlCol="0" anchor="b"/>
          <a:lstStyle/>
          <a:p>
            <a:pPr algn="l"/>
            <a:r>
              <a:rPr kumimoji="1" lang="en-US" altLang="zh-CN" sz="1600">
                <a:ln w="12700">
                  <a:noFill/>
                </a:ln>
                <a:solidFill>
                  <a:srgbClr val="262626">
                    <a:alpha val="100000"/>
                  </a:srgbClr>
                </a:solidFill>
                <a:latin typeface="poppins-bold"/>
                <a:ea typeface="poppins-bold"/>
                <a:cs typeface="poppins-bold"/>
              </a:rPr>
              <a:t>Manual</a:t>
            </a:r>
            <a:endParaRPr kumimoji="1" lang="zh-CN" altLang="en-US"/>
          </a:p>
        </p:txBody>
      </p:sp>
      <p:sp>
        <p:nvSpPr>
          <p:cNvPr id="11" name="标题 1"/>
          <p:cNvSpPr txBox="1"/>
          <p:nvPr/>
        </p:nvSpPr>
        <p:spPr>
          <a:xfrm>
            <a:off x="1502598" y="4486791"/>
            <a:ext cx="6118971" cy="952179"/>
          </a:xfrm>
          <a:prstGeom prst="rect">
            <a:avLst/>
          </a:prstGeom>
          <a:noFill/>
          <a:ln>
            <a:noFill/>
          </a:ln>
        </p:spPr>
        <p:txBody>
          <a:bodyPr vert="horz" wrap="square" lIns="0" tIns="0" rIns="0" bIns="0" rtlCol="0" anchor="t"/>
          <a:lstStyle/>
          <a:p>
            <a:pPr algn="l"/>
            <a:r>
              <a:rPr kumimoji="1" lang="en-US" altLang="zh-CN" sz="1400" dirty="0" err="1">
                <a:ln w="12700">
                  <a:noFill/>
                </a:ln>
                <a:solidFill>
                  <a:srgbClr val="262626">
                    <a:alpha val="100000"/>
                  </a:srgbClr>
                </a:solidFill>
                <a:latin typeface="Poppins"/>
                <a:ea typeface="Poppins"/>
                <a:cs typeface="Poppins"/>
              </a:rPr>
              <a:t>Herramienta</a:t>
            </a:r>
            <a:r>
              <a:rPr kumimoji="1" lang="en-US" altLang="zh-CN" sz="1400" dirty="0">
                <a:ln w="12700">
                  <a:noFill/>
                </a:ln>
                <a:solidFill>
                  <a:srgbClr val="262626">
                    <a:alpha val="100000"/>
                  </a:srgbClr>
                </a:solidFill>
                <a:latin typeface="Poppins"/>
                <a:ea typeface="Poppins"/>
                <a:cs typeface="Poppins"/>
              </a:rPr>
              <a:t> </a:t>
            </a:r>
            <a:r>
              <a:rPr kumimoji="1" lang="en-US" altLang="zh-CN" sz="1400" dirty="0" err="1">
                <a:ln w="12700">
                  <a:noFill/>
                </a:ln>
                <a:solidFill>
                  <a:srgbClr val="262626">
                    <a:alpha val="100000"/>
                  </a:srgbClr>
                </a:solidFill>
                <a:latin typeface="Poppins"/>
                <a:ea typeface="Poppins"/>
                <a:cs typeface="Poppins"/>
              </a:rPr>
              <a:t>escanea</a:t>
            </a:r>
            <a:r>
              <a:rPr kumimoji="1" lang="en-US" altLang="zh-CN" sz="1400" dirty="0">
                <a:ln w="12700">
                  <a:noFill/>
                </a:ln>
                <a:solidFill>
                  <a:srgbClr val="262626">
                    <a:alpha val="100000"/>
                  </a:srgbClr>
                </a:solidFill>
                <a:latin typeface="Poppins"/>
                <a:ea typeface="Poppins"/>
                <a:cs typeface="Poppins"/>
              </a:rPr>
              <a:t> </a:t>
            </a:r>
            <a:r>
              <a:rPr kumimoji="1" lang="en-US" altLang="zh-CN" sz="1400" dirty="0" err="1">
                <a:ln w="12700">
                  <a:noFill/>
                </a:ln>
                <a:solidFill>
                  <a:srgbClr val="262626">
                    <a:alpha val="100000"/>
                  </a:srgbClr>
                </a:solidFill>
                <a:latin typeface="Poppins"/>
                <a:ea typeface="Poppins"/>
                <a:cs typeface="Poppins"/>
              </a:rPr>
              <a:t>servidores</a:t>
            </a:r>
            <a:r>
              <a:rPr kumimoji="1" lang="en-US" altLang="zh-CN" sz="1400" dirty="0">
                <a:ln w="12700">
                  <a:noFill/>
                </a:ln>
                <a:solidFill>
                  <a:srgbClr val="262626">
                    <a:alpha val="100000"/>
                  </a:srgbClr>
                </a:solidFill>
                <a:latin typeface="Poppins"/>
                <a:ea typeface="Poppins"/>
                <a:cs typeface="Poppins"/>
              </a:rPr>
              <a:t>.
</a:t>
            </a:r>
            <a:r>
              <a:rPr kumimoji="1" lang="en-US" altLang="zh-CN" sz="1400" dirty="0" err="1">
                <a:ln w="12700">
                  <a:noFill/>
                </a:ln>
                <a:solidFill>
                  <a:srgbClr val="262626">
                    <a:alpha val="100000"/>
                  </a:srgbClr>
                </a:solidFill>
                <a:latin typeface="Poppins"/>
                <a:ea typeface="Poppins"/>
                <a:cs typeface="Poppins"/>
              </a:rPr>
              <a:t>Identifica</a:t>
            </a:r>
            <a:r>
              <a:rPr kumimoji="1" lang="en-US" altLang="zh-CN" sz="1400" dirty="0">
                <a:ln w="12700">
                  <a:noFill/>
                </a:ln>
                <a:solidFill>
                  <a:srgbClr val="262626">
                    <a:alpha val="100000"/>
                  </a:srgbClr>
                </a:solidFill>
                <a:latin typeface="Poppins"/>
                <a:ea typeface="Poppins"/>
                <a:cs typeface="Poppins"/>
              </a:rPr>
              <a:t> parches </a:t>
            </a:r>
            <a:r>
              <a:rPr kumimoji="1" lang="en-US" altLang="zh-CN" sz="1400" dirty="0" err="1">
                <a:ln w="12700">
                  <a:noFill/>
                </a:ln>
                <a:solidFill>
                  <a:srgbClr val="262626">
                    <a:alpha val="100000"/>
                  </a:srgbClr>
                </a:solidFill>
                <a:latin typeface="Poppins"/>
                <a:ea typeface="Poppins"/>
                <a:cs typeface="Poppins"/>
              </a:rPr>
              <a:t>faltantes</a:t>
            </a:r>
            <a:r>
              <a:rPr kumimoji="1" lang="en-US" altLang="zh-CN" sz="1400" dirty="0">
                <a:ln w="12700">
                  <a:noFill/>
                </a:ln>
                <a:solidFill>
                  <a:srgbClr val="262626">
                    <a:alpha val="100000"/>
                  </a:srgbClr>
                </a:solidFill>
                <a:latin typeface="Poppins"/>
                <a:ea typeface="Poppins"/>
                <a:cs typeface="Poppins"/>
              </a:rPr>
              <a:t>.
</a:t>
            </a:r>
            <a:r>
              <a:rPr kumimoji="1" lang="en-US" altLang="zh-CN" sz="1400" dirty="0" err="1">
                <a:ln w="12700">
                  <a:noFill/>
                </a:ln>
                <a:solidFill>
                  <a:srgbClr val="262626">
                    <a:alpha val="100000"/>
                  </a:srgbClr>
                </a:solidFill>
                <a:latin typeface="Poppins"/>
                <a:ea typeface="Poppins"/>
                <a:cs typeface="Poppins"/>
              </a:rPr>
              <a:t>Aplica</a:t>
            </a:r>
            <a:r>
              <a:rPr kumimoji="1" lang="en-US" altLang="zh-CN" sz="1400" dirty="0">
                <a:ln w="12700">
                  <a:noFill/>
                </a:ln>
                <a:solidFill>
                  <a:srgbClr val="262626">
                    <a:alpha val="100000"/>
                  </a:srgbClr>
                </a:solidFill>
                <a:latin typeface="Poppins"/>
                <a:ea typeface="Poppins"/>
                <a:cs typeface="Poppins"/>
              </a:rPr>
              <a:t> parches </a:t>
            </a:r>
            <a:r>
              <a:rPr kumimoji="1" lang="en-US" altLang="zh-CN" sz="1400" dirty="0" err="1">
                <a:ln w="12700">
                  <a:noFill/>
                </a:ln>
                <a:solidFill>
                  <a:srgbClr val="262626">
                    <a:alpha val="100000"/>
                  </a:srgbClr>
                </a:solidFill>
                <a:latin typeface="Poppins"/>
                <a:ea typeface="Poppins"/>
                <a:cs typeface="Poppins"/>
              </a:rPr>
              <a:t>en</a:t>
            </a:r>
            <a:r>
              <a:rPr kumimoji="1" lang="en-US" altLang="zh-CN" sz="1400" dirty="0">
                <a:ln w="12700">
                  <a:noFill/>
                </a:ln>
                <a:solidFill>
                  <a:srgbClr val="262626">
                    <a:alpha val="100000"/>
                  </a:srgbClr>
                </a:solidFill>
                <a:latin typeface="Poppins"/>
                <a:ea typeface="Poppins"/>
                <a:cs typeface="Poppins"/>
              </a:rPr>
              <a:t> "</a:t>
            </a:r>
            <a:r>
              <a:rPr kumimoji="1" lang="en-US" altLang="zh-CN" sz="1400" dirty="0" err="1">
                <a:ln w="12700">
                  <a:noFill/>
                </a:ln>
                <a:solidFill>
                  <a:srgbClr val="262626">
                    <a:alpha val="100000"/>
                  </a:srgbClr>
                </a:solidFill>
                <a:latin typeface="Poppins"/>
                <a:ea typeface="Poppins"/>
                <a:cs typeface="Poppins"/>
              </a:rPr>
              <a:t>oleadas</a:t>
            </a:r>
            <a:r>
              <a:rPr kumimoji="1" lang="en-US" altLang="zh-CN" sz="1400" dirty="0">
                <a:ln w="12700">
                  <a:noFill/>
                </a:ln>
                <a:solidFill>
                  <a:srgbClr val="262626">
                    <a:alpha val="100000"/>
                  </a:srgbClr>
                </a:solidFill>
                <a:latin typeface="Poppins"/>
                <a:ea typeface="Poppins"/>
                <a:cs typeface="Poppins"/>
              </a:rPr>
              <a:t>".
</a:t>
            </a:r>
            <a:r>
              <a:rPr kumimoji="1" lang="en-US" altLang="zh-CN" sz="1400" dirty="0" err="1">
                <a:ln w="12700">
                  <a:noFill/>
                </a:ln>
                <a:solidFill>
                  <a:srgbClr val="262626">
                    <a:alpha val="100000"/>
                  </a:srgbClr>
                </a:solidFill>
                <a:latin typeface="Poppins"/>
                <a:ea typeface="Poppins"/>
                <a:cs typeface="Poppins"/>
              </a:rPr>
              <a:t>Verifica</a:t>
            </a:r>
            <a:r>
              <a:rPr kumimoji="1" lang="en-US" altLang="zh-CN" sz="1400" dirty="0">
                <a:ln w="12700">
                  <a:noFill/>
                </a:ln>
                <a:solidFill>
                  <a:srgbClr val="262626">
                    <a:alpha val="100000"/>
                  </a:srgbClr>
                </a:solidFill>
                <a:latin typeface="Poppins"/>
                <a:ea typeface="Poppins"/>
                <a:cs typeface="Poppins"/>
              </a:rPr>
              <a:t> </a:t>
            </a:r>
            <a:r>
              <a:rPr kumimoji="1" lang="en-US" altLang="zh-CN" sz="1400" dirty="0" err="1">
                <a:ln w="12700">
                  <a:noFill/>
                </a:ln>
                <a:solidFill>
                  <a:srgbClr val="262626">
                    <a:alpha val="100000"/>
                  </a:srgbClr>
                </a:solidFill>
                <a:latin typeface="Poppins"/>
                <a:ea typeface="Poppins"/>
                <a:cs typeface="Poppins"/>
              </a:rPr>
              <a:t>que</a:t>
            </a:r>
            <a:r>
              <a:rPr kumimoji="1" lang="en-US" altLang="zh-CN" sz="1400" dirty="0">
                <a:ln w="12700">
                  <a:noFill/>
                </a:ln>
                <a:solidFill>
                  <a:srgbClr val="262626">
                    <a:alpha val="100000"/>
                  </a:srgbClr>
                </a:solidFill>
                <a:latin typeface="Poppins"/>
                <a:ea typeface="Poppins"/>
                <a:cs typeface="Poppins"/>
              </a:rPr>
              <a:t> </a:t>
            </a:r>
            <a:r>
              <a:rPr kumimoji="1" lang="en-US" altLang="zh-CN" sz="1400" dirty="0" err="1">
                <a:ln w="12700">
                  <a:noFill/>
                </a:ln>
                <a:solidFill>
                  <a:srgbClr val="262626">
                    <a:alpha val="100000"/>
                  </a:srgbClr>
                </a:solidFill>
                <a:latin typeface="Poppins"/>
                <a:ea typeface="Poppins"/>
                <a:cs typeface="Poppins"/>
              </a:rPr>
              <a:t>los</a:t>
            </a:r>
            <a:r>
              <a:rPr kumimoji="1" lang="en-US" altLang="zh-CN" sz="1400" dirty="0">
                <a:ln w="12700">
                  <a:noFill/>
                </a:ln>
                <a:solidFill>
                  <a:srgbClr val="262626">
                    <a:alpha val="100000"/>
                  </a:srgbClr>
                </a:solidFill>
                <a:latin typeface="Poppins"/>
                <a:ea typeface="Poppins"/>
                <a:cs typeface="Poppins"/>
              </a:rPr>
              <a:t> </a:t>
            </a:r>
            <a:r>
              <a:rPr kumimoji="1" lang="en-US" altLang="zh-CN" sz="1400" dirty="0" err="1">
                <a:ln w="12700">
                  <a:noFill/>
                </a:ln>
                <a:solidFill>
                  <a:srgbClr val="262626">
                    <a:alpha val="100000"/>
                  </a:srgbClr>
                </a:solidFill>
                <a:latin typeface="Poppins"/>
                <a:ea typeface="Poppins"/>
                <a:cs typeface="Poppins"/>
              </a:rPr>
              <a:t>servicios</a:t>
            </a:r>
            <a:r>
              <a:rPr kumimoji="1" lang="en-US" altLang="zh-CN" sz="1400" dirty="0">
                <a:ln w="12700">
                  <a:noFill/>
                </a:ln>
                <a:solidFill>
                  <a:srgbClr val="262626">
                    <a:alpha val="100000"/>
                  </a:srgbClr>
                </a:solidFill>
                <a:latin typeface="Poppins"/>
                <a:ea typeface="Poppins"/>
                <a:cs typeface="Poppins"/>
              </a:rPr>
              <a:t> </a:t>
            </a:r>
            <a:r>
              <a:rPr kumimoji="1" lang="en-US" altLang="zh-CN" sz="1400" dirty="0" err="1">
                <a:ln w="12700">
                  <a:noFill/>
                </a:ln>
                <a:solidFill>
                  <a:srgbClr val="262626">
                    <a:alpha val="100000"/>
                  </a:srgbClr>
                </a:solidFill>
                <a:latin typeface="Poppins"/>
                <a:ea typeface="Poppins"/>
                <a:cs typeface="Poppins"/>
              </a:rPr>
              <a:t>vuelvan</a:t>
            </a:r>
            <a:r>
              <a:rPr kumimoji="1" lang="en-US" altLang="zh-CN" sz="1400" dirty="0">
                <a:ln w="12700">
                  <a:noFill/>
                </a:ln>
                <a:solidFill>
                  <a:srgbClr val="262626">
                    <a:alpha val="100000"/>
                  </a:srgbClr>
                </a:solidFill>
                <a:latin typeface="Poppins"/>
                <a:ea typeface="Poppins"/>
                <a:cs typeface="Poppins"/>
              </a:rPr>
              <a:t> a </a:t>
            </a:r>
            <a:r>
              <a:rPr kumimoji="1" lang="en-US" altLang="zh-CN" sz="1400" dirty="0" err="1">
                <a:ln w="12700">
                  <a:noFill/>
                </a:ln>
                <a:solidFill>
                  <a:srgbClr val="262626">
                    <a:alpha val="100000"/>
                  </a:srgbClr>
                </a:solidFill>
                <a:latin typeface="Poppins"/>
                <a:ea typeface="Poppins"/>
                <a:cs typeface="Poppins"/>
              </a:rPr>
              <a:t>subir</a:t>
            </a:r>
            <a:r>
              <a:rPr kumimoji="1" lang="en-US" altLang="zh-CN" sz="1400" dirty="0">
                <a:ln w="12700">
                  <a:noFill/>
                </a:ln>
                <a:solidFill>
                  <a:srgbClr val="262626">
                    <a:alpha val="100000"/>
                  </a:srgbClr>
                </a:solidFill>
                <a:latin typeface="Poppins"/>
                <a:ea typeface="Poppins"/>
                <a:cs typeface="Poppins"/>
              </a:rPr>
              <a:t>.
Genera </a:t>
            </a:r>
            <a:r>
              <a:rPr kumimoji="1" lang="en-US" altLang="zh-CN" sz="1400" dirty="0" err="1">
                <a:ln w="12700">
                  <a:noFill/>
                </a:ln>
                <a:solidFill>
                  <a:srgbClr val="262626">
                    <a:alpha val="100000"/>
                  </a:srgbClr>
                </a:solidFill>
                <a:latin typeface="Poppins"/>
                <a:ea typeface="Poppins"/>
                <a:cs typeface="Poppins"/>
              </a:rPr>
              <a:t>reporte</a:t>
            </a:r>
            <a:r>
              <a:rPr kumimoji="1" lang="en-US" altLang="zh-CN" sz="1400" dirty="0">
                <a:ln w="12700">
                  <a:noFill/>
                </a:ln>
                <a:solidFill>
                  <a:srgbClr val="262626">
                    <a:alpha val="100000"/>
                  </a:srgbClr>
                </a:solidFill>
                <a:latin typeface="Poppins"/>
                <a:ea typeface="Poppins"/>
                <a:cs typeface="Poppins"/>
              </a:rPr>
              <a:t> de </a:t>
            </a:r>
            <a:r>
              <a:rPr kumimoji="1" lang="en-US" altLang="zh-CN" sz="1400" dirty="0" err="1">
                <a:ln w="12700">
                  <a:noFill/>
                </a:ln>
                <a:solidFill>
                  <a:srgbClr val="262626">
                    <a:alpha val="100000"/>
                  </a:srgbClr>
                </a:solidFill>
                <a:latin typeface="Poppins"/>
                <a:ea typeface="Poppins"/>
                <a:cs typeface="Poppins"/>
              </a:rPr>
              <a:t>cumplimiento</a:t>
            </a:r>
            <a:r>
              <a:rPr kumimoji="1" lang="en-US" altLang="zh-CN" sz="966" dirty="0">
                <a:ln w="12700">
                  <a:noFill/>
                </a:ln>
                <a:solidFill>
                  <a:srgbClr val="262626">
                    <a:alpha val="100000"/>
                  </a:srgbClr>
                </a:solidFill>
                <a:latin typeface="Poppins"/>
                <a:ea typeface="Poppins"/>
                <a:cs typeface="Poppins"/>
              </a:rPr>
              <a:t>.</a:t>
            </a:r>
            <a:endParaRPr kumimoji="1" lang="zh-CN" altLang="en-US" dirty="0"/>
          </a:p>
        </p:txBody>
      </p:sp>
      <p:sp>
        <p:nvSpPr>
          <p:cNvPr id="12" name="标题 1"/>
          <p:cNvSpPr txBox="1"/>
          <p:nvPr/>
        </p:nvSpPr>
        <p:spPr>
          <a:xfrm>
            <a:off x="1502599" y="4058795"/>
            <a:ext cx="6118971" cy="360000"/>
          </a:xfrm>
          <a:prstGeom prst="rect">
            <a:avLst/>
          </a:prstGeom>
          <a:noFill/>
          <a:ln>
            <a:noFill/>
          </a:ln>
        </p:spPr>
        <p:txBody>
          <a:bodyPr vert="horz" wrap="square" lIns="0" tIns="0" rIns="0" bIns="0" rtlCol="0" anchor="b"/>
          <a:lstStyle/>
          <a:p>
            <a:pPr algn="l"/>
            <a:r>
              <a:rPr kumimoji="1" lang="en-US" altLang="zh-CN" sz="1600">
                <a:ln w="12700">
                  <a:noFill/>
                </a:ln>
                <a:solidFill>
                  <a:srgbClr val="262626">
                    <a:alpha val="100000"/>
                  </a:srgbClr>
                </a:solidFill>
                <a:latin typeface="poppins-bold"/>
                <a:ea typeface="poppins-bold"/>
                <a:cs typeface="poppins-bold"/>
              </a:rPr>
              <a:t>Automatizado</a:t>
            </a:r>
            <a:endParaRPr kumimoji="1" lang="zh-CN" altLang="en-US"/>
          </a:p>
        </p:txBody>
      </p:sp>
      <p:sp>
        <p:nvSpPr>
          <p:cNvPr id="13" name="标题 1"/>
          <p:cNvSpPr txBox="1"/>
          <p:nvPr/>
        </p:nvSpPr>
        <p:spPr>
          <a:xfrm>
            <a:off x="498273" y="37338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a:off x="660400"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Gestión de Parches (Patch Management)</a:t>
            </a:r>
            <a:endParaRPr kumimoji="1" lang="zh-CN" altLang="en-US"/>
          </a:p>
        </p:txBody>
      </p:sp>
      <p:sp>
        <p:nvSpPr>
          <p:cNvPr id="15" name="标题 1"/>
          <p:cNvSpPr txBox="1"/>
          <p:nvPr/>
        </p:nvSpPr>
        <p:spPr>
          <a:xfrm rot="10800000">
            <a:off x="436515" y="301852"/>
            <a:ext cx="309616" cy="296154"/>
          </a:xfrm>
          <a:custGeom>
            <a:avLst/>
            <a:gdLst>
              <a:gd name="connsiteX0" fmla="*/ 0 w 522052"/>
              <a:gd name="connsiteY0" fmla="*/ 382622 h 499354"/>
              <a:gd name="connsiteX1" fmla="*/ 116732 w 522052"/>
              <a:gd name="connsiteY1" fmla="*/ 265890 h 499354"/>
              <a:gd name="connsiteX2" fmla="*/ 288588 w 522052"/>
              <a:gd name="connsiteY2" fmla="*/ 265890 h 499354"/>
              <a:gd name="connsiteX3" fmla="*/ 288588 w 522052"/>
              <a:gd name="connsiteY3" fmla="*/ 116732 h 499354"/>
              <a:gd name="connsiteX4" fmla="*/ 405320 w 522052"/>
              <a:gd name="connsiteY4" fmla="*/ 0 h 499354"/>
              <a:gd name="connsiteX5" fmla="*/ 522052 w 522052"/>
              <a:gd name="connsiteY5" fmla="*/ 116732 h 499354"/>
              <a:gd name="connsiteX6" fmla="*/ 522052 w 522052"/>
              <a:gd name="connsiteY6" fmla="*/ 382621 h 499354"/>
              <a:gd name="connsiteX7" fmla="*/ 405320 w 522052"/>
              <a:gd name="connsiteY7" fmla="*/ 499353 h 499354"/>
              <a:gd name="connsiteX8" fmla="*/ 393972 w 522052"/>
              <a:gd name="connsiteY8" fmla="*/ 497062 h 499354"/>
              <a:gd name="connsiteX9" fmla="*/ 382622 w 522052"/>
              <a:gd name="connsiteY9" fmla="*/ 499354 h 499354"/>
              <a:gd name="connsiteX10" fmla="*/ 116732 w 522052"/>
              <a:gd name="connsiteY10" fmla="*/ 499354 h 499354"/>
              <a:gd name="connsiteX11" fmla="*/ 0 w 522052"/>
              <a:gd name="connsiteY11" fmla="*/ 382622 h 499354"/>
            </a:gdLst>
            <a:ahLst/>
            <a:cxnLst/>
            <a:rect l="l" t="t" r="r" b="b"/>
            <a:pathLst>
              <a:path w="522052" h="499354">
                <a:moveTo>
                  <a:pt x="0" y="382622"/>
                </a:moveTo>
                <a:cubicBezTo>
                  <a:pt x="0" y="318153"/>
                  <a:pt x="52263" y="265890"/>
                  <a:pt x="116732" y="265890"/>
                </a:cubicBezTo>
                <a:lnTo>
                  <a:pt x="288588" y="265890"/>
                </a:lnTo>
                <a:lnTo>
                  <a:pt x="288588" y="116732"/>
                </a:lnTo>
                <a:cubicBezTo>
                  <a:pt x="288588" y="52263"/>
                  <a:pt x="340851" y="0"/>
                  <a:pt x="405320" y="0"/>
                </a:cubicBezTo>
                <a:cubicBezTo>
                  <a:pt x="469789" y="0"/>
                  <a:pt x="522052" y="52263"/>
                  <a:pt x="522052" y="116732"/>
                </a:cubicBezTo>
                <a:lnTo>
                  <a:pt x="522052" y="382621"/>
                </a:lnTo>
                <a:cubicBezTo>
                  <a:pt x="522052" y="447090"/>
                  <a:pt x="469789" y="499353"/>
                  <a:pt x="405320" y="499353"/>
                </a:cubicBezTo>
                <a:lnTo>
                  <a:pt x="393972" y="497062"/>
                </a:lnTo>
                <a:lnTo>
                  <a:pt x="382622" y="499354"/>
                </a:lnTo>
                <a:lnTo>
                  <a:pt x="116732" y="499354"/>
                </a:lnTo>
                <a:cubicBezTo>
                  <a:pt x="52263" y="499354"/>
                  <a:pt x="0" y="447091"/>
                  <a:pt x="0" y="382622"/>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16" name="Imagen 15">
            <a:extLst>
              <a:ext uri="{FF2B5EF4-FFF2-40B4-BE49-F238E27FC236}">
                <a16:creationId xmlns:a16="http://schemas.microsoft.com/office/drawing/2014/main" id="{716359C9-6323-B247-7F28-FA4DD3255721}"/>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673100" y="2117173"/>
            <a:ext cx="9377680" cy="1500839"/>
          </a:xfrm>
          <a:prstGeom prst="roundRect">
            <a:avLst>
              <a:gd name="adj" fmla="val 50000"/>
            </a:avLst>
          </a:prstGeom>
          <a:solidFill>
            <a:schemeClr val="bg1"/>
          </a:solidFill>
          <a:ln w="19050" cap="sq">
            <a:solidFill>
              <a:schemeClr val="accent1"/>
            </a:solidFill>
            <a:miter/>
          </a:ln>
          <a:effectLst>
            <a:outerShdw blurRad="50800" dist="38100" dir="5400000" algn="t" rotWithShape="0">
              <a:srgbClr val="000000">
                <a:alpha val="11000"/>
              </a:srgbClr>
            </a:outerShdw>
          </a:effectLst>
        </p:spPr>
        <p:txBody>
          <a:bodyPr vert="horz" wrap="square" lIns="91440" tIns="45720" rIns="91440" bIns="45720" rtlCol="0" anchor="ctr"/>
          <a:lstStyle/>
          <a:p>
            <a:pPr algn="ctr"/>
            <a:endParaRPr kumimoji="1" lang="zh-CN" altLang="en-US"/>
          </a:p>
        </p:txBody>
      </p:sp>
      <p:sp>
        <p:nvSpPr>
          <p:cNvPr id="4" name="标题 1"/>
          <p:cNvSpPr txBox="1"/>
          <p:nvPr/>
        </p:nvSpPr>
        <p:spPr>
          <a:xfrm>
            <a:off x="673100" y="4240723"/>
            <a:ext cx="9377680" cy="1500839"/>
          </a:xfrm>
          <a:prstGeom prst="roundRect">
            <a:avLst>
              <a:gd name="adj" fmla="val 50000"/>
            </a:avLst>
          </a:prstGeom>
          <a:solidFill>
            <a:schemeClr val="bg1"/>
          </a:solidFill>
          <a:ln w="19050" cap="sq">
            <a:solidFill>
              <a:schemeClr val="accent1">
                <a:lumMod val="40000"/>
                <a:lumOff val="60000"/>
              </a:schemeClr>
            </a:solidFill>
            <a:miter/>
          </a:ln>
          <a:effectLst>
            <a:outerShdw blurRad="50800" dist="38100" dir="5400000" algn="t" rotWithShape="0">
              <a:srgbClr val="000000">
                <a:alpha val="11000"/>
              </a:srgbClr>
            </a:outerShdw>
          </a:effectLst>
        </p:spPr>
        <p:txBody>
          <a:bodyPr vert="horz" wrap="square" lIns="91440" tIns="45720" rIns="91440" bIns="45720" rtlCol="0" anchor="ctr"/>
          <a:lstStyle/>
          <a:p>
            <a:pPr algn="ctr"/>
            <a:endParaRPr kumimoji="1" lang="zh-CN" altLang="en-US"/>
          </a:p>
        </p:txBody>
      </p:sp>
      <p:sp>
        <p:nvSpPr>
          <p:cNvPr id="5" name="标题 1"/>
          <p:cNvSpPr txBox="1"/>
          <p:nvPr/>
        </p:nvSpPr>
        <p:spPr>
          <a:xfrm>
            <a:off x="7147749" y="1546860"/>
            <a:ext cx="4530388" cy="4530388"/>
          </a:xfrm>
          <a:prstGeom prst="ellipse">
            <a:avLst/>
          </a:prstGeom>
          <a:solidFill>
            <a:schemeClr val="accent1">
              <a:lumMod val="20000"/>
              <a:lumOff val="80000"/>
              <a:alpha val="24000"/>
            </a:schemeClr>
          </a:solidFill>
          <a:ln w="12700"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a:off x="1231411" y="1882546"/>
            <a:ext cx="5293483" cy="473009"/>
          </a:xfrm>
          <a:prstGeom prst="roundRect">
            <a:avLst>
              <a:gd name="adj" fmla="val 50000"/>
            </a:avLst>
          </a:prstGeom>
          <a:solidFill>
            <a:schemeClr val="accent1"/>
          </a:solidFill>
          <a:ln w="28575" cap="sq">
            <a:solidFill>
              <a:schemeClr val="bg1"/>
            </a:solidFill>
          </a:ln>
        </p:spPr>
        <p:txBody>
          <a:bodyPr vert="horz" wrap="square" lIns="91440" tIns="45720" rIns="91440" bIns="45720" rtlCol="0" anchor="ctr"/>
          <a:lstStyle/>
          <a:p>
            <a:pPr algn="l"/>
            <a:endParaRPr kumimoji="1" lang="zh-CN" altLang="en-US"/>
          </a:p>
        </p:txBody>
      </p:sp>
      <p:sp>
        <p:nvSpPr>
          <p:cNvPr id="8" name="标题 1"/>
          <p:cNvSpPr txBox="1"/>
          <p:nvPr/>
        </p:nvSpPr>
        <p:spPr>
          <a:xfrm>
            <a:off x="1231411" y="4006096"/>
            <a:ext cx="5293483" cy="473009"/>
          </a:xfrm>
          <a:prstGeom prst="roundRect">
            <a:avLst>
              <a:gd name="adj" fmla="val 50000"/>
            </a:avLst>
          </a:prstGeom>
          <a:solidFill>
            <a:schemeClr val="accent1">
              <a:lumMod val="40000"/>
              <a:lumOff val="60000"/>
            </a:schemeClr>
          </a:solidFill>
          <a:ln w="28575" cap="sq">
            <a:solidFill>
              <a:schemeClr val="bg1"/>
            </a:solidFill>
          </a:ln>
        </p:spPr>
        <p:txBody>
          <a:bodyPr vert="horz" wrap="square" lIns="91440" tIns="45720" rIns="91440" bIns="45720" rtlCol="0" anchor="ctr"/>
          <a:lstStyle/>
          <a:p>
            <a:pPr algn="l"/>
            <a:endParaRPr kumimoji="1" lang="zh-CN" altLang="en-US"/>
          </a:p>
        </p:txBody>
      </p:sp>
      <p:sp>
        <p:nvSpPr>
          <p:cNvPr id="9" name="标题 1"/>
          <p:cNvSpPr txBox="1"/>
          <p:nvPr/>
        </p:nvSpPr>
        <p:spPr>
          <a:xfrm>
            <a:off x="1378365" y="1995940"/>
            <a:ext cx="4999576" cy="246221"/>
          </a:xfrm>
          <a:prstGeom prst="rect">
            <a:avLst/>
          </a:prstGeom>
          <a:noFill/>
          <a:ln>
            <a:noFill/>
          </a:ln>
        </p:spPr>
        <p:txBody>
          <a:bodyPr vert="horz" wrap="square" lIns="0" tIns="0" rIns="0" bIns="0" rtlCol="0" anchor="t"/>
          <a:lstStyle/>
          <a:p>
            <a:pPr algn="l"/>
            <a:r>
              <a:rPr kumimoji="1" lang="en-US" altLang="zh-CN" sz="1600">
                <a:ln w="12700">
                  <a:noFill/>
                </a:ln>
                <a:solidFill>
                  <a:srgbClr val="FFFFFF">
                    <a:alpha val="100000"/>
                  </a:srgbClr>
                </a:solidFill>
                <a:latin typeface="poppins-bold"/>
                <a:ea typeface="poppins-bold"/>
                <a:cs typeface="poppins-bold"/>
              </a:rPr>
              <a:t>Manual</a:t>
            </a:r>
            <a:endParaRPr kumimoji="1" lang="zh-CN" altLang="en-US"/>
          </a:p>
        </p:txBody>
      </p:sp>
      <p:sp>
        <p:nvSpPr>
          <p:cNvPr id="10" name="标题 1"/>
          <p:cNvSpPr txBox="1"/>
          <p:nvPr/>
        </p:nvSpPr>
        <p:spPr>
          <a:xfrm>
            <a:off x="1378365" y="4119490"/>
            <a:ext cx="4999576" cy="246221"/>
          </a:xfrm>
          <a:prstGeom prst="rect">
            <a:avLst/>
          </a:prstGeom>
          <a:noFill/>
          <a:ln>
            <a:noFill/>
          </a:ln>
        </p:spPr>
        <p:txBody>
          <a:bodyPr vert="horz" wrap="square" lIns="0" tIns="0" rIns="0" bIns="0" rtlCol="0" anchor="t"/>
          <a:lstStyle/>
          <a:p>
            <a:pPr algn="l"/>
            <a:r>
              <a:rPr kumimoji="1" lang="en-US" altLang="zh-CN" sz="1600">
                <a:ln w="12700">
                  <a:noFill/>
                </a:ln>
                <a:solidFill>
                  <a:srgbClr val="FFFFFF">
                    <a:alpha val="100000"/>
                  </a:srgbClr>
                </a:solidFill>
                <a:latin typeface="poppins-bold"/>
                <a:ea typeface="poppins-bold"/>
                <a:cs typeface="poppins-bold"/>
              </a:rPr>
              <a:t>Automatizado (Auto-reparación)</a:t>
            </a:r>
            <a:endParaRPr kumimoji="1" lang="zh-CN" altLang="en-US"/>
          </a:p>
        </p:txBody>
      </p:sp>
      <p:sp>
        <p:nvSpPr>
          <p:cNvPr id="11" name="标题 1"/>
          <p:cNvSpPr txBox="1"/>
          <p:nvPr/>
        </p:nvSpPr>
        <p:spPr>
          <a:xfrm>
            <a:off x="1231412" y="2387874"/>
            <a:ext cx="6091408" cy="1161558"/>
          </a:xfrm>
          <a:prstGeom prst="rect">
            <a:avLst/>
          </a:prstGeom>
          <a:noFill/>
          <a:ln>
            <a:noFill/>
          </a:ln>
        </p:spPr>
        <p:txBody>
          <a:bodyPr vert="horz" wrap="square" lIns="0" tIns="0" rIns="0" bIns="0" rtlCol="0" anchor="t"/>
          <a:lstStyle/>
          <a:p>
            <a:r>
              <a:rPr lang="es-EC" dirty="0"/>
              <a:t>La herramienta de monitoreo (</a:t>
            </a:r>
            <a:r>
              <a:rPr lang="es-EC" dirty="0" err="1"/>
              <a:t>Zabbix</a:t>
            </a:r>
            <a:r>
              <a:rPr lang="es-EC" dirty="0"/>
              <a:t>, Nagios) envía una alerta a las 2 AM: "El servicio web en el Servidor-01 está caído". El </a:t>
            </a:r>
            <a:r>
              <a:rPr lang="es-EC" dirty="0" err="1"/>
              <a:t>admin</a:t>
            </a:r>
            <a:r>
              <a:rPr lang="es-EC" dirty="0"/>
              <a:t> de guardia se despierta, se conecta y reinicia el servicio.</a:t>
            </a:r>
          </a:p>
          <a:p>
            <a:pPr algn="l"/>
            <a:r>
              <a:rPr kumimoji="1" lang="en-US" altLang="zh-CN" sz="1400" dirty="0">
                <a:ln w="12700">
                  <a:noFill/>
                </a:ln>
                <a:solidFill>
                  <a:srgbClr val="262626">
                    <a:alpha val="100000"/>
                  </a:srgbClr>
                </a:solidFill>
                <a:latin typeface="Poppins"/>
                <a:ea typeface="Poppins"/>
                <a:cs typeface="Poppins"/>
              </a:rPr>
              <a:t>.</a:t>
            </a:r>
            <a:endParaRPr kumimoji="1" lang="zh-CN" altLang="en-US" dirty="0"/>
          </a:p>
        </p:txBody>
      </p:sp>
      <p:sp>
        <p:nvSpPr>
          <p:cNvPr id="12" name="标题 1"/>
          <p:cNvSpPr txBox="1"/>
          <p:nvPr/>
        </p:nvSpPr>
        <p:spPr>
          <a:xfrm>
            <a:off x="1231412" y="4511424"/>
            <a:ext cx="6091408" cy="1161558"/>
          </a:xfrm>
          <a:prstGeom prst="rect">
            <a:avLst/>
          </a:prstGeom>
          <a:noFill/>
          <a:ln>
            <a:noFill/>
          </a:ln>
        </p:spPr>
        <p:txBody>
          <a:bodyPr vert="horz" wrap="square" lIns="0" tIns="0" rIns="0" bIns="0" rtlCol="0" anchor="t"/>
          <a:lstStyle/>
          <a:p>
            <a:r>
              <a:rPr lang="es-EC" dirty="0"/>
              <a:t>La herramienta de monitoreo detecta el fallo. En lugar de solo enviar un correo, ejecuta un script. El script intenta reiniciar el servicio automáticamente. </a:t>
            </a:r>
            <a:r>
              <a:rPr lang="es-EC" i="1" dirty="0"/>
              <a:t>Solo si el reinicio falla</a:t>
            </a:r>
            <a:r>
              <a:rPr lang="es-EC" dirty="0"/>
              <a:t>, entonces escala y despierta al administrador.</a:t>
            </a:r>
          </a:p>
          <a:p>
            <a:pPr algn="l"/>
            <a:r>
              <a:rPr kumimoji="1" lang="en-US" altLang="zh-CN" sz="1400" dirty="0">
                <a:ln w="12700">
                  <a:noFill/>
                </a:ln>
                <a:solidFill>
                  <a:srgbClr val="262626">
                    <a:alpha val="100000"/>
                  </a:srgbClr>
                </a:solidFill>
                <a:latin typeface="Poppins"/>
                <a:ea typeface="Poppins"/>
                <a:cs typeface="Poppins"/>
              </a:rPr>
              <a:t>.</a:t>
            </a:r>
            <a:endParaRPr kumimoji="1" lang="zh-CN" altLang="en-US" dirty="0"/>
          </a:p>
        </p:txBody>
      </p:sp>
      <p:sp>
        <p:nvSpPr>
          <p:cNvPr id="14" name="标题 1"/>
          <p:cNvSpPr txBox="1"/>
          <p:nvPr/>
        </p:nvSpPr>
        <p:spPr>
          <a:xfrm>
            <a:off x="498273" y="37338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5" name="标题 1"/>
          <p:cNvSpPr txBox="1"/>
          <p:nvPr/>
        </p:nvSpPr>
        <p:spPr>
          <a:xfrm>
            <a:off x="660400"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Respuesta a Incidentes de Monitoreo</a:t>
            </a:r>
            <a:endParaRPr kumimoji="1" lang="zh-CN" altLang="en-US"/>
          </a:p>
        </p:txBody>
      </p:sp>
      <p:sp>
        <p:nvSpPr>
          <p:cNvPr id="16" name="标题 1"/>
          <p:cNvSpPr txBox="1"/>
          <p:nvPr/>
        </p:nvSpPr>
        <p:spPr>
          <a:xfrm rot="10800000">
            <a:off x="436515" y="301852"/>
            <a:ext cx="309616" cy="296154"/>
          </a:xfrm>
          <a:custGeom>
            <a:avLst/>
            <a:gdLst>
              <a:gd name="connsiteX0" fmla="*/ 0 w 522052"/>
              <a:gd name="connsiteY0" fmla="*/ 382622 h 499354"/>
              <a:gd name="connsiteX1" fmla="*/ 116732 w 522052"/>
              <a:gd name="connsiteY1" fmla="*/ 265890 h 499354"/>
              <a:gd name="connsiteX2" fmla="*/ 288588 w 522052"/>
              <a:gd name="connsiteY2" fmla="*/ 265890 h 499354"/>
              <a:gd name="connsiteX3" fmla="*/ 288588 w 522052"/>
              <a:gd name="connsiteY3" fmla="*/ 116732 h 499354"/>
              <a:gd name="connsiteX4" fmla="*/ 405320 w 522052"/>
              <a:gd name="connsiteY4" fmla="*/ 0 h 499354"/>
              <a:gd name="connsiteX5" fmla="*/ 522052 w 522052"/>
              <a:gd name="connsiteY5" fmla="*/ 116732 h 499354"/>
              <a:gd name="connsiteX6" fmla="*/ 522052 w 522052"/>
              <a:gd name="connsiteY6" fmla="*/ 382621 h 499354"/>
              <a:gd name="connsiteX7" fmla="*/ 405320 w 522052"/>
              <a:gd name="connsiteY7" fmla="*/ 499353 h 499354"/>
              <a:gd name="connsiteX8" fmla="*/ 393972 w 522052"/>
              <a:gd name="connsiteY8" fmla="*/ 497062 h 499354"/>
              <a:gd name="connsiteX9" fmla="*/ 382622 w 522052"/>
              <a:gd name="connsiteY9" fmla="*/ 499354 h 499354"/>
              <a:gd name="connsiteX10" fmla="*/ 116732 w 522052"/>
              <a:gd name="connsiteY10" fmla="*/ 499354 h 499354"/>
              <a:gd name="connsiteX11" fmla="*/ 0 w 522052"/>
              <a:gd name="connsiteY11" fmla="*/ 382622 h 499354"/>
            </a:gdLst>
            <a:ahLst/>
            <a:cxnLst/>
            <a:rect l="l" t="t" r="r" b="b"/>
            <a:pathLst>
              <a:path w="522052" h="499354">
                <a:moveTo>
                  <a:pt x="0" y="382622"/>
                </a:moveTo>
                <a:cubicBezTo>
                  <a:pt x="0" y="318153"/>
                  <a:pt x="52263" y="265890"/>
                  <a:pt x="116732" y="265890"/>
                </a:cubicBezTo>
                <a:lnTo>
                  <a:pt x="288588" y="265890"/>
                </a:lnTo>
                <a:lnTo>
                  <a:pt x="288588" y="116732"/>
                </a:lnTo>
                <a:cubicBezTo>
                  <a:pt x="288588" y="52263"/>
                  <a:pt x="340851" y="0"/>
                  <a:pt x="405320" y="0"/>
                </a:cubicBezTo>
                <a:cubicBezTo>
                  <a:pt x="469789" y="0"/>
                  <a:pt x="522052" y="52263"/>
                  <a:pt x="522052" y="116732"/>
                </a:cubicBezTo>
                <a:lnTo>
                  <a:pt x="522052" y="382621"/>
                </a:lnTo>
                <a:cubicBezTo>
                  <a:pt x="522052" y="447090"/>
                  <a:pt x="469789" y="499353"/>
                  <a:pt x="405320" y="499353"/>
                </a:cubicBezTo>
                <a:lnTo>
                  <a:pt x="393972" y="497062"/>
                </a:lnTo>
                <a:lnTo>
                  <a:pt x="382622" y="499354"/>
                </a:lnTo>
                <a:lnTo>
                  <a:pt x="116732" y="499354"/>
                </a:lnTo>
                <a:cubicBezTo>
                  <a:pt x="52263" y="499354"/>
                  <a:pt x="0" y="447091"/>
                  <a:pt x="0" y="382622"/>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17" name="Imagen 16">
            <a:extLst>
              <a:ext uri="{FF2B5EF4-FFF2-40B4-BE49-F238E27FC236}">
                <a16:creationId xmlns:a16="http://schemas.microsoft.com/office/drawing/2014/main" id="{88A78179-7FC0-5790-69C4-07AB8AC2C8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标题 1"/>
          <p:cNvSpPr txBox="1"/>
          <p:nvPr/>
        </p:nvSpPr>
        <p:spPr>
          <a:xfrm>
            <a:off x="5566619" y="2293950"/>
            <a:ext cx="5558852" cy="461665"/>
          </a:xfrm>
          <a:prstGeom prst="rect">
            <a:avLst/>
          </a:prstGeom>
          <a:noFill/>
          <a:ln>
            <a:noFill/>
          </a:ln>
        </p:spPr>
        <p:txBody>
          <a:bodyPr vert="horz" wrap="square" lIns="0" tIns="0" rIns="0" bIns="0" rtlCol="0" anchor="b"/>
          <a:lstStyle/>
          <a:p>
            <a:pPr algn="l"/>
            <a:r>
              <a:rPr kumimoji="1" lang="en-US" altLang="zh-CN" sz="1600">
                <a:ln w="12700">
                  <a:noFill/>
                </a:ln>
                <a:solidFill>
                  <a:srgbClr val="404040">
                    <a:alpha val="100000"/>
                  </a:srgbClr>
                </a:solidFill>
                <a:latin typeface="poppins-bold"/>
                <a:ea typeface="poppins-bold"/>
                <a:cs typeface="poppins-bold"/>
              </a:rPr>
              <a:t>Manual</a:t>
            </a:r>
            <a:endParaRPr kumimoji="1" lang="zh-CN" altLang="en-US"/>
          </a:p>
        </p:txBody>
      </p:sp>
      <p:sp>
        <p:nvSpPr>
          <p:cNvPr id="4" name="标题 1"/>
          <p:cNvSpPr txBox="1"/>
          <p:nvPr/>
        </p:nvSpPr>
        <p:spPr>
          <a:xfrm>
            <a:off x="5566618" y="2851888"/>
            <a:ext cx="5558854" cy="862862"/>
          </a:xfrm>
          <a:prstGeom prst="rect">
            <a:avLst/>
          </a:prstGeom>
          <a:noFill/>
          <a:ln>
            <a:noFill/>
          </a:ln>
        </p:spPr>
        <p:txBody>
          <a:bodyPr vert="horz" wrap="square" lIns="0" tIns="0" rIns="0" bIns="0" rtlCol="0" anchor="t"/>
          <a:lstStyle/>
          <a:p>
            <a:r>
              <a:rPr kumimoji="1" lang="es-EC" sz="1400" dirty="0">
                <a:ln w="12700">
                  <a:noFill/>
                </a:ln>
                <a:solidFill>
                  <a:srgbClr val="404040">
                    <a:alpha val="100000"/>
                  </a:srgbClr>
                </a:solidFill>
                <a:latin typeface="Poppins"/>
                <a:cs typeface="Poppins"/>
              </a:rPr>
              <a:t>Un desarrollador pide una VM. El </a:t>
            </a:r>
            <a:r>
              <a:rPr kumimoji="1" lang="es-EC" sz="1400" dirty="0" err="1">
                <a:ln w="12700">
                  <a:noFill/>
                </a:ln>
                <a:solidFill>
                  <a:srgbClr val="404040">
                    <a:alpha val="100000"/>
                  </a:srgbClr>
                </a:solidFill>
                <a:latin typeface="Poppins"/>
                <a:cs typeface="Poppins"/>
              </a:rPr>
              <a:t>admin</a:t>
            </a:r>
            <a:r>
              <a:rPr kumimoji="1" lang="es-EC" sz="1400" dirty="0">
                <a:ln w="12700">
                  <a:noFill/>
                </a:ln>
                <a:solidFill>
                  <a:srgbClr val="404040">
                    <a:alpha val="100000"/>
                  </a:srgbClr>
                </a:solidFill>
                <a:latin typeface="Poppins"/>
                <a:cs typeface="Poppins"/>
              </a:rPr>
              <a:t> de virtualización entra a </a:t>
            </a:r>
            <a:r>
              <a:rPr kumimoji="1" lang="es-EC" sz="1400" dirty="0" err="1">
                <a:ln w="12700">
                  <a:noFill/>
                </a:ln>
                <a:solidFill>
                  <a:srgbClr val="404040">
                    <a:alpha val="100000"/>
                  </a:srgbClr>
                </a:solidFill>
                <a:latin typeface="Poppins"/>
                <a:cs typeface="Poppins"/>
              </a:rPr>
              <a:t>vCenter</a:t>
            </a:r>
            <a:r>
              <a:rPr kumimoji="1" lang="es-EC" sz="1400" dirty="0">
                <a:ln w="12700">
                  <a:noFill/>
                </a:ln>
                <a:solidFill>
                  <a:srgbClr val="404040">
                    <a:alpha val="100000"/>
                  </a:srgbClr>
                </a:solidFill>
                <a:latin typeface="Poppins"/>
                <a:cs typeface="Poppins"/>
              </a:rPr>
              <a:t>, sigue 20 pasos en un asistente gráfico (CPU, RAM, red, </a:t>
            </a:r>
            <a:r>
              <a:rPr kumimoji="1" lang="es-EC" sz="1400" dirty="0" err="1">
                <a:ln w="12700">
                  <a:noFill/>
                </a:ln>
                <a:solidFill>
                  <a:srgbClr val="404040">
                    <a:alpha val="100000"/>
                  </a:srgbClr>
                </a:solidFill>
                <a:latin typeface="Poppins"/>
                <a:cs typeface="Poppins"/>
              </a:rPr>
              <a:t>storage</a:t>
            </a:r>
            <a:r>
              <a:rPr kumimoji="1" lang="es-EC" sz="1400" dirty="0">
                <a:ln w="12700">
                  <a:noFill/>
                </a:ln>
                <a:solidFill>
                  <a:srgbClr val="404040">
                    <a:alpha val="100000"/>
                  </a:srgbClr>
                </a:solidFill>
                <a:latin typeface="Poppins"/>
                <a:cs typeface="Poppins"/>
              </a:rPr>
              <a:t>), instala el SO y luego lo configura. (Tarda horas o días).</a:t>
            </a:r>
            <a:endParaRPr kumimoji="1" lang="zh-CN" altLang="en-US" sz="1400" dirty="0">
              <a:ln w="12700">
                <a:noFill/>
              </a:ln>
              <a:solidFill>
                <a:srgbClr val="404040">
                  <a:alpha val="100000"/>
                </a:srgbClr>
              </a:solidFill>
              <a:latin typeface="Poppins"/>
              <a:cs typeface="Poppins"/>
            </a:endParaRPr>
          </a:p>
        </p:txBody>
      </p:sp>
      <p:sp>
        <p:nvSpPr>
          <p:cNvPr id="5" name="标题 1"/>
          <p:cNvSpPr txBox="1"/>
          <p:nvPr/>
        </p:nvSpPr>
        <p:spPr>
          <a:xfrm>
            <a:off x="4765372" y="2303401"/>
            <a:ext cx="792000" cy="492443"/>
          </a:xfrm>
          <a:prstGeom prst="rect">
            <a:avLst/>
          </a:prstGeom>
          <a:noFill/>
          <a:ln>
            <a:noFill/>
          </a:ln>
        </p:spPr>
        <p:txBody>
          <a:bodyPr vert="horz" wrap="square" lIns="0" tIns="0" rIns="0" bIns="0" rtlCol="0" anchor="t"/>
          <a:lstStyle/>
          <a:p>
            <a:pPr algn="l"/>
            <a:r>
              <a:rPr kumimoji="1" lang="en-US" altLang="zh-CN" sz="3200">
                <a:ln w="12700">
                  <a:noFill/>
                </a:ln>
                <a:solidFill>
                  <a:srgbClr val="4472C4">
                    <a:alpha val="100000"/>
                  </a:srgbClr>
                </a:solidFill>
                <a:latin typeface="poppins-bold"/>
                <a:ea typeface="poppins-bold"/>
                <a:cs typeface="poppins-bold"/>
              </a:rPr>
              <a:t>01.</a:t>
            </a:r>
            <a:endParaRPr kumimoji="1" lang="zh-CN" altLang="en-US"/>
          </a:p>
        </p:txBody>
      </p:sp>
      <p:sp>
        <p:nvSpPr>
          <p:cNvPr id="6" name="标题 1"/>
          <p:cNvSpPr txBox="1"/>
          <p:nvPr/>
        </p:nvSpPr>
        <p:spPr>
          <a:xfrm>
            <a:off x="5566619" y="3946688"/>
            <a:ext cx="5558852" cy="461665"/>
          </a:xfrm>
          <a:prstGeom prst="rect">
            <a:avLst/>
          </a:prstGeom>
          <a:noFill/>
          <a:ln>
            <a:noFill/>
          </a:ln>
        </p:spPr>
        <p:txBody>
          <a:bodyPr vert="horz" wrap="square" lIns="0" tIns="0" rIns="0" bIns="0" rtlCol="0" anchor="b"/>
          <a:lstStyle/>
          <a:p>
            <a:pPr algn="l"/>
            <a:r>
              <a:rPr kumimoji="1" lang="en-US" altLang="zh-CN" sz="1600">
                <a:ln w="12700">
                  <a:noFill/>
                </a:ln>
                <a:solidFill>
                  <a:srgbClr val="404040">
                    <a:alpha val="100000"/>
                  </a:srgbClr>
                </a:solidFill>
                <a:latin typeface="poppins-bold"/>
                <a:ea typeface="poppins-bold"/>
                <a:cs typeface="poppins-bold"/>
              </a:rPr>
              <a:t>Automatizado</a:t>
            </a:r>
            <a:endParaRPr kumimoji="1" lang="zh-CN" altLang="en-US"/>
          </a:p>
        </p:txBody>
      </p:sp>
      <p:sp>
        <p:nvSpPr>
          <p:cNvPr id="7" name="标题 1"/>
          <p:cNvSpPr txBox="1"/>
          <p:nvPr/>
        </p:nvSpPr>
        <p:spPr>
          <a:xfrm>
            <a:off x="5566618" y="4504626"/>
            <a:ext cx="5558853" cy="660272"/>
          </a:xfrm>
          <a:prstGeom prst="rect">
            <a:avLst/>
          </a:prstGeom>
          <a:noFill/>
          <a:ln>
            <a:noFill/>
          </a:ln>
        </p:spPr>
        <p:txBody>
          <a:bodyPr vert="horz" wrap="square" lIns="0" tIns="0" rIns="0" bIns="0" rtlCol="0" anchor="t"/>
          <a:lstStyle/>
          <a:p>
            <a:pPr lvl="0"/>
            <a:r>
              <a:rPr kumimoji="1" lang="es-EC" sz="1400" dirty="0">
                <a:ln w="12700">
                  <a:noFill/>
                </a:ln>
                <a:solidFill>
                  <a:srgbClr val="404040">
                    <a:alpha val="100000"/>
                  </a:srgbClr>
                </a:solidFill>
                <a:latin typeface="Poppins"/>
                <a:cs typeface="Poppins"/>
              </a:rPr>
              <a:t>El desarrollador ejecuta un pipeline o un script de </a:t>
            </a:r>
            <a:r>
              <a:rPr kumimoji="1" lang="es-EC" sz="1400" dirty="0" err="1">
                <a:ln w="12700">
                  <a:noFill/>
                </a:ln>
                <a:solidFill>
                  <a:srgbClr val="404040">
                    <a:alpha val="100000"/>
                  </a:srgbClr>
                </a:solidFill>
                <a:latin typeface="Poppins"/>
                <a:cs typeface="Poppins"/>
              </a:rPr>
              <a:t>Terraform</a:t>
            </a:r>
            <a:r>
              <a:rPr kumimoji="1" lang="es-EC" sz="1400" dirty="0">
                <a:ln w="12700">
                  <a:noFill/>
                </a:ln>
                <a:solidFill>
                  <a:srgbClr val="404040">
                    <a:alpha val="100000"/>
                  </a:srgbClr>
                </a:solidFill>
                <a:latin typeface="Poppins"/>
                <a:cs typeface="Poppins"/>
              </a:rPr>
              <a:t>. En 5 minutos, la VM está creada, configurada exactamente igual que todas las demás (estandarización) y lista para usar.</a:t>
            </a:r>
          </a:p>
        </p:txBody>
      </p:sp>
      <p:sp>
        <p:nvSpPr>
          <p:cNvPr id="8" name="标题 1"/>
          <p:cNvSpPr txBox="1"/>
          <p:nvPr/>
        </p:nvSpPr>
        <p:spPr>
          <a:xfrm>
            <a:off x="4765372" y="3956139"/>
            <a:ext cx="792000" cy="492443"/>
          </a:xfrm>
          <a:prstGeom prst="rect">
            <a:avLst/>
          </a:prstGeom>
          <a:noFill/>
          <a:ln>
            <a:noFill/>
          </a:ln>
        </p:spPr>
        <p:txBody>
          <a:bodyPr vert="horz" wrap="square" lIns="0" tIns="0" rIns="0" bIns="0" rtlCol="0" anchor="t"/>
          <a:lstStyle/>
          <a:p>
            <a:pPr algn="l"/>
            <a:r>
              <a:rPr kumimoji="1" lang="en-US" altLang="zh-CN" sz="3200">
                <a:ln w="12700">
                  <a:noFill/>
                </a:ln>
                <a:solidFill>
                  <a:srgbClr val="4472C4">
                    <a:alpha val="100000"/>
                  </a:srgbClr>
                </a:solidFill>
                <a:latin typeface="poppins-bold"/>
                <a:ea typeface="poppins-bold"/>
                <a:cs typeface="poppins-bold"/>
              </a:rPr>
              <a:t>02.</a:t>
            </a:r>
            <a:endParaRPr kumimoji="1" lang="zh-CN" altLang="en-US"/>
          </a:p>
        </p:txBody>
      </p:sp>
      <p:sp>
        <p:nvSpPr>
          <p:cNvPr id="9" name="标题 1"/>
          <p:cNvSpPr txBox="1"/>
          <p:nvPr/>
        </p:nvSpPr>
        <p:spPr>
          <a:xfrm>
            <a:off x="1251862" y="1421053"/>
            <a:ext cx="2651157" cy="4136199"/>
          </a:xfrm>
          <a:prstGeom prst="rect">
            <a:avLst/>
          </a:prstGeom>
          <a:solidFill>
            <a:schemeClr val="accent1">
              <a:lumMod val="20000"/>
              <a:lumOff val="80000"/>
            </a:schemeClr>
          </a:solidFill>
          <a:ln w="12700" cap="sq">
            <a:noFill/>
            <a:miter/>
          </a:ln>
          <a:effectLst/>
        </p:spPr>
        <p:txBody>
          <a:bodyPr vert="horz" wrap="square" lIns="91440" tIns="45720" rIns="91440" bIns="45720" rtlCol="0" anchor="ctr"/>
          <a:lstStyle/>
          <a:p>
            <a:pPr algn="ctr"/>
            <a:endParaRPr kumimoji="1" lang="zh-CN" altLang="en-US"/>
          </a:p>
        </p:txBody>
      </p:sp>
      <p:sp>
        <p:nvSpPr>
          <p:cNvPr id="10" name="标题 1"/>
          <p:cNvSpPr txBox="1"/>
          <p:nvPr/>
        </p:nvSpPr>
        <p:spPr>
          <a:xfrm>
            <a:off x="1185851" y="1350840"/>
            <a:ext cx="2651157" cy="4094914"/>
          </a:xfrm>
          <a:prstGeom prst="rect">
            <a:avLst/>
          </a:prstGeom>
          <a:solidFill>
            <a:schemeClr val="accent1">
              <a:lumMod val="40000"/>
              <a:lumOff val="60000"/>
            </a:schemeClr>
          </a:solidFill>
          <a:ln w="12700" cap="sq">
            <a:noFill/>
            <a:miter/>
          </a:ln>
          <a:effectLst/>
        </p:spPr>
        <p:txBody>
          <a:bodyPr vert="horz" wrap="square" lIns="91440" tIns="45720" rIns="91440" bIns="45720" rtlCol="0" anchor="ctr"/>
          <a:lstStyle/>
          <a:p>
            <a:pPr algn="ctr"/>
            <a:endParaRPr kumimoji="1" lang="zh-CN" altLang="en-US"/>
          </a:p>
        </p:txBody>
      </p:sp>
      <p:sp>
        <p:nvSpPr>
          <p:cNvPr id="11" name="标题 1"/>
          <p:cNvSpPr txBox="1"/>
          <p:nvPr/>
        </p:nvSpPr>
        <p:spPr>
          <a:xfrm>
            <a:off x="1119840" y="1280626"/>
            <a:ext cx="2651157" cy="4024700"/>
          </a:xfrm>
          <a:prstGeom prst="rect">
            <a:avLst/>
          </a:prstGeom>
          <a:solidFill>
            <a:schemeClr val="accent1">
              <a:lumMod val="60000"/>
              <a:lumOff val="40000"/>
            </a:schemeClr>
          </a:solidFill>
          <a:ln w="12700" cap="sq">
            <a:noFill/>
            <a:miter/>
          </a:ln>
          <a:effectLst/>
        </p:spPr>
        <p:txBody>
          <a:bodyPr vert="horz" wrap="square" lIns="91440" tIns="45720" rIns="91440" bIns="45720" rtlCol="0" anchor="ctr"/>
          <a:lstStyle/>
          <a:p>
            <a:pPr algn="ctr"/>
            <a:endParaRPr kumimoji="1" lang="zh-CN" altLang="en-US"/>
          </a:p>
        </p:txBody>
      </p:sp>
      <p:pic>
        <p:nvPicPr>
          <p:cNvPr id="12" name="Imagen 11"/>
          <p:cNvPicPr>
            <a:picLocks noChangeAspect="1"/>
          </p:cNvPicPr>
          <p:nvPr/>
        </p:nvPicPr>
        <p:blipFill>
          <a:blip r:embed="rId2">
            <a:alphaModFix/>
          </a:blip>
          <a:srcRect l="2044" t="1656" r="4089" b="2514"/>
          <a:stretch>
            <a:fillRect/>
          </a:stretch>
        </p:blipFill>
        <p:spPr>
          <a:xfrm>
            <a:off x="1053829" y="1210413"/>
            <a:ext cx="2585146" cy="3954486"/>
          </a:xfrm>
          <a:custGeom>
            <a:avLst/>
            <a:gdLst/>
            <a:ahLst/>
            <a:cxnLst/>
            <a:rect l="l" t="t" r="r" b="b"/>
            <a:pathLst>
              <a:path w="3030936" h="4636409">
                <a:moveTo>
                  <a:pt x="0" y="0"/>
                </a:moveTo>
                <a:lnTo>
                  <a:pt x="3030936" y="0"/>
                </a:lnTo>
                <a:lnTo>
                  <a:pt x="3030936" y="4636409"/>
                </a:lnTo>
                <a:lnTo>
                  <a:pt x="0" y="4636409"/>
                </a:lnTo>
                <a:close/>
              </a:path>
            </a:pathLst>
          </a:custGeom>
          <a:noFill/>
          <a:ln>
            <a:noFill/>
          </a:ln>
        </p:spPr>
      </p:pic>
      <p:sp>
        <p:nvSpPr>
          <p:cNvPr id="13" name="标题 1"/>
          <p:cNvSpPr txBox="1"/>
          <p:nvPr/>
        </p:nvSpPr>
        <p:spPr>
          <a:xfrm>
            <a:off x="498273" y="37338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endParaRPr kumimoji="1" lang="zh-CN" altLang="en-US"/>
          </a:p>
        </p:txBody>
      </p:sp>
      <p:sp>
        <p:nvSpPr>
          <p:cNvPr id="14" name="标题 1"/>
          <p:cNvSpPr txBox="1"/>
          <p:nvPr/>
        </p:nvSpPr>
        <p:spPr>
          <a:xfrm>
            <a:off x="660400" y="467040"/>
            <a:ext cx="10671175"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poppins-bold"/>
                <a:ea typeface="poppins-bold"/>
                <a:cs typeface="poppins-bold"/>
              </a:rPr>
              <a:t>Provisionamiento de Infraestructura (IaC)</a:t>
            </a:r>
            <a:endParaRPr kumimoji="1" lang="zh-CN" altLang="en-US"/>
          </a:p>
        </p:txBody>
      </p:sp>
      <p:sp>
        <p:nvSpPr>
          <p:cNvPr id="15" name="标题 1"/>
          <p:cNvSpPr txBox="1"/>
          <p:nvPr/>
        </p:nvSpPr>
        <p:spPr>
          <a:xfrm rot="10800000">
            <a:off x="436515" y="301852"/>
            <a:ext cx="309616" cy="296154"/>
          </a:xfrm>
          <a:custGeom>
            <a:avLst/>
            <a:gdLst>
              <a:gd name="connsiteX0" fmla="*/ 0 w 522052"/>
              <a:gd name="connsiteY0" fmla="*/ 382622 h 499354"/>
              <a:gd name="connsiteX1" fmla="*/ 116732 w 522052"/>
              <a:gd name="connsiteY1" fmla="*/ 265890 h 499354"/>
              <a:gd name="connsiteX2" fmla="*/ 288588 w 522052"/>
              <a:gd name="connsiteY2" fmla="*/ 265890 h 499354"/>
              <a:gd name="connsiteX3" fmla="*/ 288588 w 522052"/>
              <a:gd name="connsiteY3" fmla="*/ 116732 h 499354"/>
              <a:gd name="connsiteX4" fmla="*/ 405320 w 522052"/>
              <a:gd name="connsiteY4" fmla="*/ 0 h 499354"/>
              <a:gd name="connsiteX5" fmla="*/ 522052 w 522052"/>
              <a:gd name="connsiteY5" fmla="*/ 116732 h 499354"/>
              <a:gd name="connsiteX6" fmla="*/ 522052 w 522052"/>
              <a:gd name="connsiteY6" fmla="*/ 382621 h 499354"/>
              <a:gd name="connsiteX7" fmla="*/ 405320 w 522052"/>
              <a:gd name="connsiteY7" fmla="*/ 499353 h 499354"/>
              <a:gd name="connsiteX8" fmla="*/ 393972 w 522052"/>
              <a:gd name="connsiteY8" fmla="*/ 497062 h 499354"/>
              <a:gd name="connsiteX9" fmla="*/ 382622 w 522052"/>
              <a:gd name="connsiteY9" fmla="*/ 499354 h 499354"/>
              <a:gd name="connsiteX10" fmla="*/ 116732 w 522052"/>
              <a:gd name="connsiteY10" fmla="*/ 499354 h 499354"/>
              <a:gd name="connsiteX11" fmla="*/ 0 w 522052"/>
              <a:gd name="connsiteY11" fmla="*/ 382622 h 499354"/>
            </a:gdLst>
            <a:ahLst/>
            <a:cxnLst/>
            <a:rect l="l" t="t" r="r" b="b"/>
            <a:pathLst>
              <a:path w="522052" h="499354">
                <a:moveTo>
                  <a:pt x="0" y="382622"/>
                </a:moveTo>
                <a:cubicBezTo>
                  <a:pt x="0" y="318153"/>
                  <a:pt x="52263" y="265890"/>
                  <a:pt x="116732" y="265890"/>
                </a:cubicBezTo>
                <a:lnTo>
                  <a:pt x="288588" y="265890"/>
                </a:lnTo>
                <a:lnTo>
                  <a:pt x="288588" y="116732"/>
                </a:lnTo>
                <a:cubicBezTo>
                  <a:pt x="288588" y="52263"/>
                  <a:pt x="340851" y="0"/>
                  <a:pt x="405320" y="0"/>
                </a:cubicBezTo>
                <a:cubicBezTo>
                  <a:pt x="469789" y="0"/>
                  <a:pt x="522052" y="52263"/>
                  <a:pt x="522052" y="116732"/>
                </a:cubicBezTo>
                <a:lnTo>
                  <a:pt x="522052" y="382621"/>
                </a:lnTo>
                <a:cubicBezTo>
                  <a:pt x="522052" y="447090"/>
                  <a:pt x="469789" y="499353"/>
                  <a:pt x="405320" y="499353"/>
                </a:cubicBezTo>
                <a:lnTo>
                  <a:pt x="393972" y="497062"/>
                </a:lnTo>
                <a:lnTo>
                  <a:pt x="382622" y="499354"/>
                </a:lnTo>
                <a:lnTo>
                  <a:pt x="116732" y="499354"/>
                </a:lnTo>
                <a:cubicBezTo>
                  <a:pt x="52263" y="499354"/>
                  <a:pt x="0" y="447091"/>
                  <a:pt x="0" y="382622"/>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pic>
        <p:nvPicPr>
          <p:cNvPr id="16" name="Imagen 15">
            <a:extLst>
              <a:ext uri="{FF2B5EF4-FFF2-40B4-BE49-F238E27FC236}">
                <a16:creationId xmlns:a16="http://schemas.microsoft.com/office/drawing/2014/main" id="{D068CD0E-44D8-B4B1-D3AF-0669C5C93507}"/>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标题 1"/>
          <p:cNvSpPr txBox="1"/>
          <p:nvPr/>
        </p:nvSpPr>
        <p:spPr>
          <a:xfrm>
            <a:off x="826754" y="2092574"/>
            <a:ext cx="4823112" cy="2086725"/>
          </a:xfrm>
          <a:prstGeom prst="rect">
            <a:avLst/>
          </a:prstGeom>
          <a:noFill/>
          <a:ln>
            <a:noFill/>
          </a:ln>
        </p:spPr>
        <p:txBody>
          <a:bodyPr vert="horz" wrap="square" lIns="91440" tIns="45720" rIns="91440" bIns="45720" rtlCol="0" anchor="ctr"/>
          <a:lstStyle/>
          <a:p>
            <a:pPr algn="l"/>
            <a:r>
              <a:rPr kumimoji="1" lang="en-US" altLang="zh-CN" sz="7100" dirty="0">
                <a:ln w="12700">
                  <a:noFill/>
                </a:ln>
                <a:solidFill>
                  <a:srgbClr val="000000">
                    <a:alpha val="100000"/>
                  </a:srgbClr>
                </a:solidFill>
                <a:latin typeface="Barlow Condensed Medium"/>
                <a:ea typeface="Barlow Condensed Medium"/>
                <a:cs typeface="Barlow Condensed Medium"/>
              </a:rPr>
              <a:t>Thanks</a:t>
            </a:r>
            <a:endParaRPr kumimoji="1" lang="zh-CN" altLang="en-US" dirty="0"/>
          </a:p>
        </p:txBody>
      </p:sp>
      <p:sp>
        <p:nvSpPr>
          <p:cNvPr id="5" name="标题 1"/>
          <p:cNvSpPr txBox="1"/>
          <p:nvPr/>
        </p:nvSpPr>
        <p:spPr>
          <a:xfrm>
            <a:off x="2191823" y="3619830"/>
            <a:ext cx="4483841" cy="559469"/>
          </a:xfrm>
          <a:prstGeom prst="rect">
            <a:avLst/>
          </a:prstGeom>
          <a:noFill/>
          <a:ln w="12700" cap="sq">
            <a:noFill/>
            <a:miter/>
          </a:ln>
        </p:spPr>
        <p:txBody>
          <a:bodyPr vert="horz" wrap="square" lIns="0" tIns="0" rIns="0" bIns="0" rtlCol="0" anchor="ctr"/>
          <a:lstStyle/>
          <a:p>
            <a:pPr algn="l"/>
            <a:r>
              <a:rPr kumimoji="1" lang="en-US" altLang="zh-CN" sz="2400" dirty="0">
                <a:ln w="12700">
                  <a:noFill/>
                </a:ln>
                <a:solidFill>
                  <a:srgbClr val="000000">
                    <a:alpha val="100000"/>
                  </a:srgbClr>
                </a:solidFill>
                <a:latin typeface="Poppins"/>
                <a:ea typeface="Poppins"/>
                <a:cs typeface="Poppins"/>
              </a:rPr>
              <a:t>MGS. JOSE FRANCO LAMILLA</a:t>
            </a:r>
            <a:endParaRPr kumimoji="1" lang="zh-CN" altLang="en-US" sz="2400" dirty="0"/>
          </a:p>
        </p:txBody>
      </p:sp>
      <p:pic>
        <p:nvPicPr>
          <p:cNvPr id="7" name="Imagen 6">
            <a:extLst>
              <a:ext uri="{FF2B5EF4-FFF2-40B4-BE49-F238E27FC236}">
                <a16:creationId xmlns:a16="http://schemas.microsoft.com/office/drawing/2014/main" id="{106F0A16-3019-0A2F-489A-2376E0F98CA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7999"/>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TotalTime>
  <Words>1106</Words>
  <Application>Microsoft Office PowerPoint</Application>
  <PresentationFormat>Panorámica</PresentationFormat>
  <Paragraphs>98</Paragraphs>
  <Slides>16</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poppins-bold</vt:lpstr>
      <vt:lpstr>Barlow Condensed Medium</vt:lpstr>
      <vt:lpstr>Poppins</vt:lpstr>
      <vt:lpstr>Arial</vt:lpstr>
      <vt:lpstr>Office 主题​​</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TICS</cp:lastModifiedBy>
  <cp:revision>1</cp:revision>
  <dcterms:modified xsi:type="dcterms:W3CDTF">2025-10-27T21:43:15Z</dcterms:modified>
</cp:coreProperties>
</file>